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BED74-4EE1-4136-90F8-331B1961352F}" v="81" dt="2024-02-29T12:54:27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0D8BED74-4EE1-4136-90F8-331B1961352F}"/>
    <pc:docChg chg="undo redo custSel addSld modSld sldOrd">
      <pc:chgData name="Vaught, Jacob" userId="3948bc58-7b81-44a4-9cf0-22ebac0213b4" providerId="ADAL" clId="{0D8BED74-4EE1-4136-90F8-331B1961352F}" dt="2024-02-29T12:54:27.756" v="154"/>
      <pc:docMkLst>
        <pc:docMk/>
      </pc:docMkLst>
      <pc:sldChg chg="addSp delSp modSp new mod">
        <pc:chgData name="Vaught, Jacob" userId="3948bc58-7b81-44a4-9cf0-22ebac0213b4" providerId="ADAL" clId="{0D8BED74-4EE1-4136-90F8-331B1961352F}" dt="2024-02-09T18:35:07.964" v="127" actId="1076"/>
        <pc:sldMkLst>
          <pc:docMk/>
          <pc:sldMk cId="2849076212" sldId="258"/>
        </pc:sldMkLst>
        <pc:spChg chg="del">
          <ac:chgData name="Vaught, Jacob" userId="3948bc58-7b81-44a4-9cf0-22ebac0213b4" providerId="ADAL" clId="{0D8BED74-4EE1-4136-90F8-331B1961352F}" dt="2024-02-09T18:29:21.888" v="1" actId="478"/>
          <ac:spMkLst>
            <pc:docMk/>
            <pc:sldMk cId="2849076212" sldId="258"/>
            <ac:spMk id="2" creationId="{029DA83B-E6FD-2B6D-5508-42F4BD97B94C}"/>
          </ac:spMkLst>
        </pc:spChg>
        <pc:spChg chg="del">
          <ac:chgData name="Vaught, Jacob" userId="3948bc58-7b81-44a4-9cf0-22ebac0213b4" providerId="ADAL" clId="{0D8BED74-4EE1-4136-90F8-331B1961352F}" dt="2024-02-09T18:29:23.053" v="2" actId="478"/>
          <ac:spMkLst>
            <pc:docMk/>
            <pc:sldMk cId="2849076212" sldId="258"/>
            <ac:spMk id="3" creationId="{1A977E9D-3C2E-CE78-686E-0B3ADC55171A}"/>
          </ac:spMkLst>
        </pc:spChg>
        <pc:spChg chg="add mod">
          <ac:chgData name="Vaught, Jacob" userId="3948bc58-7b81-44a4-9cf0-22ebac0213b4" providerId="ADAL" clId="{0D8BED74-4EE1-4136-90F8-331B1961352F}" dt="2024-02-09T18:30:46.985" v="24" actId="1076"/>
          <ac:spMkLst>
            <pc:docMk/>
            <pc:sldMk cId="2849076212" sldId="258"/>
            <ac:spMk id="7" creationId="{62D69B3D-5EA2-DAB3-0764-CE31FF004DE9}"/>
          </ac:spMkLst>
        </pc:spChg>
        <pc:spChg chg="add mod">
          <ac:chgData name="Vaught, Jacob" userId="3948bc58-7b81-44a4-9cf0-22ebac0213b4" providerId="ADAL" clId="{0D8BED74-4EE1-4136-90F8-331B1961352F}" dt="2024-02-09T18:35:07.964" v="127" actId="1076"/>
          <ac:spMkLst>
            <pc:docMk/>
            <pc:sldMk cId="2849076212" sldId="258"/>
            <ac:spMk id="17" creationId="{AD10D7CB-F672-4161-71EF-573DBF70DF4F}"/>
          </ac:spMkLst>
        </pc:spChg>
        <pc:spChg chg="add mod">
          <ac:chgData name="Vaught, Jacob" userId="3948bc58-7b81-44a4-9cf0-22ebac0213b4" providerId="ADAL" clId="{0D8BED74-4EE1-4136-90F8-331B1961352F}" dt="2024-02-09T18:33:39.808" v="83" actId="1076"/>
          <ac:spMkLst>
            <pc:docMk/>
            <pc:sldMk cId="2849076212" sldId="258"/>
            <ac:spMk id="18" creationId="{8A3DB03F-3B85-C714-0235-4AD42C05C44C}"/>
          </ac:spMkLst>
        </pc:spChg>
        <pc:spChg chg="add mod">
          <ac:chgData name="Vaught, Jacob" userId="3948bc58-7b81-44a4-9cf0-22ebac0213b4" providerId="ADAL" clId="{0D8BED74-4EE1-4136-90F8-331B1961352F}" dt="2024-02-09T18:34:10.126" v="102" actId="20577"/>
          <ac:spMkLst>
            <pc:docMk/>
            <pc:sldMk cId="2849076212" sldId="258"/>
            <ac:spMk id="21" creationId="{97179E2C-992D-7664-D5BD-B6B5F34DBE3E}"/>
          </ac:spMkLst>
        </pc:spChg>
        <pc:spChg chg="add mod">
          <ac:chgData name="Vaught, Jacob" userId="3948bc58-7b81-44a4-9cf0-22ebac0213b4" providerId="ADAL" clId="{0D8BED74-4EE1-4136-90F8-331B1961352F}" dt="2024-02-09T18:34:46.517" v="124" actId="20577"/>
          <ac:spMkLst>
            <pc:docMk/>
            <pc:sldMk cId="2849076212" sldId="258"/>
            <ac:spMk id="22" creationId="{90E62621-ABBF-8A56-E58E-606879D10D0F}"/>
          </ac:spMkLst>
        </pc:spChg>
        <pc:cxnChg chg="add del mod">
          <ac:chgData name="Vaught, Jacob" userId="3948bc58-7b81-44a4-9cf0-22ebac0213b4" providerId="ADAL" clId="{0D8BED74-4EE1-4136-90F8-331B1961352F}" dt="2024-02-09T18:30:13.622" v="7" actId="478"/>
          <ac:cxnSpMkLst>
            <pc:docMk/>
            <pc:sldMk cId="2849076212" sldId="258"/>
            <ac:cxnSpMk id="5" creationId="{BF166CB3-1166-2E89-7B97-29F6A304D278}"/>
          </ac:cxnSpMkLst>
        </pc:cxnChg>
        <pc:cxnChg chg="add mod">
          <ac:chgData name="Vaught, Jacob" userId="3948bc58-7b81-44a4-9cf0-22ebac0213b4" providerId="ADAL" clId="{0D8BED74-4EE1-4136-90F8-331B1961352F}" dt="2024-02-09T18:33:31.082" v="80" actId="14100"/>
          <ac:cxnSpMkLst>
            <pc:docMk/>
            <pc:sldMk cId="2849076212" sldId="258"/>
            <ac:cxnSpMk id="9" creationId="{E5ABDB0F-51BB-472E-D3A2-8D1B26054101}"/>
          </ac:cxnSpMkLst>
        </pc:cxnChg>
        <pc:cxnChg chg="add mod">
          <ac:chgData name="Vaught, Jacob" userId="3948bc58-7b81-44a4-9cf0-22ebac0213b4" providerId="ADAL" clId="{0D8BED74-4EE1-4136-90F8-331B1961352F}" dt="2024-02-09T18:33:43.172" v="84" actId="14100"/>
          <ac:cxnSpMkLst>
            <pc:docMk/>
            <pc:sldMk cId="2849076212" sldId="258"/>
            <ac:cxnSpMk id="10" creationId="{78280721-CFB5-7597-E705-D852AC6A6FC6}"/>
          </ac:cxnSpMkLst>
        </pc:cxnChg>
        <pc:cxnChg chg="add mod">
          <ac:chgData name="Vaught, Jacob" userId="3948bc58-7b81-44a4-9cf0-22ebac0213b4" providerId="ADAL" clId="{0D8BED74-4EE1-4136-90F8-331B1961352F}" dt="2024-02-09T18:31:43.092" v="35" actId="1076"/>
          <ac:cxnSpMkLst>
            <pc:docMk/>
            <pc:sldMk cId="2849076212" sldId="258"/>
            <ac:cxnSpMk id="11" creationId="{3EAB465D-E1B9-C8B4-8C2F-00B520336396}"/>
          </ac:cxnSpMkLst>
        </pc:cxnChg>
        <pc:cxnChg chg="add mod">
          <ac:chgData name="Vaught, Jacob" userId="3948bc58-7b81-44a4-9cf0-22ebac0213b4" providerId="ADAL" clId="{0D8BED74-4EE1-4136-90F8-331B1961352F}" dt="2024-02-09T18:32:34.034" v="43" actId="14100"/>
          <ac:cxnSpMkLst>
            <pc:docMk/>
            <pc:sldMk cId="2849076212" sldId="258"/>
            <ac:cxnSpMk id="13" creationId="{BBEA6A77-2C90-B1BA-F364-C35C86FAF48F}"/>
          </ac:cxnSpMkLst>
        </pc:cxnChg>
      </pc:sldChg>
      <pc:sldChg chg="delSp modSp add mod ord">
        <pc:chgData name="Vaught, Jacob" userId="3948bc58-7b81-44a4-9cf0-22ebac0213b4" providerId="ADAL" clId="{0D8BED74-4EE1-4136-90F8-331B1961352F}" dt="2024-02-23T02:49:18.558" v="153" actId="1076"/>
        <pc:sldMkLst>
          <pc:docMk/>
          <pc:sldMk cId="2189297974" sldId="259"/>
        </pc:sldMkLst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5" creationId="{64DA74A4-FEF2-7422-3EB4-979E6046ABB2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6" creationId="{906DF457-A0C6-74AC-8182-0E804E878BE3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7" creationId="{A37DB7D6-888E-8470-C8DF-7F42B9E220DE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8" creationId="{C5AA7726-D3F5-35BE-2F03-12F74C25D6B1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11" creationId="{F740F384-8443-2662-57C7-AE4EE2E20E46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14" creationId="{B8893836-EFEC-E3EF-40A8-96DC90E9C965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15" creationId="{F840CD76-A8CF-BCCF-E5A0-287AB0729BF7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62" creationId="{4A5FFE64-D3F7-A9A0-F985-366CFEB7C925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63" creationId="{F1371652-CCAE-96F9-8A1E-2799F0FAB35D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64" creationId="{42FA5A29-A920-B1B6-1F9F-AAD01CB6A853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66" creationId="{A93B399E-21E2-11C3-998D-CAA517C15C40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67" creationId="{38ADD7CE-E127-DD83-A6E0-079E6205ECBB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68" creationId="{BB1B6C1F-01FF-7386-BAB1-A3A3F9B4157B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69" creationId="{D314B2AA-3998-4A13-2AFF-8891069F32E2}"/>
          </ac:spMkLst>
        </pc:spChg>
        <pc:spChg chg="del">
          <ac:chgData name="Vaught, Jacob" userId="3948bc58-7b81-44a4-9cf0-22ebac0213b4" providerId="ADAL" clId="{0D8BED74-4EE1-4136-90F8-331B1961352F}" dt="2024-02-23T02:47:28.707" v="131" actId="478"/>
          <ac:spMkLst>
            <pc:docMk/>
            <pc:sldMk cId="2189297974" sldId="259"/>
            <ac:spMk id="70" creationId="{06C27128-0611-D023-F60A-EC3EC30EF921}"/>
          </ac:spMkLst>
        </pc:spChg>
        <pc:spChg chg="mod">
          <ac:chgData name="Vaught, Jacob" userId="3948bc58-7b81-44a4-9cf0-22ebac0213b4" providerId="ADAL" clId="{0D8BED74-4EE1-4136-90F8-331B1961352F}" dt="2024-02-23T02:49:09.862" v="152" actId="403"/>
          <ac:spMkLst>
            <pc:docMk/>
            <pc:sldMk cId="2189297974" sldId="259"/>
            <ac:spMk id="72" creationId="{759B6B9F-794B-78AA-1573-BF28351CCB80}"/>
          </ac:spMkLst>
        </pc:spChg>
        <pc:spChg chg="mod">
          <ac:chgData name="Vaught, Jacob" userId="3948bc58-7b81-44a4-9cf0-22ebac0213b4" providerId="ADAL" clId="{0D8BED74-4EE1-4136-90F8-331B1961352F}" dt="2024-02-23T02:48:20.404" v="142" actId="20577"/>
          <ac:spMkLst>
            <pc:docMk/>
            <pc:sldMk cId="2189297974" sldId="259"/>
            <ac:spMk id="73" creationId="{656B527D-4B21-27E2-62D0-1DBAE5A6E498}"/>
          </ac:spMkLst>
        </pc:spChg>
        <pc:spChg chg="mod">
          <ac:chgData name="Vaught, Jacob" userId="3948bc58-7b81-44a4-9cf0-22ebac0213b4" providerId="ADAL" clId="{0D8BED74-4EE1-4136-90F8-331B1961352F}" dt="2024-02-23T02:47:33.946" v="132" actId="1076"/>
          <ac:spMkLst>
            <pc:docMk/>
            <pc:sldMk cId="2189297974" sldId="259"/>
            <ac:spMk id="78" creationId="{0D689C93-DF30-08B3-D7E6-DFC8F56F7F4E}"/>
          </ac:spMkLst>
        </pc:spChg>
        <pc:spChg chg="mod">
          <ac:chgData name="Vaught, Jacob" userId="3948bc58-7b81-44a4-9cf0-22ebac0213b4" providerId="ADAL" clId="{0D8BED74-4EE1-4136-90F8-331B1961352F}" dt="2024-02-23T02:48:32.598" v="143" actId="1076"/>
          <ac:spMkLst>
            <pc:docMk/>
            <pc:sldMk cId="2189297974" sldId="259"/>
            <ac:spMk id="90" creationId="{ACEF4D12-5517-58EF-D9DB-09CF31BCF762}"/>
          </ac:spMkLst>
        </pc:spChg>
        <pc:spChg chg="mod">
          <ac:chgData name="Vaught, Jacob" userId="3948bc58-7b81-44a4-9cf0-22ebac0213b4" providerId="ADAL" clId="{0D8BED74-4EE1-4136-90F8-331B1961352F}" dt="2024-02-23T02:47:33.946" v="132" actId="1076"/>
          <ac:spMkLst>
            <pc:docMk/>
            <pc:sldMk cId="2189297974" sldId="259"/>
            <ac:spMk id="91" creationId="{32506F1D-775D-6E24-96D5-622D05D8E49D}"/>
          </ac:spMkLst>
        </pc:spChg>
        <pc:spChg chg="mod">
          <ac:chgData name="Vaught, Jacob" userId="3948bc58-7b81-44a4-9cf0-22ebac0213b4" providerId="ADAL" clId="{0D8BED74-4EE1-4136-90F8-331B1961352F}" dt="2024-02-23T02:47:33.946" v="132" actId="1076"/>
          <ac:spMkLst>
            <pc:docMk/>
            <pc:sldMk cId="2189297974" sldId="259"/>
            <ac:spMk id="92" creationId="{D60BD8FF-84E9-23CA-DAD9-027D40FBBADF}"/>
          </ac:spMkLst>
        </pc:spChg>
        <pc:spChg chg="mod">
          <ac:chgData name="Vaught, Jacob" userId="3948bc58-7b81-44a4-9cf0-22ebac0213b4" providerId="ADAL" clId="{0D8BED74-4EE1-4136-90F8-331B1961352F}" dt="2024-02-23T02:47:33.946" v="132" actId="1076"/>
          <ac:spMkLst>
            <pc:docMk/>
            <pc:sldMk cId="2189297974" sldId="259"/>
            <ac:spMk id="93" creationId="{0242399D-9C6D-01FB-4C05-80D7DCFA248F}"/>
          </ac:spMkLst>
        </pc:spChg>
        <pc:spChg chg="mod">
          <ac:chgData name="Vaught, Jacob" userId="3948bc58-7b81-44a4-9cf0-22ebac0213b4" providerId="ADAL" clId="{0D8BED74-4EE1-4136-90F8-331B1961352F}" dt="2024-02-23T02:49:18.558" v="153" actId="1076"/>
          <ac:spMkLst>
            <pc:docMk/>
            <pc:sldMk cId="2189297974" sldId="259"/>
            <ac:spMk id="113" creationId="{6C15BFEC-B650-28A8-8878-89BA8D97BE32}"/>
          </ac:spMkLst>
        </pc:spChg>
        <pc:spChg chg="mod">
          <ac:chgData name="Vaught, Jacob" userId="3948bc58-7b81-44a4-9cf0-22ebac0213b4" providerId="ADAL" clId="{0D8BED74-4EE1-4136-90F8-331B1961352F}" dt="2024-02-23T02:49:18.558" v="153" actId="1076"/>
          <ac:spMkLst>
            <pc:docMk/>
            <pc:sldMk cId="2189297974" sldId="259"/>
            <ac:spMk id="121" creationId="{6AE296A6-E5D9-FB4E-1364-7B08CBAE12DE}"/>
          </ac:spMkLst>
        </pc:spChg>
        <pc:spChg chg="mod">
          <ac:chgData name="Vaught, Jacob" userId="3948bc58-7b81-44a4-9cf0-22ebac0213b4" providerId="ADAL" clId="{0D8BED74-4EE1-4136-90F8-331B1961352F}" dt="2024-02-23T02:49:18.558" v="153" actId="1076"/>
          <ac:spMkLst>
            <pc:docMk/>
            <pc:sldMk cId="2189297974" sldId="259"/>
            <ac:spMk id="122" creationId="{364158FA-47DA-0AB1-8794-23249FA2CCB3}"/>
          </ac:spMkLst>
        </pc:sp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13" creationId="{D801DFEA-D3B9-A100-6D22-4FFD2FC3CB52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16" creationId="{70A1080C-7F32-B97A-A5AB-4928A3799779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19" creationId="{2A1AD983-E176-19DA-6D38-158085A97182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24" creationId="{A331345C-2B3F-E668-0995-8D05D8ACBE81}"/>
          </ac:cxnSpMkLst>
        </pc:cxnChg>
        <pc:cxnChg chg="del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28" creationId="{1D74E46D-2B5B-4CE5-D7B0-558744B2A31B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31" creationId="{4816D2B3-2DE2-0B72-0D3E-9CE6C73E6578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34" creationId="{916919C2-E3B6-2DC7-B7C0-2BD6F62669B3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37" creationId="{D5C1CB5D-884E-5D83-A05B-34D6AC8CFAF6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40" creationId="{19326E75-AEE7-3C7F-AF08-61375D7EC12E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43" creationId="{5F12EC8E-D01A-130E-C917-BF1CA6A1E81D}"/>
          </ac:cxnSpMkLst>
        </pc:cxnChg>
        <pc:cxnChg chg="del mod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46" creationId="{A4943058-7841-89B3-BF2E-7DB980A2015F}"/>
          </ac:cxnSpMkLst>
        </pc:cxnChg>
        <pc:cxnChg chg="del">
          <ac:chgData name="Vaught, Jacob" userId="3948bc58-7b81-44a4-9cf0-22ebac0213b4" providerId="ADAL" clId="{0D8BED74-4EE1-4136-90F8-331B1961352F}" dt="2024-02-23T02:47:28.707" v="131" actId="478"/>
          <ac:cxnSpMkLst>
            <pc:docMk/>
            <pc:sldMk cId="2189297974" sldId="259"/>
            <ac:cxnSpMk id="49" creationId="{9C79990F-6F42-9204-4E1A-2715CFCF6372}"/>
          </ac:cxnSpMkLst>
        </pc:cxnChg>
        <pc:cxnChg chg="mod">
          <ac:chgData name="Vaught, Jacob" userId="3948bc58-7b81-44a4-9cf0-22ebac0213b4" providerId="ADAL" clId="{0D8BED74-4EE1-4136-90F8-331B1961352F}" dt="2024-02-23T02:49:03.078" v="149" actId="1076"/>
          <ac:cxnSpMkLst>
            <pc:docMk/>
            <pc:sldMk cId="2189297974" sldId="259"/>
            <ac:cxnSpMk id="80" creationId="{ADF13568-025C-4DEB-B9ED-3E077FF685D7}"/>
          </ac:cxnSpMkLst>
        </pc:cxnChg>
        <pc:cxnChg chg="mod">
          <ac:chgData name="Vaught, Jacob" userId="3948bc58-7b81-44a4-9cf0-22ebac0213b4" providerId="ADAL" clId="{0D8BED74-4EE1-4136-90F8-331B1961352F}" dt="2024-02-23T02:47:33.946" v="132" actId="1076"/>
          <ac:cxnSpMkLst>
            <pc:docMk/>
            <pc:sldMk cId="2189297974" sldId="259"/>
            <ac:cxnSpMk id="82" creationId="{BA1443CE-3090-6511-4732-DB3DB7AAC0B1}"/>
          </ac:cxnSpMkLst>
        </pc:cxnChg>
        <pc:cxnChg chg="mod">
          <ac:chgData name="Vaught, Jacob" userId="3948bc58-7b81-44a4-9cf0-22ebac0213b4" providerId="ADAL" clId="{0D8BED74-4EE1-4136-90F8-331B1961352F}" dt="2024-02-23T02:47:33.946" v="132" actId="1076"/>
          <ac:cxnSpMkLst>
            <pc:docMk/>
            <pc:sldMk cId="2189297974" sldId="259"/>
            <ac:cxnSpMk id="86" creationId="{46B421D3-9BAC-C626-3F94-DA4347556425}"/>
          </ac:cxnSpMkLst>
        </pc:cxnChg>
        <pc:cxnChg chg="mod">
          <ac:chgData name="Vaught, Jacob" userId="3948bc58-7b81-44a4-9cf0-22ebac0213b4" providerId="ADAL" clId="{0D8BED74-4EE1-4136-90F8-331B1961352F}" dt="2024-02-23T02:47:33.946" v="132" actId="1076"/>
          <ac:cxnSpMkLst>
            <pc:docMk/>
            <pc:sldMk cId="2189297974" sldId="259"/>
            <ac:cxnSpMk id="87" creationId="{84691F59-1242-627D-2FF6-C8F9C4FDE8DD}"/>
          </ac:cxnSpMkLst>
        </pc:cxnChg>
        <pc:cxnChg chg="mod">
          <ac:chgData name="Vaught, Jacob" userId="3948bc58-7b81-44a4-9cf0-22ebac0213b4" providerId="ADAL" clId="{0D8BED74-4EE1-4136-90F8-331B1961352F}" dt="2024-02-23T02:49:05.119" v="150" actId="14100"/>
          <ac:cxnSpMkLst>
            <pc:docMk/>
            <pc:sldMk cId="2189297974" sldId="259"/>
            <ac:cxnSpMk id="88" creationId="{BB13D25F-E031-18C2-93F5-45806EA449AB}"/>
          </ac:cxnSpMkLst>
        </pc:cxnChg>
        <pc:cxnChg chg="mod">
          <ac:chgData name="Vaught, Jacob" userId="3948bc58-7b81-44a4-9cf0-22ebac0213b4" providerId="ADAL" clId="{0D8BED74-4EE1-4136-90F8-331B1961352F}" dt="2024-02-23T02:49:18.558" v="153" actId="1076"/>
          <ac:cxnSpMkLst>
            <pc:docMk/>
            <pc:sldMk cId="2189297974" sldId="259"/>
            <ac:cxnSpMk id="119" creationId="{5F21C3F6-7530-F105-7B1C-28DC54B1DB62}"/>
          </ac:cxnSpMkLst>
        </pc:cxnChg>
        <pc:cxnChg chg="mod">
          <ac:chgData name="Vaught, Jacob" userId="3948bc58-7b81-44a4-9cf0-22ebac0213b4" providerId="ADAL" clId="{0D8BED74-4EE1-4136-90F8-331B1961352F}" dt="2024-02-23T02:49:18.558" v="153" actId="1076"/>
          <ac:cxnSpMkLst>
            <pc:docMk/>
            <pc:sldMk cId="2189297974" sldId="259"/>
            <ac:cxnSpMk id="120" creationId="{6DAE93F0-4946-0005-6207-5E5D22902A13}"/>
          </ac:cxnSpMkLst>
        </pc:cxnChg>
        <pc:cxnChg chg="del mod">
          <ac:chgData name="Vaught, Jacob" userId="3948bc58-7b81-44a4-9cf0-22ebac0213b4" providerId="ADAL" clId="{0D8BED74-4EE1-4136-90F8-331B1961352F}" dt="2024-02-23T02:48:50.588" v="144" actId="478"/>
          <ac:cxnSpMkLst>
            <pc:docMk/>
            <pc:sldMk cId="2189297974" sldId="259"/>
            <ac:cxnSpMk id="139" creationId="{58C5DE1C-92DD-49C8-CDBD-BA799D07D31A}"/>
          </ac:cxnSpMkLst>
        </pc:cxnChg>
      </pc:sldChg>
      <pc:sldChg chg="add">
        <pc:chgData name="Vaught, Jacob" userId="3948bc58-7b81-44a4-9cf0-22ebac0213b4" providerId="ADAL" clId="{0D8BED74-4EE1-4136-90F8-331B1961352F}" dt="2024-02-29T12:54:27.756" v="154"/>
        <pc:sldMkLst>
          <pc:docMk/>
          <pc:sldMk cId="1455440394" sldId="260"/>
        </pc:sldMkLst>
      </pc:sldChg>
      <pc:sldChg chg="add">
        <pc:chgData name="Vaught, Jacob" userId="3948bc58-7b81-44a4-9cf0-22ebac0213b4" providerId="ADAL" clId="{0D8BED74-4EE1-4136-90F8-331B1961352F}" dt="2024-02-29T12:54:27.756" v="154"/>
        <pc:sldMkLst>
          <pc:docMk/>
          <pc:sldMk cId="4263610602" sldId="261"/>
        </pc:sldMkLst>
      </pc:sldChg>
      <pc:sldChg chg="add">
        <pc:chgData name="Vaught, Jacob" userId="3948bc58-7b81-44a4-9cf0-22ebac0213b4" providerId="ADAL" clId="{0D8BED74-4EE1-4136-90F8-331B1961352F}" dt="2024-02-29T12:54:27.756" v="154"/>
        <pc:sldMkLst>
          <pc:docMk/>
          <pc:sldMk cId="2174220801" sldId="262"/>
        </pc:sldMkLst>
      </pc:sldChg>
      <pc:sldChg chg="add">
        <pc:chgData name="Vaught, Jacob" userId="3948bc58-7b81-44a4-9cf0-22ebac0213b4" providerId="ADAL" clId="{0D8BED74-4EE1-4136-90F8-331B1961352F}" dt="2024-02-29T12:54:27.756" v="154"/>
        <pc:sldMkLst>
          <pc:docMk/>
          <pc:sldMk cId="4211822928" sldId="26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08:31.6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24575,'2'10'0,"0"0"0,1 0 0,0-1 0,1 1 0,0 0 0,0-1 0,1 0 0,0 0 0,1-1 0,0 1 0,0-1 0,8 7 0,171 180 0,-160-169 0,-8-8 0,1-1 0,1-1 0,0 0 0,41 25 0,46 3 0,-17-9 0,13 5 0,-62-26 0,42 21 0,-25-8 0,-29-14 0,40 24 0,-37-20 0,0-1 0,64 22 0,-2 0 0,48 15 0,3 0 0,-50-20 0,-9-3 0,-50-16 0,61 14 0,23 8 0,33 12 0,-63-22 0,25 13 0,-1 5 0,134 73 0,-106-49 0,-79-41 0,67 42 0,-85-45 0,1-2 0,81 29 0,-116-47 0,155 62 0,-22-4 0,68 24 0,208 75 0,-400-154 0,167 55 0,-120-43 0,70 30 0,55 17 0,-127-47 0,67 30 0,-70-26 0,2-1 0,75 14 0,-68-19 0,107 41 0,219 73 0,-141-52 0,-120-36 0,91 34 0,-25 10 0,-184-80 0,0 1 0,29 20 0,9 4 0,432 176 0,-102-56 0,-336-130-682,61 38-1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08:32.8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201 0 24575,'1'20'0,"1"0"0,0 0 0,2-1 0,0 1 0,8 23 0,43 92 0,-26-68 0,-28-65 0,0 1 0,0 0 0,0 0 0,-1-1 0,1 1 0,-1 0 0,1 0 0,-1 0 0,0-1 0,0 1 0,-1 0 0,1 0 0,-1 0 0,1-1 0,-1 1 0,0 0 0,0 0 0,-2 4 0,-1-2 0,1 0 0,-1 1 0,0-2 0,0 1 0,0 0 0,-1-1 0,1 0 0,-8 5 0,-8 4 0,-1-1 0,-1-1 0,-31 12 0,32-15-341,-2 0 0,1-2-1,-28 5 1,18-7-6485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08:38.4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3333 24575,'1'-7'0,"-1"1"0,1 0 0,0 0 0,1 0 0,-1-1 0,1 1 0,0 1 0,1-1 0,-1 0 0,1 1 0,0-1 0,1 1 0,-1 0 0,1 0 0,8-8 0,6-4 0,0 1 0,39-25 0,-38 28 0,-1-1 0,23-21 0,-7 7 0,0 0 0,2 3 0,1 0 0,0 3 0,48-21 0,-64 34 0,1 1 0,0 1 0,1 1 0,40-6 0,44-12 0,-85 18 0,1 2 0,-1 0 0,41-2 0,-34 5 0,49-10 0,-55 7 0,1 0 0,38 1 0,-43 4 0,-1-2 0,0-1 0,0 0 0,1-1 0,31-10 0,39-16 0,-60 21 0,-1-1 0,-1-1 0,48-26 0,25-24 0,260-148 0,-312 184 0,1 3 0,1 2 0,1 2 0,98-19 0,-100 23 0,0-2 0,55-25 0,-17 6 0,113-55 0,-94 38 0,-10 3 0,36-15 0,-68 37 0,95-53 0,-13 8 0,-107 54 0,0-1 0,-1-2 0,59-42 0,-59 37 0,1 1 0,1 1 0,2 3 0,48-17 0,-38 15 0,71-26 0,-64 27 0,89-46 0,186-82 0,-249 115 0,30-10 0,170-44 0,-230 76 0,164-49 0,-71 16 0,-97 32 0,0-3 0,66-30 0,-35 11 0,163-47 0,-62 25 0,-72 22 0,39-14 0,46-19 0,56-24 0,-168 52 0,-35 16 0,1 3 0,66-21 0,202-56 0,-194 60 0,-66 21 0,0-1 0,101-50 0,-135 53 17,43-35 0,-29 21-1416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08:39.1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782 37 24575,'-2'0'0,"-8"0"0,-10 0 0,-12 0 0,-11 0 0,-8 0 0,-19 0 0,-14-3 0,-6 0 0,-8-2 0,4-2 0,13-1 0,18 2 0,20 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08:39.9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67 0 24575,'1'57'0,"-2"1"0,-2-1 0,-3 0 0,-24 103 0,5-64-1365,22-80-5461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09:38.0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10350 47 24575,'-138'-2'0,"-149"5"0,210 7 0,42-5 0,-45 1 0,-52 5 0,-11 0 0,-586-12 0,599-10 0,86 5 0,-46 0 0,-71-4 0,10 0 0,-605 10 0,587 11 0,-10 0 0,17-10 0,-132-3 0,192-8 0,-53-1 0,-1182 11 0,1158 11 0,-10 0 0,20 0 0,7 0 0,-1980-12 0,1891-21 0,23 1 0,-168-17 0,341 33 0,1 2 0,-97 8 0,127-2 0,-1 1 0,-29 9 0,32-6 0,0-2 0,0-1 0,-25 2 0,-73-4 0,-95 8 0,-124-1-77,226-10-1211,93 1-5538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09:39.7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 0 24575,'-1'10'0,"0"0"0,0-1 0,-1 1 0,0 0 0,-1-1 0,0 1 0,-8 17 0,-40 61 0,18-33 0,-2 19 0,28-54 0,-2-2 0,0 1 0,-1-1 0,-15 21 0,20-34 0,0 0 0,0 0 0,0 0 0,0 0 0,-1-1 0,0 0 0,1 0 0,-2 0 0,1-1 0,0 0 0,-1 0 0,1-1 0,-1 1 0,0-2 0,0 1 0,-11 1 0,4-1 0,21 2 0,14 3 0,5 11 0,0 1 0,-1 2 0,-1 0 0,-1 1 0,35 45 0,13 11 0,49 28 0,-69-63 0,-41-33-1365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83D3-4BD3-9D38-2829-EF728D5E9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E8CEC3-6D29-0479-35B1-36C4A2F76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AEB75-F3C3-E940-20C3-836DF06A1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BB348-BBB7-1514-3EAF-486081AC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8CF7-FF17-F7DA-BF99-4C2E6225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9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AB19-D28D-EFD0-5D24-5C654FBB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CD19C-07B7-B11C-A12A-7F0A3C65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5D675-FF11-C867-9F46-22057A4B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44367-32D3-2409-E512-16227E3F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32FF6-51C3-714C-3D6A-E4560724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9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A963-B4E7-1127-04D0-1F7A727B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37CA5-3263-ED3D-649C-4F41AD3BA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92FE6-DE6E-ABF5-FDCF-6AD672ED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E9D6A-8722-FA15-766B-239516AB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67F5D-AAE8-411B-43E5-E977FFB7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8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75AB-5D89-5FDA-F67B-52F89FE3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2578-3026-736B-72CB-495E3FD0B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90690-9E63-32A2-62CC-8E4CABCC5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79285-6E8B-D450-C771-4EAF80DB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94E82-3889-828D-BEF5-83B597AC9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A873-8796-E249-FFAC-B96515BA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5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17E7-B2B6-6E07-2EBE-9F83CA91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74A26-77B4-26D0-436D-A565CE449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5D94D-B264-3296-E60F-CF997C999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AA183-06EE-0986-43F4-14AD9F89A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DFD14-24DD-BE97-A73B-2B1D9184A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215CE-106C-86A3-9125-E54ABFBDE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D05DB-4C9A-22D8-2756-74A1BB6C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29D4E0-8D07-54D5-68EB-00D17AC4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6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12CB-9BBE-39F5-425C-6ACB8213C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A4D96-2A24-9C73-41F9-FF7BB0CC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62617-192C-5ED1-32F8-88BB7248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CA548-DCE4-CFEE-BFE7-D7E751A6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0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5FCCB-5178-69EE-847F-D8102868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41BAA-E449-0E33-8213-BEB576C8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0AE48-4831-9BC7-BF11-BCA46F90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6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757C-0D39-6D86-616C-17DD2BC0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83F0D-E750-70DA-06C7-9A818BF2F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3C31F-0B55-13C9-5A5F-9CD990D62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5207D-43B5-0B99-48F3-7CF70B9D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D9E61-55B0-8FDF-BCE7-301E4CB7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C066C-562F-1405-0A37-FECB67E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9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73AAA-A0AB-CB23-33D4-7C1C3EAA3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D25D0-E202-D82C-1952-56CFD4B08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88BF1-8D40-0D9E-7A88-9BCC80E17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04C39-74B0-3834-2A15-0CD6205F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34363-152A-AAEB-B96D-38514290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F4A18-7D3C-15BD-E9BA-C38F14EB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9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01C2-BBB1-4BE1-3FF7-A34FF3FF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748DF-8DBC-2C25-1A81-0015E41B7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738D8-6B80-07A8-8267-E0D9373F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028BC-50D4-1115-2222-DE663526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7E7B-CCDA-1B0B-2114-85A527FA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6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11840B-B5BB-0EA9-12D8-67363D0E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F0FA6-CFF9-7DD7-B5CA-10C9904E1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D3DF8-0A60-CC59-DD78-270590A1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CFBDA-7535-D291-F3CB-7B8235FF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68FE-0F79-18A9-758C-4B247F1F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1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2F18B-8D54-924B-EF20-4C5367FF8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B7B47-B9A2-9244-1B12-670863410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57977-52AA-F77C-95D7-507816FDF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75B89-2EB4-4B8D-A463-4E83935B092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F167F-CD44-2691-C9CA-F5D84563C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A5244-44DA-AD94-3BDE-0AA14C7C0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956E4-6225-4B5A-B600-41601069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2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7.png"/><Relationship Id="rId2" Type="http://schemas.openxmlformats.org/officeDocument/2006/relationships/image" Target="../media/image12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4.xml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6BFA-D6EE-D16B-A726-A00AEA6E9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EMCH 367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8A1E2-3CCC-9BE4-3C8E-5E9344B866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5245A2-94C0-5CCE-FFAD-466DAC53B262}"/>
              </a:ext>
            </a:extLst>
          </p:cNvPr>
          <p:cNvSpPr/>
          <p:nvPr/>
        </p:nvSpPr>
        <p:spPr>
          <a:xfrm>
            <a:off x="2890982" y="1745673"/>
            <a:ext cx="572654" cy="609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G2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2D7CE-C7D6-9AB8-32D6-8889D93295C1}"/>
              </a:ext>
            </a:extLst>
          </p:cNvPr>
          <p:cNvSpPr/>
          <p:nvPr/>
        </p:nvSpPr>
        <p:spPr>
          <a:xfrm>
            <a:off x="2890982" y="733245"/>
            <a:ext cx="572654" cy="609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0CC9A-1917-6AC6-A012-F70DA72977A0}"/>
              </a:ext>
            </a:extLst>
          </p:cNvPr>
          <p:cNvSpPr/>
          <p:nvPr/>
        </p:nvSpPr>
        <p:spPr>
          <a:xfrm>
            <a:off x="2890982" y="2694317"/>
            <a:ext cx="572654" cy="609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G3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AC90CD-2622-6379-9821-010330185793}"/>
              </a:ext>
            </a:extLst>
          </p:cNvPr>
          <p:cNvSpPr/>
          <p:nvPr/>
        </p:nvSpPr>
        <p:spPr>
          <a:xfrm>
            <a:off x="2890982" y="3579962"/>
            <a:ext cx="572654" cy="609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G4</a:t>
            </a:r>
          </a:p>
        </p:txBody>
      </p:sp>
      <p:sp>
        <p:nvSpPr>
          <p:cNvPr id="11" name="Flowchart: Summing Junction 10">
            <a:extLst>
              <a:ext uri="{FF2B5EF4-FFF2-40B4-BE49-F238E27FC236}">
                <a16:creationId xmlns:a16="http://schemas.microsoft.com/office/drawing/2014/main" id="{94258FAB-9DCE-E1B8-D7BA-18EC461546EE}"/>
              </a:ext>
            </a:extLst>
          </p:cNvPr>
          <p:cNvSpPr/>
          <p:nvPr/>
        </p:nvSpPr>
        <p:spPr>
          <a:xfrm>
            <a:off x="3820820" y="1287133"/>
            <a:ext cx="493997" cy="50594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8C53EE-3414-FE2A-0F0C-E1D2F103040D}"/>
              </a:ext>
            </a:extLst>
          </p:cNvPr>
          <p:cNvCxnSpPr>
            <a:stCxn id="6" idx="3"/>
            <a:endCxn id="11" idx="0"/>
          </p:cNvCxnSpPr>
          <p:nvPr/>
        </p:nvCxnSpPr>
        <p:spPr>
          <a:xfrm>
            <a:off x="3463636" y="1038045"/>
            <a:ext cx="604183" cy="24908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Summing Junction 13">
            <a:extLst>
              <a:ext uri="{FF2B5EF4-FFF2-40B4-BE49-F238E27FC236}">
                <a16:creationId xmlns:a16="http://schemas.microsoft.com/office/drawing/2014/main" id="{A17DE5B1-2466-654A-498A-8F02F3B14424}"/>
              </a:ext>
            </a:extLst>
          </p:cNvPr>
          <p:cNvSpPr/>
          <p:nvPr/>
        </p:nvSpPr>
        <p:spPr>
          <a:xfrm>
            <a:off x="2083506" y="2746143"/>
            <a:ext cx="493997" cy="50594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Summing Junction 14">
            <a:extLst>
              <a:ext uri="{FF2B5EF4-FFF2-40B4-BE49-F238E27FC236}">
                <a16:creationId xmlns:a16="http://schemas.microsoft.com/office/drawing/2014/main" id="{F7834849-7217-A943-16A5-B312BF6C24F2}"/>
              </a:ext>
            </a:extLst>
          </p:cNvPr>
          <p:cNvSpPr/>
          <p:nvPr/>
        </p:nvSpPr>
        <p:spPr>
          <a:xfrm>
            <a:off x="1510438" y="1279989"/>
            <a:ext cx="493997" cy="50594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24C74856-E7C0-3BF5-FA6B-E93AD74EBE7D}"/>
              </a:ext>
            </a:extLst>
          </p:cNvPr>
          <p:cNvCxnSpPr>
            <a:cxnSpLocks/>
            <a:stCxn id="5" idx="3"/>
            <a:endCxn id="11" idx="4"/>
          </p:cNvCxnSpPr>
          <p:nvPr/>
        </p:nvCxnSpPr>
        <p:spPr>
          <a:xfrm flipV="1">
            <a:off x="3463636" y="1793081"/>
            <a:ext cx="604183" cy="2573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1D1F3850-7012-2411-8656-4FCB44323B7A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2004435" y="1038045"/>
            <a:ext cx="886547" cy="494918"/>
          </a:xfrm>
          <a:prstGeom prst="bentConnector3">
            <a:avLst>
              <a:gd name="adj1" fmla="val 3657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12">
            <a:extLst>
              <a:ext uri="{FF2B5EF4-FFF2-40B4-BE49-F238E27FC236}">
                <a16:creationId xmlns:a16="http://schemas.microsoft.com/office/drawing/2014/main" id="{1189D1A5-7FBD-2F0D-5251-67002A7E0DE9}"/>
              </a:ext>
            </a:extLst>
          </p:cNvPr>
          <p:cNvCxnSpPr>
            <a:cxnSpLocks/>
            <a:stCxn id="15" idx="6"/>
            <a:endCxn id="5" idx="1"/>
          </p:cNvCxnSpPr>
          <p:nvPr/>
        </p:nvCxnSpPr>
        <p:spPr>
          <a:xfrm>
            <a:off x="2004435" y="1532963"/>
            <a:ext cx="886547" cy="517510"/>
          </a:xfrm>
          <a:prstGeom prst="bentConnector3">
            <a:avLst>
              <a:gd name="adj1" fmla="val 3657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D01360D8-F792-46B0-9A6F-C045DC68D4A8}"/>
              </a:ext>
            </a:extLst>
          </p:cNvPr>
          <p:cNvCxnSpPr>
            <a:cxnSpLocks/>
          </p:cNvCxnSpPr>
          <p:nvPr/>
        </p:nvCxnSpPr>
        <p:spPr>
          <a:xfrm rot="10800000">
            <a:off x="3463638" y="2999117"/>
            <a:ext cx="1027400" cy="42988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91D57DE2-6715-9078-3268-11593B2D3A02}"/>
              </a:ext>
            </a:extLst>
          </p:cNvPr>
          <p:cNvCxnSpPr>
            <a:cxnSpLocks/>
            <a:endCxn id="8" idx="3"/>
          </p:cNvCxnSpPr>
          <p:nvPr/>
        </p:nvCxnSpPr>
        <p:spPr>
          <a:xfrm rot="10800000" flipV="1">
            <a:off x="3463636" y="3429000"/>
            <a:ext cx="1027402" cy="45576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3D8ABE1A-77F6-EF7C-5325-141D1B81C3C7}"/>
              </a:ext>
            </a:extLst>
          </p:cNvPr>
          <p:cNvCxnSpPr>
            <a:cxnSpLocks/>
            <a:stCxn id="8" idx="1"/>
            <a:endCxn id="14" idx="4"/>
          </p:cNvCxnSpPr>
          <p:nvPr/>
        </p:nvCxnSpPr>
        <p:spPr>
          <a:xfrm rot="10800000">
            <a:off x="2330506" y="3252092"/>
            <a:ext cx="560477" cy="63267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F3AAB477-2325-41B3-4EA0-92DA266FF9FE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>
            <a:off x="2586218" y="2999117"/>
            <a:ext cx="304764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08E21431-DD3B-6F06-73FD-67B45981E418}"/>
              </a:ext>
            </a:extLst>
          </p:cNvPr>
          <p:cNvCxnSpPr>
            <a:cxnSpLocks/>
            <a:stCxn id="14" idx="2"/>
            <a:endCxn id="15" idx="4"/>
          </p:cNvCxnSpPr>
          <p:nvPr/>
        </p:nvCxnSpPr>
        <p:spPr>
          <a:xfrm rot="10800000">
            <a:off x="1757438" y="1785937"/>
            <a:ext cx="326069" cy="121318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190E95C4-EF79-6AA8-5E31-A4C71609CAB2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6263" y="1532963"/>
            <a:ext cx="9341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24CB16F7-3811-3203-408D-3B59350AB1BB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4314817" y="1536221"/>
            <a:ext cx="1233496" cy="388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85DA972B-E56C-2B93-F049-70C1374074AB}"/>
              </a:ext>
            </a:extLst>
          </p:cNvPr>
          <p:cNvCxnSpPr>
            <a:cxnSpLocks/>
          </p:cNvCxnSpPr>
          <p:nvPr/>
        </p:nvCxnSpPr>
        <p:spPr>
          <a:xfrm rot="5400000">
            <a:off x="3616446" y="2406772"/>
            <a:ext cx="1892780" cy="151680"/>
          </a:xfrm>
          <a:prstGeom prst="bentConnector3">
            <a:avLst>
              <a:gd name="adj1" fmla="val 99820"/>
            </a:avLst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2FE4AE8-0C2E-03FD-DD18-07E36B200C23}"/>
              </a:ext>
            </a:extLst>
          </p:cNvPr>
          <p:cNvSpPr txBox="1"/>
          <p:nvPr/>
        </p:nvSpPr>
        <p:spPr>
          <a:xfrm>
            <a:off x="576263" y="1095323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R(s)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8E657E-0416-E826-4D81-661365EA3887}"/>
              </a:ext>
            </a:extLst>
          </p:cNvPr>
          <p:cNvSpPr txBox="1"/>
          <p:nvPr/>
        </p:nvSpPr>
        <p:spPr>
          <a:xfrm>
            <a:off x="4835843" y="1095323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C(s)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DD2038-39A3-4D63-DDC0-5AC219C7D318}"/>
              </a:ext>
            </a:extLst>
          </p:cNvPr>
          <p:cNvSpPr txBox="1"/>
          <p:nvPr/>
        </p:nvSpPr>
        <p:spPr>
          <a:xfrm>
            <a:off x="1464786" y="1337527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6D85BA-25A3-F74C-DF9E-DEF0EE11CC37}"/>
              </a:ext>
            </a:extLst>
          </p:cNvPr>
          <p:cNvSpPr txBox="1"/>
          <p:nvPr/>
        </p:nvSpPr>
        <p:spPr>
          <a:xfrm>
            <a:off x="1636653" y="1495683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C54692-32AA-C986-91F9-E1C16CC2A2AA}"/>
              </a:ext>
            </a:extLst>
          </p:cNvPr>
          <p:cNvSpPr txBox="1"/>
          <p:nvPr/>
        </p:nvSpPr>
        <p:spPr>
          <a:xfrm>
            <a:off x="3915487" y="1495683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1016E2-640F-1F45-0812-C4FBA7DF7D86}"/>
              </a:ext>
            </a:extLst>
          </p:cNvPr>
          <p:cNvSpPr txBox="1"/>
          <p:nvPr/>
        </p:nvSpPr>
        <p:spPr>
          <a:xfrm>
            <a:off x="3915487" y="1206742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86093E-32A1-E635-B144-46AE5A0DE55A}"/>
              </a:ext>
            </a:extLst>
          </p:cNvPr>
          <p:cNvSpPr txBox="1"/>
          <p:nvPr/>
        </p:nvSpPr>
        <p:spPr>
          <a:xfrm>
            <a:off x="2330504" y="2814451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FCD45C-6B49-6F5C-0AEA-3C9F57A7C074}"/>
              </a:ext>
            </a:extLst>
          </p:cNvPr>
          <p:cNvSpPr txBox="1"/>
          <p:nvPr/>
        </p:nvSpPr>
        <p:spPr>
          <a:xfrm>
            <a:off x="2182866" y="2951067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915476-38B1-AA88-4ACE-04FEE8E1014B}"/>
              </a:ext>
            </a:extLst>
          </p:cNvPr>
          <p:cNvSpPr/>
          <p:nvPr/>
        </p:nvSpPr>
        <p:spPr>
          <a:xfrm>
            <a:off x="8068739" y="1224820"/>
            <a:ext cx="1005573" cy="609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G1+G2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ADDBCCC-B217-CFC9-5E40-6861E1AEB393}"/>
              </a:ext>
            </a:extLst>
          </p:cNvPr>
          <p:cNvSpPr/>
          <p:nvPr/>
        </p:nvSpPr>
        <p:spPr>
          <a:xfrm>
            <a:off x="8068740" y="2690870"/>
            <a:ext cx="1005572" cy="609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G3-G4</a:t>
            </a:r>
          </a:p>
        </p:txBody>
      </p:sp>
      <p:sp>
        <p:nvSpPr>
          <p:cNvPr id="78" name="Flowchart: Summing Junction 77">
            <a:extLst>
              <a:ext uri="{FF2B5EF4-FFF2-40B4-BE49-F238E27FC236}">
                <a16:creationId xmlns:a16="http://schemas.microsoft.com/office/drawing/2014/main" id="{CA5F8D7F-39C1-0CCC-EC83-C095E15DC2AF}"/>
              </a:ext>
            </a:extLst>
          </p:cNvPr>
          <p:cNvSpPr/>
          <p:nvPr/>
        </p:nvSpPr>
        <p:spPr>
          <a:xfrm>
            <a:off x="6880895" y="1276542"/>
            <a:ext cx="493997" cy="50594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12">
            <a:extLst>
              <a:ext uri="{FF2B5EF4-FFF2-40B4-BE49-F238E27FC236}">
                <a16:creationId xmlns:a16="http://schemas.microsoft.com/office/drawing/2014/main" id="{D1A13ECC-178E-41B5-8F6E-B9EE1262F6F6}"/>
              </a:ext>
            </a:extLst>
          </p:cNvPr>
          <p:cNvCxnSpPr>
            <a:cxnSpLocks/>
            <a:stCxn id="78" idx="6"/>
            <a:endCxn id="72" idx="1"/>
          </p:cNvCxnSpPr>
          <p:nvPr/>
        </p:nvCxnSpPr>
        <p:spPr>
          <a:xfrm>
            <a:off x="7374892" y="1529516"/>
            <a:ext cx="693847" cy="1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6045B2C9-5AFE-B6E3-0FCE-5577631B5155}"/>
              </a:ext>
            </a:extLst>
          </p:cNvPr>
          <p:cNvCxnSpPr>
            <a:cxnSpLocks/>
            <a:endCxn id="73" idx="3"/>
          </p:cNvCxnSpPr>
          <p:nvPr/>
        </p:nvCxnSpPr>
        <p:spPr>
          <a:xfrm rot="5400000">
            <a:off x="8832000" y="1761060"/>
            <a:ext cx="1476923" cy="99229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DB8FE535-6771-2509-5180-B9199AE97A98}"/>
              </a:ext>
            </a:extLst>
          </p:cNvPr>
          <p:cNvCxnSpPr>
            <a:cxnSpLocks/>
            <a:stCxn id="73" idx="1"/>
            <a:endCxn id="78" idx="4"/>
          </p:cNvCxnSpPr>
          <p:nvPr/>
        </p:nvCxnSpPr>
        <p:spPr>
          <a:xfrm rot="10800000">
            <a:off x="7127894" y="1782490"/>
            <a:ext cx="940846" cy="121318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88B66213-A4A3-AA89-4A8F-18A5189B819A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5946720" y="1529516"/>
            <a:ext cx="9341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1074E221-69D1-2CB6-2AF2-C7F804C9A50F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9074312" y="1526173"/>
            <a:ext cx="1669442" cy="34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9999769-E0F1-E458-4215-FBC2323DC2CD}"/>
              </a:ext>
            </a:extLst>
          </p:cNvPr>
          <p:cNvSpPr txBox="1"/>
          <p:nvPr/>
        </p:nvSpPr>
        <p:spPr>
          <a:xfrm>
            <a:off x="5946720" y="1091876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R(s)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FF5440-47CE-CD87-8B1C-4408B742FE74}"/>
              </a:ext>
            </a:extLst>
          </p:cNvPr>
          <p:cNvSpPr txBox="1"/>
          <p:nvPr/>
        </p:nvSpPr>
        <p:spPr>
          <a:xfrm>
            <a:off x="10066600" y="1102467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C(s)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7C3F786-3D04-4FC2-D52A-6A89BEC35D46}"/>
              </a:ext>
            </a:extLst>
          </p:cNvPr>
          <p:cNvSpPr txBox="1"/>
          <p:nvPr/>
        </p:nvSpPr>
        <p:spPr>
          <a:xfrm>
            <a:off x="6835243" y="1334080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C366D52-A53A-F3A7-26E6-D8E6A76B56DE}"/>
              </a:ext>
            </a:extLst>
          </p:cNvPr>
          <p:cNvSpPr txBox="1"/>
          <p:nvPr/>
        </p:nvSpPr>
        <p:spPr>
          <a:xfrm>
            <a:off x="7007110" y="1492236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4F824B1-1402-9A64-4519-0A2D965C904C}"/>
              </a:ext>
            </a:extLst>
          </p:cNvPr>
          <p:cNvSpPr/>
          <p:nvPr/>
        </p:nvSpPr>
        <p:spPr>
          <a:xfrm>
            <a:off x="7429501" y="3852120"/>
            <a:ext cx="2324238" cy="777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G1+G2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1+(G1+G2)(G3-G4)</a:t>
            </a:r>
          </a:p>
        </p:txBody>
      </p:sp>
      <p:cxnSp>
        <p:nvCxnSpPr>
          <p:cNvPr id="119" name="Straight Arrow Connector 12">
            <a:extLst>
              <a:ext uri="{FF2B5EF4-FFF2-40B4-BE49-F238E27FC236}">
                <a16:creationId xmlns:a16="http://schemas.microsoft.com/office/drawing/2014/main" id="{C8B852CB-1524-0CDD-F1BF-8375CE783B9B}"/>
              </a:ext>
            </a:extLst>
          </p:cNvPr>
          <p:cNvCxnSpPr>
            <a:cxnSpLocks/>
            <a:endCxn id="113" idx="1"/>
          </p:cNvCxnSpPr>
          <p:nvPr/>
        </p:nvCxnSpPr>
        <p:spPr>
          <a:xfrm>
            <a:off x="6042054" y="4240651"/>
            <a:ext cx="138744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2">
            <a:extLst>
              <a:ext uri="{FF2B5EF4-FFF2-40B4-BE49-F238E27FC236}">
                <a16:creationId xmlns:a16="http://schemas.microsoft.com/office/drawing/2014/main" id="{32505FD7-B1FA-1DBA-C9DF-BE23D4A05C8D}"/>
              </a:ext>
            </a:extLst>
          </p:cNvPr>
          <p:cNvCxnSpPr>
            <a:cxnSpLocks/>
            <a:stCxn id="113" idx="3"/>
          </p:cNvCxnSpPr>
          <p:nvPr/>
        </p:nvCxnSpPr>
        <p:spPr>
          <a:xfrm>
            <a:off x="9753739" y="4240651"/>
            <a:ext cx="11857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78255C62-EAB6-52A2-5E54-023B05F9C4B1}"/>
              </a:ext>
            </a:extLst>
          </p:cNvPr>
          <p:cNvSpPr txBox="1"/>
          <p:nvPr/>
        </p:nvSpPr>
        <p:spPr>
          <a:xfrm>
            <a:off x="6042054" y="376677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R(s)</a:t>
            </a:r>
            <a:endParaRPr 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F1BA7BB-3BBD-E501-5A08-56EAC7D24C36}"/>
              </a:ext>
            </a:extLst>
          </p:cNvPr>
          <p:cNvSpPr txBox="1"/>
          <p:nvPr/>
        </p:nvSpPr>
        <p:spPr>
          <a:xfrm>
            <a:off x="10161934" y="3777361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C(s)</a:t>
            </a:r>
          </a:p>
        </p:txBody>
      </p:sp>
      <p:cxnSp>
        <p:nvCxnSpPr>
          <p:cNvPr id="139" name="Straight Arrow Connector 12">
            <a:extLst>
              <a:ext uri="{FF2B5EF4-FFF2-40B4-BE49-F238E27FC236}">
                <a16:creationId xmlns:a16="http://schemas.microsoft.com/office/drawing/2014/main" id="{391287F4-0388-570D-89F5-66F4D61BA9A8}"/>
              </a:ext>
            </a:extLst>
          </p:cNvPr>
          <p:cNvCxnSpPr>
            <a:cxnSpLocks/>
          </p:cNvCxnSpPr>
          <p:nvPr/>
        </p:nvCxnSpPr>
        <p:spPr>
          <a:xfrm>
            <a:off x="7630728" y="4240651"/>
            <a:ext cx="1932372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1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D69B3D-5EA2-DAB3-0764-CE31FF004DE9}"/>
              </a:ext>
            </a:extLst>
          </p:cNvPr>
          <p:cNvSpPr/>
          <p:nvPr/>
        </p:nvSpPr>
        <p:spPr>
          <a:xfrm>
            <a:off x="4987925" y="2593975"/>
            <a:ext cx="2216150" cy="167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Aptos" panose="020B0004020202020204" pitchFamily="34" charset="0"/>
              </a:rPr>
              <a:t>Mass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ABDB0F-51BB-472E-D3A2-8D1B26054101}"/>
              </a:ext>
            </a:extLst>
          </p:cNvPr>
          <p:cNvCxnSpPr>
            <a:cxnSpLocks/>
          </p:cNvCxnSpPr>
          <p:nvPr/>
        </p:nvCxnSpPr>
        <p:spPr>
          <a:xfrm flipH="1">
            <a:off x="3942272" y="2907102"/>
            <a:ext cx="104565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280721-CFB5-7597-E705-D852AC6A6FC6}"/>
              </a:ext>
            </a:extLst>
          </p:cNvPr>
          <p:cNvCxnSpPr>
            <a:cxnSpLocks/>
          </p:cNvCxnSpPr>
          <p:nvPr/>
        </p:nvCxnSpPr>
        <p:spPr>
          <a:xfrm flipH="1">
            <a:off x="3942272" y="3924360"/>
            <a:ext cx="104565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AB465D-E1B9-C8B4-8C2F-00B520336396}"/>
              </a:ext>
            </a:extLst>
          </p:cNvPr>
          <p:cNvCxnSpPr>
            <a:cxnSpLocks/>
          </p:cNvCxnSpPr>
          <p:nvPr/>
        </p:nvCxnSpPr>
        <p:spPr>
          <a:xfrm>
            <a:off x="7204075" y="3429000"/>
            <a:ext cx="1476974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EA6A77-2C90-B1BA-F364-C35C86FAF48F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6107352" y="2033109"/>
            <a:ext cx="549515" cy="572219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0D7CB-F672-4161-71EF-573DBF70DF4F}"/>
                  </a:ext>
                </a:extLst>
              </p:cNvPr>
              <p:cNvSpPr txBox="1"/>
              <p:nvPr/>
            </p:nvSpPr>
            <p:spPr>
              <a:xfrm>
                <a:off x="6468069" y="1521241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0D7CB-F672-4161-71EF-573DBF70D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069" y="1521241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3DB03F-3B85-C714-0235-4AD42C05C44C}"/>
                  </a:ext>
                </a:extLst>
              </p:cNvPr>
              <p:cNvSpPr txBox="1"/>
              <p:nvPr/>
            </p:nvSpPr>
            <p:spPr>
              <a:xfrm>
                <a:off x="2175506" y="2645492"/>
                <a:ext cx="17667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3DB03F-3B85-C714-0235-4AD42C05C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506" y="2645492"/>
                <a:ext cx="176676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179E2C-992D-7664-D5BD-B6B5F34DBE3E}"/>
                  </a:ext>
                </a:extLst>
              </p:cNvPr>
              <p:cNvSpPr txBox="1"/>
              <p:nvPr/>
            </p:nvSpPr>
            <p:spPr>
              <a:xfrm>
                <a:off x="2175506" y="3662750"/>
                <a:ext cx="17441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̇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179E2C-992D-7664-D5BD-B6B5F34DB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506" y="3662750"/>
                <a:ext cx="174419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E62621-ABBF-8A56-E58E-606879D10D0F}"/>
                  </a:ext>
                </a:extLst>
              </p:cNvPr>
              <p:cNvSpPr txBox="1"/>
              <p:nvPr/>
            </p:nvSpPr>
            <p:spPr>
              <a:xfrm>
                <a:off x="8681049" y="3168712"/>
                <a:ext cx="10750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E62621-ABBF-8A56-E58E-606879D10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1049" y="3168712"/>
                <a:ext cx="107503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9076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2DC2-222A-8DC5-4B7F-19A42014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59B6B9F-794B-78AA-1573-BF28351CCB80}"/>
                  </a:ext>
                </a:extLst>
              </p:cNvPr>
              <p:cNvSpPr/>
              <p:nvPr/>
            </p:nvSpPr>
            <p:spPr>
              <a:xfrm>
                <a:off x="5775706" y="1759461"/>
                <a:ext cx="1005573" cy="72179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450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+4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59B6B9F-794B-78AA-1573-BF28351CC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706" y="1759461"/>
                <a:ext cx="1005573" cy="7217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656B527D-4B21-27E2-62D0-1DBAE5A6E498}"/>
              </a:ext>
            </a:extLst>
          </p:cNvPr>
          <p:cNvSpPr/>
          <p:nvPr/>
        </p:nvSpPr>
        <p:spPr>
          <a:xfrm>
            <a:off x="5775706" y="3281713"/>
            <a:ext cx="1005572" cy="609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Flowchart: Summing Junction 77">
            <a:extLst>
              <a:ext uri="{FF2B5EF4-FFF2-40B4-BE49-F238E27FC236}">
                <a16:creationId xmlns:a16="http://schemas.microsoft.com/office/drawing/2014/main" id="{0D689C93-DF30-08B3-D7E6-DFC8F56F7F4E}"/>
              </a:ext>
            </a:extLst>
          </p:cNvPr>
          <p:cNvSpPr/>
          <p:nvPr/>
        </p:nvSpPr>
        <p:spPr>
          <a:xfrm>
            <a:off x="4587861" y="1867385"/>
            <a:ext cx="493997" cy="50594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12">
            <a:extLst>
              <a:ext uri="{FF2B5EF4-FFF2-40B4-BE49-F238E27FC236}">
                <a16:creationId xmlns:a16="http://schemas.microsoft.com/office/drawing/2014/main" id="{ADF13568-025C-4DEB-B9ED-3E077FF685D7}"/>
              </a:ext>
            </a:extLst>
          </p:cNvPr>
          <p:cNvCxnSpPr>
            <a:cxnSpLocks/>
            <a:stCxn id="78" idx="6"/>
            <a:endCxn id="72" idx="1"/>
          </p:cNvCxnSpPr>
          <p:nvPr/>
        </p:nvCxnSpPr>
        <p:spPr>
          <a:xfrm>
            <a:off x="5081858" y="2120359"/>
            <a:ext cx="6938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BA1443CE-3090-6511-4732-DB3DB7AAC0B1}"/>
              </a:ext>
            </a:extLst>
          </p:cNvPr>
          <p:cNvCxnSpPr>
            <a:cxnSpLocks/>
            <a:endCxn id="73" idx="3"/>
          </p:cNvCxnSpPr>
          <p:nvPr/>
        </p:nvCxnSpPr>
        <p:spPr>
          <a:xfrm rot="5400000">
            <a:off x="6538966" y="2351903"/>
            <a:ext cx="1476923" cy="99229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46B421D3-9BAC-C626-3F94-DA4347556425}"/>
              </a:ext>
            </a:extLst>
          </p:cNvPr>
          <p:cNvCxnSpPr>
            <a:cxnSpLocks/>
            <a:stCxn id="73" idx="1"/>
            <a:endCxn id="78" idx="4"/>
          </p:cNvCxnSpPr>
          <p:nvPr/>
        </p:nvCxnSpPr>
        <p:spPr>
          <a:xfrm rot="10800000">
            <a:off x="4834860" y="2373333"/>
            <a:ext cx="940846" cy="121318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84691F59-1242-627D-2FF6-C8F9C4FDE8DD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3653686" y="2120359"/>
            <a:ext cx="9341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BB13D25F-E031-18C2-93F5-45806EA449AB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6781279" y="2120360"/>
            <a:ext cx="16921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CEF4D12-5517-58EF-D9DB-09CF31BCF762}"/>
              </a:ext>
            </a:extLst>
          </p:cNvPr>
          <p:cNvSpPr txBox="1"/>
          <p:nvPr/>
        </p:nvSpPr>
        <p:spPr>
          <a:xfrm>
            <a:off x="3653686" y="169331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R(s)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2506F1D-775D-6E24-96D5-622D05D8E49D}"/>
              </a:ext>
            </a:extLst>
          </p:cNvPr>
          <p:cNvSpPr txBox="1"/>
          <p:nvPr/>
        </p:nvSpPr>
        <p:spPr>
          <a:xfrm>
            <a:off x="7773566" y="169331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C(s)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60BD8FF-84E9-23CA-DAD9-027D40FBBADF}"/>
              </a:ext>
            </a:extLst>
          </p:cNvPr>
          <p:cNvSpPr txBox="1"/>
          <p:nvPr/>
        </p:nvSpPr>
        <p:spPr>
          <a:xfrm>
            <a:off x="4542209" y="1924923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242399D-9C6D-01FB-4C05-80D7DCFA248F}"/>
              </a:ext>
            </a:extLst>
          </p:cNvPr>
          <p:cNvSpPr txBox="1"/>
          <p:nvPr/>
        </p:nvSpPr>
        <p:spPr>
          <a:xfrm>
            <a:off x="4714076" y="2083079"/>
            <a:ext cx="29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6C15BFEC-B650-28A8-8878-89BA8D97BE32}"/>
                  </a:ext>
                </a:extLst>
              </p:cNvPr>
              <p:cNvSpPr/>
              <p:nvPr/>
            </p:nvSpPr>
            <p:spPr>
              <a:xfrm>
                <a:off x="5136467" y="4175215"/>
                <a:ext cx="2324238" cy="77706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450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+4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+450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6C15BFEC-B650-28A8-8878-89BA8D97B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467" y="4175215"/>
                <a:ext cx="2324238" cy="7770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2">
            <a:extLst>
              <a:ext uri="{FF2B5EF4-FFF2-40B4-BE49-F238E27FC236}">
                <a16:creationId xmlns:a16="http://schemas.microsoft.com/office/drawing/2014/main" id="{5F21C3F6-7530-F105-7B1C-28DC54B1DB62}"/>
              </a:ext>
            </a:extLst>
          </p:cNvPr>
          <p:cNvCxnSpPr>
            <a:cxnSpLocks/>
            <a:endCxn id="113" idx="1"/>
          </p:cNvCxnSpPr>
          <p:nvPr/>
        </p:nvCxnSpPr>
        <p:spPr>
          <a:xfrm>
            <a:off x="3749020" y="4563746"/>
            <a:ext cx="138744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2">
            <a:extLst>
              <a:ext uri="{FF2B5EF4-FFF2-40B4-BE49-F238E27FC236}">
                <a16:creationId xmlns:a16="http://schemas.microsoft.com/office/drawing/2014/main" id="{6DAE93F0-4946-0005-6207-5E5D22902A13}"/>
              </a:ext>
            </a:extLst>
          </p:cNvPr>
          <p:cNvCxnSpPr>
            <a:cxnSpLocks/>
            <a:stCxn id="113" idx="3"/>
          </p:cNvCxnSpPr>
          <p:nvPr/>
        </p:nvCxnSpPr>
        <p:spPr>
          <a:xfrm>
            <a:off x="7460705" y="4563746"/>
            <a:ext cx="11857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6AE296A6-E5D9-FB4E-1364-7B08CBAE12DE}"/>
              </a:ext>
            </a:extLst>
          </p:cNvPr>
          <p:cNvSpPr txBox="1"/>
          <p:nvPr/>
        </p:nvSpPr>
        <p:spPr>
          <a:xfrm>
            <a:off x="3749020" y="4089865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R(s)</a:t>
            </a:r>
            <a:endParaRPr 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64158FA-47DA-0AB1-8794-23249FA2CCB3}"/>
              </a:ext>
            </a:extLst>
          </p:cNvPr>
          <p:cNvSpPr txBox="1"/>
          <p:nvPr/>
        </p:nvSpPr>
        <p:spPr>
          <a:xfrm>
            <a:off x="7868900" y="4100456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C(s)</a:t>
            </a:r>
          </a:p>
        </p:txBody>
      </p:sp>
    </p:spTree>
    <p:extLst>
      <p:ext uri="{BB962C8B-B14F-4D97-AF65-F5344CB8AC3E}">
        <p14:creationId xmlns:p14="http://schemas.microsoft.com/office/powerpoint/2010/main" val="218929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with lines and dots&#10;&#10;Description automatically generated">
            <a:extLst>
              <a:ext uri="{FF2B5EF4-FFF2-40B4-BE49-F238E27FC236}">
                <a16:creationId xmlns:a16="http://schemas.microsoft.com/office/drawing/2014/main" id="{40F9D5D6-8EE0-3E1B-8355-1FEDA5539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19" y="1429000"/>
            <a:ext cx="9904762" cy="40000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0EE290-A1A2-CE8F-C9CC-63600BBCB916}"/>
              </a:ext>
            </a:extLst>
          </p:cNvPr>
          <p:cNvCxnSpPr>
            <a:cxnSpLocks/>
          </p:cNvCxnSpPr>
          <p:nvPr/>
        </p:nvCxnSpPr>
        <p:spPr>
          <a:xfrm>
            <a:off x="7251516" y="2457450"/>
            <a:ext cx="930459" cy="419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F17026-DBC5-C5EC-0014-D44C0CB69219}"/>
                  </a:ext>
                </a:extLst>
              </p:cNvPr>
              <p:cNvSpPr txBox="1"/>
              <p:nvPr/>
            </p:nvSpPr>
            <p:spPr>
              <a:xfrm>
                <a:off x="6791326" y="2272784"/>
                <a:ext cx="460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F17026-DBC5-C5EC-0014-D44C0CB69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326" y="2272784"/>
                <a:ext cx="4601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E3F402-323E-F5D4-A4FD-2BDEF51A43B4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7251517" y="3826008"/>
            <a:ext cx="873308" cy="326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D2DF30-1ED0-417F-DCFF-3AED7D20CDE9}"/>
                  </a:ext>
                </a:extLst>
              </p:cNvPr>
              <p:cNvSpPr txBox="1"/>
              <p:nvPr/>
            </p:nvSpPr>
            <p:spPr>
              <a:xfrm>
                <a:off x="6791326" y="3968109"/>
                <a:ext cx="4601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D2DF30-1ED0-417F-DCFF-3AED7D20C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326" y="3968109"/>
                <a:ext cx="46019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E31B71-49F1-2EC1-F6F8-3EDC506C3E74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305300" y="2966912"/>
            <a:ext cx="527472" cy="379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93FAE2-1CFC-9888-351B-523A85465B8F}"/>
                  </a:ext>
                </a:extLst>
              </p:cNvPr>
              <p:cNvSpPr txBox="1"/>
              <p:nvPr/>
            </p:nvSpPr>
            <p:spPr>
              <a:xfrm>
                <a:off x="4605338" y="2597580"/>
                <a:ext cx="4548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93FAE2-1CFC-9888-351B-523A85465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338" y="2597580"/>
                <a:ext cx="4548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8170B7-2343-2558-DA8E-045243455F31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7347198" y="3339846"/>
            <a:ext cx="1177678" cy="6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BD745B7-03EE-8EBE-E0BC-D1C2262AC27A}"/>
              </a:ext>
            </a:extLst>
          </p:cNvPr>
          <p:cNvSpPr txBox="1"/>
          <p:nvPr/>
        </p:nvSpPr>
        <p:spPr>
          <a:xfrm>
            <a:off x="8524876" y="3016680"/>
            <a:ext cx="1269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Breakaway</a:t>
            </a:r>
          </a:p>
          <a:p>
            <a:r>
              <a:rPr lang="en-US" dirty="0"/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455440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F4DE9-9F7D-EEC3-FA7F-45527768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BA221D-38C9-EDEB-12C6-235E482E0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619" y="1515477"/>
            <a:ext cx="9904762" cy="382704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80EC55-E2A2-F832-A99D-6EDC01E458D0}"/>
              </a:ext>
            </a:extLst>
          </p:cNvPr>
          <p:cNvCxnSpPr>
            <a:cxnSpLocks/>
          </p:cNvCxnSpPr>
          <p:nvPr/>
        </p:nvCxnSpPr>
        <p:spPr>
          <a:xfrm>
            <a:off x="7251516" y="2457450"/>
            <a:ext cx="930459" cy="419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B832BA-4A00-D22B-3514-9520AFEF3950}"/>
                  </a:ext>
                </a:extLst>
              </p:cNvPr>
              <p:cNvSpPr txBox="1"/>
              <p:nvPr/>
            </p:nvSpPr>
            <p:spPr>
              <a:xfrm>
                <a:off x="6791326" y="2272784"/>
                <a:ext cx="460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B832BA-4A00-D22B-3514-9520AFEF3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326" y="2272784"/>
                <a:ext cx="4601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8E43A3-9C45-EBE7-6087-08B08BEF774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7251517" y="3826008"/>
            <a:ext cx="873308" cy="326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411B07-09F5-699D-41F2-5422F8AF1E1B}"/>
                  </a:ext>
                </a:extLst>
              </p:cNvPr>
              <p:cNvSpPr txBox="1"/>
              <p:nvPr/>
            </p:nvSpPr>
            <p:spPr>
              <a:xfrm>
                <a:off x="6791326" y="3968109"/>
                <a:ext cx="4601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411B07-09F5-699D-41F2-5422F8AF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326" y="3968109"/>
                <a:ext cx="46019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E4911A-54C7-1400-1701-C2B1FAE6EE0A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305300" y="2966912"/>
            <a:ext cx="527472" cy="379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73FEF7-B21F-8AAF-3A43-A5A102EFEB77}"/>
                  </a:ext>
                </a:extLst>
              </p:cNvPr>
              <p:cNvSpPr txBox="1"/>
              <p:nvPr/>
            </p:nvSpPr>
            <p:spPr>
              <a:xfrm>
                <a:off x="4605338" y="2597580"/>
                <a:ext cx="4548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73FEF7-B21F-8AAF-3A43-A5A102EFE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338" y="2597580"/>
                <a:ext cx="4548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FDC4DF-25C0-A752-9909-0E5BB8A8941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6096000" y="2587374"/>
            <a:ext cx="1155516" cy="75907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5B1E1C6-79B7-16A1-AAE3-4FD6EE56C288}"/>
              </a:ext>
            </a:extLst>
          </p:cNvPr>
          <p:cNvSpPr txBox="1"/>
          <p:nvPr/>
        </p:nvSpPr>
        <p:spPr>
          <a:xfrm>
            <a:off x="5461339" y="1941043"/>
            <a:ext cx="1269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Breakaway</a:t>
            </a:r>
          </a:p>
          <a:p>
            <a:r>
              <a:rPr lang="en-US" dirty="0"/>
              <a:t>Point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57569D-6284-AB4A-B065-B12B4565B8C8}"/>
              </a:ext>
            </a:extLst>
          </p:cNvPr>
          <p:cNvSpPr/>
          <p:nvPr/>
        </p:nvSpPr>
        <p:spPr>
          <a:xfrm>
            <a:off x="6224588" y="3318272"/>
            <a:ext cx="71437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598790-FEDD-75D5-77D3-0E596A480ED0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6096000" y="3394472"/>
            <a:ext cx="164307" cy="61796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BF5893-6082-1F2C-C112-9A3292398FD9}"/>
              </a:ext>
            </a:extLst>
          </p:cNvPr>
          <p:cNvSpPr txBox="1"/>
          <p:nvPr/>
        </p:nvSpPr>
        <p:spPr>
          <a:xfrm>
            <a:off x="5784857" y="4012434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18B62F-C2BB-F236-9676-0E116F0C257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096000" y="3353448"/>
            <a:ext cx="925421" cy="65898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E4CA1F-E893-5294-6BB6-C223DE629885}"/>
              </a:ext>
            </a:extLst>
          </p:cNvPr>
          <p:cNvCxnSpPr>
            <a:cxnSpLocks/>
          </p:cNvCxnSpPr>
          <p:nvPr/>
        </p:nvCxnSpPr>
        <p:spPr>
          <a:xfrm flipV="1">
            <a:off x="6096000" y="3373014"/>
            <a:ext cx="1314450" cy="616377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610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13BF-CD89-2FF4-D23F-99106158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6A5A2-20C9-68B8-A429-CBE4EA832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8794" y="1515477"/>
            <a:ext cx="9114412" cy="3827046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2CA4E6-4E0A-CE5D-DAA3-032E234392C7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6096000" y="2587374"/>
            <a:ext cx="1035796" cy="75907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05E44B3-380F-81F6-3AFE-45416C8FF52C}"/>
              </a:ext>
            </a:extLst>
          </p:cNvPr>
          <p:cNvSpPr txBox="1"/>
          <p:nvPr/>
        </p:nvSpPr>
        <p:spPr>
          <a:xfrm>
            <a:off x="5461339" y="1941043"/>
            <a:ext cx="1269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Breakaway</a:t>
            </a:r>
          </a:p>
          <a:p>
            <a:r>
              <a:rPr lang="en-US" dirty="0"/>
              <a:t>Point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B8AAB4-5A20-66A8-3A07-14ECA7EBDCF4}"/>
              </a:ext>
            </a:extLst>
          </p:cNvPr>
          <p:cNvSpPr/>
          <p:nvPr/>
        </p:nvSpPr>
        <p:spPr>
          <a:xfrm>
            <a:off x="6224588" y="3318272"/>
            <a:ext cx="71437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8A6D50-7A10-DDA3-0622-C199483DC300}"/>
              </a:ext>
            </a:extLst>
          </p:cNvPr>
          <p:cNvGrpSpPr/>
          <p:nvPr/>
        </p:nvGrpSpPr>
        <p:grpSpPr>
          <a:xfrm>
            <a:off x="7157955" y="3362093"/>
            <a:ext cx="2832120" cy="1267920"/>
            <a:chOff x="7157955" y="3362093"/>
            <a:chExt cx="2832120" cy="12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47392F-7822-14E1-B56F-99B9C7A3DE59}"/>
                    </a:ext>
                  </a:extLst>
                </p14:cNvPr>
                <p14:cNvContentPartPr/>
                <p14:nvPr/>
              </p14:nvContentPartPr>
              <p14:xfrm>
                <a:off x="7157955" y="3362093"/>
                <a:ext cx="2820240" cy="1199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47392F-7822-14E1-B56F-99B9C7A3DE5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39955" y="3344453"/>
                  <a:ext cx="285588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0F4A34A-5A88-4005-F273-7F314D502CF2}"/>
                    </a:ext>
                  </a:extLst>
                </p14:cNvPr>
                <p14:cNvContentPartPr/>
                <p14:nvPr/>
              </p14:nvContentPartPr>
              <p14:xfrm>
                <a:off x="9876315" y="4433813"/>
                <a:ext cx="113760" cy="196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0F4A34A-5A88-4005-F273-7F314D502CF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58315" y="4415813"/>
                  <a:ext cx="14940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727601-7E63-960A-B324-B46275F22E26}"/>
              </a:ext>
            </a:extLst>
          </p:cNvPr>
          <p:cNvGrpSpPr/>
          <p:nvPr/>
        </p:nvGrpSpPr>
        <p:grpSpPr>
          <a:xfrm>
            <a:off x="7162635" y="2139533"/>
            <a:ext cx="2958480" cy="1222920"/>
            <a:chOff x="7162635" y="2139533"/>
            <a:chExt cx="2958480" cy="12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BBADAE-AA88-15C8-7099-98C52F0871F7}"/>
                    </a:ext>
                  </a:extLst>
                </p14:cNvPr>
                <p14:cNvContentPartPr/>
                <p14:nvPr/>
              </p14:nvContentPartPr>
              <p14:xfrm>
                <a:off x="7162635" y="2162573"/>
                <a:ext cx="2930040" cy="1199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BBADAE-AA88-15C8-7099-98C52F0871F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44635" y="2144933"/>
                  <a:ext cx="2965680" cy="12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AA9606-1555-83D0-765D-690C592762A2}"/>
                    </a:ext>
                  </a:extLst>
                </p14:cNvPr>
                <p14:cNvContentPartPr/>
                <p14:nvPr/>
              </p14:nvContentPartPr>
              <p14:xfrm>
                <a:off x="9833835" y="2139533"/>
                <a:ext cx="281880" cy="13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AA9606-1555-83D0-765D-690C592762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16195" y="2121533"/>
                  <a:ext cx="317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E27F2F-925C-7BF6-2375-AA8DC341D4D3}"/>
                    </a:ext>
                  </a:extLst>
                </p14:cNvPr>
                <p14:cNvContentPartPr/>
                <p14:nvPr/>
              </p14:nvContentPartPr>
              <p14:xfrm>
                <a:off x="10096275" y="2162213"/>
                <a:ext cx="24840" cy="180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E27F2F-925C-7BF6-2375-AA8DC341D4D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78275" y="2144213"/>
                  <a:ext cx="6048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BAB39CA-8740-A2C7-F5E2-A82EE66BCA1F}"/>
              </a:ext>
            </a:extLst>
          </p:cNvPr>
          <p:cNvGrpSpPr/>
          <p:nvPr/>
        </p:nvGrpSpPr>
        <p:grpSpPr>
          <a:xfrm>
            <a:off x="2449260" y="3238620"/>
            <a:ext cx="3768840" cy="326160"/>
            <a:chOff x="2449260" y="3238620"/>
            <a:chExt cx="376884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323596C-2983-7ADB-0B2B-6A8C886A82CA}"/>
                    </a:ext>
                  </a:extLst>
                </p14:cNvPr>
                <p14:cNvContentPartPr/>
                <p14:nvPr/>
              </p14:nvContentPartPr>
              <p14:xfrm>
                <a:off x="2492100" y="3343380"/>
                <a:ext cx="3726000" cy="32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323596C-2983-7ADB-0B2B-6A8C886A82C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74100" y="3325740"/>
                  <a:ext cx="37616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35AEA95-1E97-031D-1204-E73FDD6DFA79}"/>
                    </a:ext>
                  </a:extLst>
                </p14:cNvPr>
                <p14:cNvContentPartPr/>
                <p14:nvPr/>
              </p14:nvContentPartPr>
              <p14:xfrm>
                <a:off x="2449260" y="3238620"/>
                <a:ext cx="166680" cy="326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35AEA95-1E97-031D-1204-E73FDD6DFA7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31260" y="3220620"/>
                  <a:ext cx="202320" cy="36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4220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function&#10;&#10;Description automatically generated">
            <a:extLst>
              <a:ext uri="{FF2B5EF4-FFF2-40B4-BE49-F238E27FC236}">
                <a16:creationId xmlns:a16="http://schemas.microsoft.com/office/drawing/2014/main" id="{43F39A15-FA60-78A5-F504-1B6CE3782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238" y="452809"/>
            <a:ext cx="6809524" cy="5952381"/>
          </a:xfrm>
          <a:prstGeom prst="rect">
            <a:avLst/>
          </a:prstGeom>
          <a:solidFill>
            <a:schemeClr val="accent2"/>
          </a:solidFill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0FF530-FE5A-9C37-05B0-AD0E08AA9A30}"/>
              </a:ext>
            </a:extLst>
          </p:cNvPr>
          <p:cNvCxnSpPr/>
          <p:nvPr/>
        </p:nvCxnSpPr>
        <p:spPr>
          <a:xfrm flipH="1">
            <a:off x="6027420" y="2385060"/>
            <a:ext cx="1165860" cy="754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75124-2432-8B75-2134-990FBF8CDB09}"/>
                  </a:ext>
                </a:extLst>
              </p:cNvPr>
              <p:cNvSpPr txBox="1"/>
              <p:nvPr/>
            </p:nvSpPr>
            <p:spPr>
              <a:xfrm>
                <a:off x="7105977" y="2200394"/>
                <a:ext cx="1241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≈133.63°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75124-2432-8B75-2134-990FBF8CD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977" y="2200394"/>
                <a:ext cx="124104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0ADDE33-6A7C-69DC-D6C0-9C097663BD30}"/>
              </a:ext>
            </a:extLst>
          </p:cNvPr>
          <p:cNvSpPr/>
          <p:nvPr/>
        </p:nvSpPr>
        <p:spPr>
          <a:xfrm rot="5400000">
            <a:off x="5331617" y="3100389"/>
            <a:ext cx="1226346" cy="645319"/>
          </a:xfrm>
          <a:prstGeom prst="triangl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90F956C-3F84-5427-6F65-C769629E0FBF}"/>
              </a:ext>
            </a:extLst>
          </p:cNvPr>
          <p:cNvSpPr/>
          <p:nvPr/>
        </p:nvSpPr>
        <p:spPr>
          <a:xfrm rot="10800000">
            <a:off x="5349872" y="2546350"/>
            <a:ext cx="1843405" cy="1741924"/>
          </a:xfrm>
          <a:prstGeom prst="arc">
            <a:avLst>
              <a:gd name="adj1" fmla="val 19010702"/>
              <a:gd name="adj2" fmla="val 2563129"/>
            </a:avLst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743B7E-CB97-76D5-26F6-CE0519648B2E}"/>
              </a:ext>
            </a:extLst>
          </p:cNvPr>
          <p:cNvCxnSpPr/>
          <p:nvPr/>
        </p:nvCxnSpPr>
        <p:spPr>
          <a:xfrm>
            <a:off x="4673600" y="2114550"/>
            <a:ext cx="676271" cy="990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FB694A-951E-93FA-715B-FAFE014D9D59}"/>
              </a:ext>
            </a:extLst>
          </p:cNvPr>
          <p:cNvSpPr txBox="1"/>
          <p:nvPr/>
        </p:nvSpPr>
        <p:spPr>
          <a:xfrm>
            <a:off x="3969977" y="1745218"/>
            <a:ext cx="14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Viable range</a:t>
            </a:r>
          </a:p>
        </p:txBody>
      </p:sp>
    </p:spTree>
    <p:extLst>
      <p:ext uri="{BB962C8B-B14F-4D97-AF65-F5344CB8AC3E}">
        <p14:creationId xmlns:p14="http://schemas.microsoft.com/office/powerpoint/2010/main" val="421182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8" ma:contentTypeDescription="Create a new document." ma:contentTypeScope="" ma:versionID="f70d58e8bb7b566b8999b858925f1118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1d51f28b925c538c9f3c4539f9f14034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638313-1e11-4999-9038-bfa2141b377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4C66DA-9185-4518-B15F-FADE6D3F3B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72E32-1B86-41F9-AFDB-09593682D0E7}">
  <ds:schemaRefs>
    <ds:schemaRef ds:uri="http://purl.org/dc/elements/1.1/"/>
    <ds:schemaRef ds:uri="http://schemas.microsoft.com/office/2006/metadata/properties"/>
    <ds:schemaRef ds:uri="27638313-1e11-4999-9038-bfa2141b377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593646a3-f4b2-4797-891f-a58c41aec49e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A60010-54CD-4AF3-84A2-0A226FE8DF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107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Cambria Math</vt:lpstr>
      <vt:lpstr>Office Theme</vt:lpstr>
      <vt:lpstr>EMCH 367 Controls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EMCH 367 Controls</dc:title>
  <dc:creator>Vaught, Jacob</dc:creator>
  <cp:lastModifiedBy>Vaught, Jacob</cp:lastModifiedBy>
  <cp:revision>1</cp:revision>
  <dcterms:created xsi:type="dcterms:W3CDTF">2024-02-02T01:59:05Z</dcterms:created>
  <dcterms:modified xsi:type="dcterms:W3CDTF">2024-02-29T12:54:31Z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