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D6D7-0057-474E-89CA-FCF2E80BC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39955-6555-41C0-BFE8-4D1C2F578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6702F-C631-45CD-AA6B-6CA91EC8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42C58-3A32-4C1F-85F2-DE2F55E7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ED6A7-C8D8-47E8-B685-A3FDDEAC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7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8B7-C595-4AF7-BFA3-2F9046FE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01BAB-2826-4442-9CEC-0306AE32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EF0E5-1E55-49F8-8F0B-60FCC39F5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9A5E7-F913-4653-B1A0-161BD5CB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9DB0E-0FB9-48FC-B005-F5EF7729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9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F689-8919-488D-814E-A4CDF5802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8BFD3-52A4-48AE-ACB3-5CD652967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16907-6053-4F4F-A80E-9E631609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82B10-85B6-4EB3-883F-4DC0021F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1486-B646-4581-8113-3EEFD668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7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CC4B-1736-410F-9B30-C54DC6B2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3BED7-08F2-4EE7-B956-D2EDE4AB1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15002-4B60-4E9D-B79C-0E1C3952F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CA3B9-1535-42D8-894C-D448E543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EA2C-D563-477B-BABB-5125498C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28F4-7565-4B09-9955-6413A63D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3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7F08-D153-49C2-8A25-2F0054063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26F63-C96A-484C-83BC-DDF23D3F8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F1110-DE6E-4587-8EF0-6A8364CE4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7C753-6691-48F8-89A9-F7B7DD12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69F78-D1D9-4179-AE48-9FE60C31D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B3F0F-F6B0-4879-9CF0-7038A39D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80014-9BDE-4E2E-8980-45F187DA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07599-2B0A-4067-8BF1-0BB7ACE1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21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ECE6-81FD-4CBA-9795-DCE9271F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F7A485-74A5-4C2E-8563-5B7FD8F5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240A3-6E5E-49F3-B657-43851191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372C4-4148-4DC6-9D50-5E992E71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5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F26C1-A57F-4A08-93F3-44D5E2450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4C9F3-C1E0-43F9-BD5D-2B4D9392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5887C-7008-4AAD-BA36-E092AAE4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F1A7-22F3-445D-81D2-C7F25DB8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90BC-CF0C-4573-A49E-0EB7F510E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93CE2-7924-43DF-B3BD-535E0C883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1E819-12FF-429C-B700-DCCDA756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9B41E-E9B6-4FEF-9D8B-F9F12AFB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64B2D-BAF6-4686-97AE-336A76DA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02F4A-50E8-404A-B2C2-D011398E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1C542-606B-40D2-83A4-13AD74749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4B883-C67D-4763-A8F8-62C7C242E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ED9D8-1BF3-4DC0-AC55-2E091E21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EEBDB-438D-49DD-9F2D-2866A0AF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0AF43-B0FF-43A5-9287-56F96A39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3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08C7-BF7C-4F68-BBED-92CC4EF8D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C9B37-EBE0-4488-8BDF-56C2748A4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7DE83-9C53-4E9E-A626-3F8A3B221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EB47-8A47-4824-9A2C-9B24C620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0F93-1E16-452A-94B4-2E6E1FA9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9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A030F-528A-4DB8-8276-1A01C7043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D368C-ED9E-43A9-85D3-B2A17C0B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DA75E-F541-4528-AB79-8F19B80D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0CCA2-E507-477E-9917-82DBB608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873C-7445-4C2D-B3B3-68C46420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8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3EAB7-C06D-422C-A0BC-803DB41F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07A7B-F238-4090-AC63-EA0E62484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5657E-4FCE-4FBC-9B10-532D8D891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033C-AC52-4FC6-8E46-572EF60F3EB8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5415C-1221-4063-A87F-7EB47A8F3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0F87A-FBC5-43C8-B948-A75B8D5D9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892BC-66A6-4CC5-B391-D4337EB17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6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28BD66-66D0-4EC2-9488-6AC124D30812}"/>
              </a:ext>
            </a:extLst>
          </p:cNvPr>
          <p:cNvSpPr/>
          <p:nvPr/>
        </p:nvSpPr>
        <p:spPr>
          <a:xfrm>
            <a:off x="1971675" y="4305300"/>
            <a:ext cx="8248650" cy="12763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P- Substrate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667D73-AD97-4D98-9473-34176636028D}"/>
              </a:ext>
            </a:extLst>
          </p:cNvPr>
          <p:cNvSpPr/>
          <p:nvPr/>
        </p:nvSpPr>
        <p:spPr>
          <a:xfrm>
            <a:off x="1971675" y="3771900"/>
            <a:ext cx="8248650" cy="53340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Burnedoxide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835DA-7FD6-4563-81C9-76D1AFA6B4E8}"/>
              </a:ext>
            </a:extLst>
          </p:cNvPr>
          <p:cNvSpPr/>
          <p:nvPr/>
        </p:nvSpPr>
        <p:spPr>
          <a:xfrm>
            <a:off x="1971675" y="3238500"/>
            <a:ext cx="8248650" cy="53340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SiN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E9DA79-698C-4BA8-B07D-934B20886105}"/>
              </a:ext>
            </a:extLst>
          </p:cNvPr>
          <p:cNvSpPr/>
          <p:nvPr/>
        </p:nvSpPr>
        <p:spPr>
          <a:xfrm>
            <a:off x="1971675" y="2495550"/>
            <a:ext cx="1533525" cy="7429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CF11B5-13DB-4921-9BF3-2EF181E7F5C4}"/>
              </a:ext>
            </a:extLst>
          </p:cNvPr>
          <p:cNvSpPr/>
          <p:nvPr/>
        </p:nvSpPr>
        <p:spPr>
          <a:xfrm>
            <a:off x="5329237" y="2495550"/>
            <a:ext cx="1533525" cy="7429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91543E-4D46-4DF1-8D2A-659B580E1736}"/>
              </a:ext>
            </a:extLst>
          </p:cNvPr>
          <p:cNvSpPr/>
          <p:nvPr/>
        </p:nvSpPr>
        <p:spPr>
          <a:xfrm>
            <a:off x="8686800" y="2495550"/>
            <a:ext cx="1533525" cy="7429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Drain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7E61AE-D550-4E6E-89FB-4690A3CA15B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505200" y="2867025"/>
            <a:ext cx="182403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A444CB-B8E1-4FD9-8452-BE80CF6A522E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862762" y="2867025"/>
            <a:ext cx="182403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1A95D9-EE8F-43E4-A2F9-D03D00F6DE23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738437" y="2061029"/>
            <a:ext cx="1" cy="4345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AFF590-C185-4002-B6B6-3C037FDD74CD}"/>
              </a:ext>
            </a:extLst>
          </p:cNvPr>
          <p:cNvCxnSpPr/>
          <p:nvPr/>
        </p:nvCxnSpPr>
        <p:spPr>
          <a:xfrm flipH="1" flipV="1">
            <a:off x="6095999" y="2048556"/>
            <a:ext cx="1" cy="4345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865A56-1EB2-41B7-8408-20801B2A370B}"/>
              </a:ext>
            </a:extLst>
          </p:cNvPr>
          <p:cNvCxnSpPr/>
          <p:nvPr/>
        </p:nvCxnSpPr>
        <p:spPr>
          <a:xfrm flipH="1" flipV="1">
            <a:off x="9453561" y="2042206"/>
            <a:ext cx="1" cy="4345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4645FF-3DAD-4732-B956-CAF8A3B249D0}"/>
              </a:ext>
            </a:extLst>
          </p:cNvPr>
          <p:cNvSpPr txBox="1"/>
          <p:nvPr/>
        </p:nvSpPr>
        <p:spPr>
          <a:xfrm>
            <a:off x="1971676" y="704850"/>
            <a:ext cx="824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HEFET: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Hetero Junction Field Transistor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14790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E1264-B47C-486C-AAC7-1CEBA0E4A2BA}"/>
              </a:ext>
            </a:extLst>
          </p:cNvPr>
          <p:cNvSpPr/>
          <p:nvPr/>
        </p:nvSpPr>
        <p:spPr>
          <a:xfrm>
            <a:off x="1838325" y="3695700"/>
            <a:ext cx="8515350" cy="23050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C3810-9B6A-4B20-A723-FE52F4402598}"/>
              </a:ext>
            </a:extLst>
          </p:cNvPr>
          <p:cNvSpPr/>
          <p:nvPr/>
        </p:nvSpPr>
        <p:spPr>
          <a:xfrm>
            <a:off x="4276725" y="2438400"/>
            <a:ext cx="3695700" cy="125730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7CC8DF-FC33-43CA-8DAF-CB50003DB7AA}"/>
              </a:ext>
            </a:extLst>
          </p:cNvPr>
          <p:cNvSpPr/>
          <p:nvPr/>
        </p:nvSpPr>
        <p:spPr>
          <a:xfrm>
            <a:off x="1838325" y="2800350"/>
            <a:ext cx="2438400" cy="8953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EF2C1-48FC-4614-BC56-93FF594BC223}"/>
              </a:ext>
            </a:extLst>
          </p:cNvPr>
          <p:cNvSpPr/>
          <p:nvPr/>
        </p:nvSpPr>
        <p:spPr>
          <a:xfrm>
            <a:off x="7972425" y="2800350"/>
            <a:ext cx="2381250" cy="8953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Drain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E5526A-38F8-4F83-84DB-7CF61F90067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3057525" y="217170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6831E4-6DA8-41BF-9B11-AE1F971CA089}"/>
              </a:ext>
            </a:extLst>
          </p:cNvPr>
          <p:cNvCxnSpPr>
            <a:cxnSpLocks/>
          </p:cNvCxnSpPr>
          <p:nvPr/>
        </p:nvCxnSpPr>
        <p:spPr>
          <a:xfrm flipV="1">
            <a:off x="6124575" y="182880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A5C013-10B7-4258-A02D-3706B4E82D4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9163050" y="217170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68947D-8348-403A-9A6F-50690783E053}"/>
              </a:ext>
            </a:extLst>
          </p:cNvPr>
          <p:cNvSpPr txBox="1"/>
          <p:nvPr/>
        </p:nvSpPr>
        <p:spPr>
          <a:xfrm>
            <a:off x="990600" y="307688"/>
            <a:ext cx="10210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MOSFET: Metal Oxide Semiconductor Field Effect Transistor</a:t>
            </a:r>
          </a:p>
        </p:txBody>
      </p:sp>
    </p:spTree>
    <p:extLst>
      <p:ext uri="{BB962C8B-B14F-4D97-AF65-F5344CB8AC3E}">
        <p14:creationId xmlns:p14="http://schemas.microsoft.com/office/powerpoint/2010/main" val="387707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9D7091-AF57-4AFF-9F93-56C488558D5F}"/>
              </a:ext>
            </a:extLst>
          </p:cNvPr>
          <p:cNvSpPr/>
          <p:nvPr/>
        </p:nvSpPr>
        <p:spPr>
          <a:xfrm>
            <a:off x="2562225" y="3143250"/>
            <a:ext cx="7067550" cy="30289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978FB-6BBA-40A2-8091-63DE194446F2}"/>
              </a:ext>
            </a:extLst>
          </p:cNvPr>
          <p:cNvSpPr/>
          <p:nvPr/>
        </p:nvSpPr>
        <p:spPr>
          <a:xfrm>
            <a:off x="2562225" y="3143250"/>
            <a:ext cx="2085975" cy="85725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695D0-6015-4DCC-A027-5CDC497630D6}"/>
              </a:ext>
            </a:extLst>
          </p:cNvPr>
          <p:cNvSpPr/>
          <p:nvPr/>
        </p:nvSpPr>
        <p:spPr>
          <a:xfrm>
            <a:off x="7543800" y="3143250"/>
            <a:ext cx="2085975" cy="85725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Drain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DA5804-D424-4257-96FD-EB44E88C72C1}"/>
              </a:ext>
            </a:extLst>
          </p:cNvPr>
          <p:cNvSpPr/>
          <p:nvPr/>
        </p:nvSpPr>
        <p:spPr>
          <a:xfrm>
            <a:off x="4648200" y="2590800"/>
            <a:ext cx="2895600" cy="552450"/>
          </a:xfrm>
          <a:prstGeom prst="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Dielectric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F8F33A-DFBA-499D-A18D-7B2EC295FD88}"/>
              </a:ext>
            </a:extLst>
          </p:cNvPr>
          <p:cNvSpPr/>
          <p:nvPr/>
        </p:nvSpPr>
        <p:spPr>
          <a:xfrm>
            <a:off x="4648200" y="1828800"/>
            <a:ext cx="2895600" cy="76200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Gate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8A675D-D1A6-482B-8B08-D711DC71EB03}"/>
              </a:ext>
            </a:extLst>
          </p:cNvPr>
          <p:cNvCxnSpPr>
            <a:cxnSpLocks/>
          </p:cNvCxnSpPr>
          <p:nvPr/>
        </p:nvCxnSpPr>
        <p:spPr>
          <a:xfrm flipV="1">
            <a:off x="3533775" y="251460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223EA4-5560-468D-97A9-4E7D45E663D5}"/>
              </a:ext>
            </a:extLst>
          </p:cNvPr>
          <p:cNvCxnSpPr>
            <a:cxnSpLocks/>
          </p:cNvCxnSpPr>
          <p:nvPr/>
        </p:nvCxnSpPr>
        <p:spPr>
          <a:xfrm flipV="1">
            <a:off x="6096000" y="120015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EB065C-0A15-4F8E-A893-64C97DF06DD7}"/>
              </a:ext>
            </a:extLst>
          </p:cNvPr>
          <p:cNvCxnSpPr>
            <a:cxnSpLocks/>
          </p:cNvCxnSpPr>
          <p:nvPr/>
        </p:nvCxnSpPr>
        <p:spPr>
          <a:xfrm flipV="1">
            <a:off x="8620125" y="251460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56F39DA-07D3-42F3-8C23-141C58C534E4}"/>
              </a:ext>
            </a:extLst>
          </p:cNvPr>
          <p:cNvSpPr txBox="1"/>
          <p:nvPr/>
        </p:nvSpPr>
        <p:spPr>
          <a:xfrm>
            <a:off x="838199" y="304800"/>
            <a:ext cx="1045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MISFET: Metal Insulator Semiconductor Field Effect Transistor</a:t>
            </a:r>
          </a:p>
        </p:txBody>
      </p:sp>
    </p:spTree>
    <p:extLst>
      <p:ext uri="{BB962C8B-B14F-4D97-AF65-F5344CB8AC3E}">
        <p14:creationId xmlns:p14="http://schemas.microsoft.com/office/powerpoint/2010/main" val="4253762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DE42A5-A4EA-41D7-88D2-FFD39980CD49}"/>
              </a:ext>
            </a:extLst>
          </p:cNvPr>
          <p:cNvSpPr/>
          <p:nvPr/>
        </p:nvSpPr>
        <p:spPr>
          <a:xfrm>
            <a:off x="1838325" y="3695700"/>
            <a:ext cx="8515350" cy="23050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GaN</a:t>
            </a:r>
            <a:endParaRPr lang="en-US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EE5263-1F1F-4139-8E41-1ABE96673837}"/>
              </a:ext>
            </a:extLst>
          </p:cNvPr>
          <p:cNvSpPr/>
          <p:nvPr/>
        </p:nvSpPr>
        <p:spPr>
          <a:xfrm>
            <a:off x="4276725" y="2800350"/>
            <a:ext cx="3695700" cy="8953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AlGaN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F4533-7832-4BF8-B383-CABE4418547F}"/>
              </a:ext>
            </a:extLst>
          </p:cNvPr>
          <p:cNvSpPr/>
          <p:nvPr/>
        </p:nvSpPr>
        <p:spPr>
          <a:xfrm>
            <a:off x="1838325" y="2800350"/>
            <a:ext cx="2438400" cy="8953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0D0A6-F916-4B16-858B-127F42075FA5}"/>
              </a:ext>
            </a:extLst>
          </p:cNvPr>
          <p:cNvSpPr/>
          <p:nvPr/>
        </p:nvSpPr>
        <p:spPr>
          <a:xfrm>
            <a:off x="7972425" y="2800350"/>
            <a:ext cx="2381250" cy="8953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Drain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2FC968-3944-426E-ABB6-602B0924D7D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3057525" y="217170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81B267-E8B0-4E91-A63B-0160F9A48610}"/>
              </a:ext>
            </a:extLst>
          </p:cNvPr>
          <p:cNvCxnSpPr>
            <a:cxnSpLocks/>
          </p:cNvCxnSpPr>
          <p:nvPr/>
        </p:nvCxnSpPr>
        <p:spPr>
          <a:xfrm flipV="1">
            <a:off x="6095998" y="127635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2AF2F-72A6-4DCC-9BD2-45BBD04B783D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9163050" y="2171700"/>
            <a:ext cx="0" cy="628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EECE3F-1573-4685-B19D-66E0C266490D}"/>
              </a:ext>
            </a:extLst>
          </p:cNvPr>
          <p:cNvSpPr txBox="1"/>
          <p:nvPr/>
        </p:nvSpPr>
        <p:spPr>
          <a:xfrm>
            <a:off x="0" y="30768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MOSHFET: Metal Oxide Semiconductor Heterostructure Field Effect Transistor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66BCAD-2530-4EEB-8BED-7C6ACFF6953F}"/>
              </a:ext>
            </a:extLst>
          </p:cNvPr>
          <p:cNvSpPr/>
          <p:nvPr/>
        </p:nvSpPr>
        <p:spPr>
          <a:xfrm>
            <a:off x="4876799" y="1905000"/>
            <a:ext cx="2438400" cy="8953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Gate</a:t>
            </a:r>
          </a:p>
        </p:txBody>
      </p:sp>
    </p:spTree>
    <p:extLst>
      <p:ext uri="{BB962C8B-B14F-4D97-AF65-F5344CB8AC3E}">
        <p14:creationId xmlns:p14="http://schemas.microsoft.com/office/powerpoint/2010/main" val="412439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106AA-30EE-44C8-90FD-E279F3BEA1F3}"/>
              </a:ext>
            </a:extLst>
          </p:cNvPr>
          <p:cNvSpPr/>
          <p:nvPr/>
        </p:nvSpPr>
        <p:spPr>
          <a:xfrm>
            <a:off x="1971675" y="4305300"/>
            <a:ext cx="8248650" cy="53340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GaN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43346A-1B28-44A4-A20E-3F602921AD78}"/>
              </a:ext>
            </a:extLst>
          </p:cNvPr>
          <p:cNvSpPr/>
          <p:nvPr/>
        </p:nvSpPr>
        <p:spPr>
          <a:xfrm>
            <a:off x="1971675" y="3771900"/>
            <a:ext cx="8248650" cy="53340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AlN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A146E2-B7AF-4E72-828B-70E521FF0EC8}"/>
              </a:ext>
            </a:extLst>
          </p:cNvPr>
          <p:cNvSpPr/>
          <p:nvPr/>
        </p:nvSpPr>
        <p:spPr>
          <a:xfrm>
            <a:off x="1971675" y="3238500"/>
            <a:ext cx="8248650" cy="53340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AlGaN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D5B3B-7CD1-4D3C-A69F-187F5420F8E7}"/>
              </a:ext>
            </a:extLst>
          </p:cNvPr>
          <p:cNvSpPr/>
          <p:nvPr/>
        </p:nvSpPr>
        <p:spPr>
          <a:xfrm>
            <a:off x="1971675" y="2495550"/>
            <a:ext cx="1533525" cy="7429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2BCD4-F51B-43A3-A975-CC31DABF77E9}"/>
              </a:ext>
            </a:extLst>
          </p:cNvPr>
          <p:cNvSpPr/>
          <p:nvPr/>
        </p:nvSpPr>
        <p:spPr>
          <a:xfrm>
            <a:off x="8686799" y="2495548"/>
            <a:ext cx="1533525" cy="74295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Drain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DF991C-28DB-4084-B64F-8BA01CA70C5D}"/>
              </a:ext>
            </a:extLst>
          </p:cNvPr>
          <p:cNvCxnSpPr>
            <a:cxnSpLocks/>
          </p:cNvCxnSpPr>
          <p:nvPr/>
        </p:nvCxnSpPr>
        <p:spPr>
          <a:xfrm flipH="1" flipV="1">
            <a:off x="2466967" y="2044882"/>
            <a:ext cx="1" cy="4345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674B80-EEDF-44B3-9EE7-CB2DD0964C53}"/>
              </a:ext>
            </a:extLst>
          </p:cNvPr>
          <p:cNvCxnSpPr/>
          <p:nvPr/>
        </p:nvCxnSpPr>
        <p:spPr>
          <a:xfrm flipH="1" flipV="1">
            <a:off x="6095999" y="2048556"/>
            <a:ext cx="1" cy="4345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23E1E7-F866-4311-B3D1-29452A107B15}"/>
              </a:ext>
            </a:extLst>
          </p:cNvPr>
          <p:cNvCxnSpPr/>
          <p:nvPr/>
        </p:nvCxnSpPr>
        <p:spPr>
          <a:xfrm flipH="1" flipV="1">
            <a:off x="9725033" y="2044881"/>
            <a:ext cx="1" cy="4345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94C866-20AE-4CDC-B860-1B8C5FFCA8DD}"/>
              </a:ext>
            </a:extLst>
          </p:cNvPr>
          <p:cNvSpPr txBox="1"/>
          <p:nvPr/>
        </p:nvSpPr>
        <p:spPr>
          <a:xfrm>
            <a:off x="-1" y="8765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MISHFET: Metal Insulator Semiconductor Heterojunction Field Effect Transistor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FF0038-A4E3-4C33-8057-A251BEB5D698}"/>
              </a:ext>
            </a:extLst>
          </p:cNvPr>
          <p:cNvSpPr/>
          <p:nvPr/>
        </p:nvSpPr>
        <p:spPr>
          <a:xfrm>
            <a:off x="3505208" y="2867025"/>
            <a:ext cx="5181592" cy="37265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4DFF30ED-0C52-4DCE-8886-6D930BEB315A}"/>
              </a:ext>
            </a:extLst>
          </p:cNvPr>
          <p:cNvSpPr/>
          <p:nvPr/>
        </p:nvSpPr>
        <p:spPr>
          <a:xfrm rot="10800000">
            <a:off x="2956559" y="2128836"/>
            <a:ext cx="912185" cy="1109661"/>
          </a:xfrm>
          <a:prstGeom prst="corner">
            <a:avLst>
              <a:gd name="adj1" fmla="val 39976"/>
              <a:gd name="adj2" fmla="val 40811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-Shape 17">
            <a:extLst>
              <a:ext uri="{FF2B5EF4-FFF2-40B4-BE49-F238E27FC236}">
                <a16:creationId xmlns:a16="http://schemas.microsoft.com/office/drawing/2014/main" id="{2D4073B3-90FB-4C42-843A-DB203C0FD4B0}"/>
              </a:ext>
            </a:extLst>
          </p:cNvPr>
          <p:cNvSpPr/>
          <p:nvPr/>
        </p:nvSpPr>
        <p:spPr>
          <a:xfrm rot="5400000">
            <a:off x="8228260" y="2231324"/>
            <a:ext cx="1102167" cy="912181"/>
          </a:xfrm>
          <a:prstGeom prst="corner">
            <a:avLst>
              <a:gd name="adj1" fmla="val 39976"/>
              <a:gd name="adj2" fmla="val 3941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E67E06-A104-4C78-A225-AC6435A96884}"/>
              </a:ext>
            </a:extLst>
          </p:cNvPr>
          <p:cNvSpPr/>
          <p:nvPr/>
        </p:nvSpPr>
        <p:spPr>
          <a:xfrm>
            <a:off x="3868744" y="2493184"/>
            <a:ext cx="4454510" cy="37265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Gate</a:t>
            </a:r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57038ED1-0CD6-4F15-9C08-84A99884D714}"/>
              </a:ext>
            </a:extLst>
          </p:cNvPr>
          <p:cNvSpPr/>
          <p:nvPr/>
        </p:nvSpPr>
        <p:spPr>
          <a:xfrm rot="5400000">
            <a:off x="7862187" y="1847255"/>
            <a:ext cx="1124992" cy="912181"/>
          </a:xfrm>
          <a:prstGeom prst="corner">
            <a:avLst>
              <a:gd name="adj1" fmla="val 38624"/>
              <a:gd name="adj2" fmla="val 43830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01E921BF-C56C-45EB-AC65-4A984D4ED3BF}"/>
              </a:ext>
            </a:extLst>
          </p:cNvPr>
          <p:cNvSpPr/>
          <p:nvPr/>
        </p:nvSpPr>
        <p:spPr>
          <a:xfrm rot="10800000">
            <a:off x="3320110" y="1764265"/>
            <a:ext cx="943920" cy="1102168"/>
          </a:xfrm>
          <a:prstGeom prst="corner">
            <a:avLst>
              <a:gd name="adj1" fmla="val 38244"/>
              <a:gd name="adj2" fmla="val 41455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4C2FDD-DB94-4F0B-8A24-FCC7DF3CEAE5}"/>
              </a:ext>
            </a:extLst>
          </p:cNvPr>
          <p:cNvSpPr/>
          <p:nvPr/>
        </p:nvSpPr>
        <p:spPr>
          <a:xfrm>
            <a:off x="3792070" y="2897981"/>
            <a:ext cx="261764" cy="3047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AA6C62-8819-4383-ACB6-F7F8F26CDC5A}"/>
              </a:ext>
            </a:extLst>
          </p:cNvPr>
          <p:cNvSpPr/>
          <p:nvPr/>
        </p:nvSpPr>
        <p:spPr>
          <a:xfrm>
            <a:off x="7808119" y="2526506"/>
            <a:ext cx="30003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BC950D-39B8-4BF8-B3F0-51958CBC2418}"/>
              </a:ext>
            </a:extLst>
          </p:cNvPr>
          <p:cNvSpPr/>
          <p:nvPr/>
        </p:nvSpPr>
        <p:spPr>
          <a:xfrm>
            <a:off x="8138163" y="2897980"/>
            <a:ext cx="30003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077C03-0F7C-4383-B221-D854F87D4F92}"/>
              </a:ext>
            </a:extLst>
          </p:cNvPr>
          <p:cNvSpPr/>
          <p:nvPr/>
        </p:nvSpPr>
        <p:spPr>
          <a:xfrm>
            <a:off x="4092734" y="2526506"/>
            <a:ext cx="30003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9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2" ma:contentTypeDescription="Create a new document." ma:contentTypeScope="" ma:versionID="06e9a80f57b5e7a8131021e4799536a3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27120e082fd76c320857246eee6cb03c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9DDBDF-623F-4CD4-B804-0B9DC5518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0AEA59-F2E9-4578-B795-7619264D9D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69911A-D575-4387-A08E-C93BBA9563A6}">
  <ds:schemaRefs>
    <ds:schemaRef ds:uri="http://www.w3.org/XML/1998/namespace"/>
    <ds:schemaRef ds:uri="http://schemas.openxmlformats.org/package/2006/metadata/core-properties"/>
    <ds:schemaRef ds:uri="27638313-1e11-4999-9038-bfa2141b3777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593646a3-f4b2-4797-891f-a58c41aec49e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68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Vaught, Jacob</dc:creator>
  <cp:lastModifiedBy>Vaught, Jacob</cp:lastModifiedBy>
  <cp:revision>3</cp:revision>
  <dcterms:created xsi:type="dcterms:W3CDTF">2022-04-22T13:59:23Z</dcterms:created>
  <dcterms:modified xsi:type="dcterms:W3CDTF">2022-04-22T15:16:36Z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