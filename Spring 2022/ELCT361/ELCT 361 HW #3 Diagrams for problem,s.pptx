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DD0DCB-1B6F-4BC0-BA89-6D0A87517EA2}" v="70" dt="2022-03-16T17:23:41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7" autoAdjust="0"/>
    <p:restoredTop sz="96751" autoAdjust="0"/>
  </p:normalViewPr>
  <p:slideViewPr>
    <p:cSldViewPr snapToGrid="0">
      <p:cViewPr varScale="1">
        <p:scale>
          <a:sx n="83" d="100"/>
          <a:sy n="83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t, Jacob" userId="3948bc58-7b81-44a4-9cf0-22ebac0213b4" providerId="ADAL" clId="{D9DD0DCB-1B6F-4BC0-BA89-6D0A87517EA2}"/>
    <pc:docChg chg="undo custSel addSld modSld">
      <pc:chgData name="Vaught, Jacob" userId="3948bc58-7b81-44a4-9cf0-22ebac0213b4" providerId="ADAL" clId="{D9DD0DCB-1B6F-4BC0-BA89-6D0A87517EA2}" dt="2022-03-17T15:50:50.937" v="96" actId="20577"/>
      <pc:docMkLst>
        <pc:docMk/>
      </pc:docMkLst>
      <pc:sldChg chg="addSp delSp modSp mod">
        <pc:chgData name="Vaught, Jacob" userId="3948bc58-7b81-44a4-9cf0-22ebac0213b4" providerId="ADAL" clId="{D9DD0DCB-1B6F-4BC0-BA89-6D0A87517EA2}" dt="2022-03-16T17:29:29.379" v="90" actId="207"/>
        <pc:sldMkLst>
          <pc:docMk/>
          <pc:sldMk cId="1421993633" sldId="257"/>
        </pc:sldMkLst>
        <pc:spChg chg="del">
          <ac:chgData name="Vaught, Jacob" userId="3948bc58-7b81-44a4-9cf0-22ebac0213b4" providerId="ADAL" clId="{D9DD0DCB-1B6F-4BC0-BA89-6D0A87517EA2}" dt="2022-03-16T17:27:03.576" v="80" actId="478"/>
          <ac:spMkLst>
            <pc:docMk/>
            <pc:sldMk cId="1421993633" sldId="257"/>
            <ac:spMk id="3" creationId="{0AF6263E-B2D4-491A-8D4F-1FFC268BAD7D}"/>
          </ac:spMkLst>
        </pc:spChg>
        <pc:spChg chg="add del mod">
          <ac:chgData name="Vaught, Jacob" userId="3948bc58-7b81-44a4-9cf0-22ebac0213b4" providerId="ADAL" clId="{D9DD0DCB-1B6F-4BC0-BA89-6D0A87517EA2}" dt="2022-03-16T17:27:05.279" v="81" actId="478"/>
          <ac:spMkLst>
            <pc:docMk/>
            <pc:sldMk cId="1421993633" sldId="257"/>
            <ac:spMk id="5" creationId="{CCB3171D-525B-42CB-B40D-B2292E21E60B}"/>
          </ac:spMkLst>
        </pc:spChg>
        <pc:spChg chg="mod">
          <ac:chgData name="Vaught, Jacob" userId="3948bc58-7b81-44a4-9cf0-22ebac0213b4" providerId="ADAL" clId="{D9DD0DCB-1B6F-4BC0-BA89-6D0A87517EA2}" dt="2022-03-16T17:29:29.379" v="90" actId="207"/>
          <ac:spMkLst>
            <pc:docMk/>
            <pc:sldMk cId="1421993633" sldId="257"/>
            <ac:spMk id="61" creationId="{9D38376C-89C2-42CA-AC2A-54D7CB4E7201}"/>
          </ac:spMkLst>
        </pc:spChg>
      </pc:sldChg>
      <pc:sldChg chg="addSp delSp modSp mod">
        <pc:chgData name="Vaught, Jacob" userId="3948bc58-7b81-44a4-9cf0-22ebac0213b4" providerId="ADAL" clId="{D9DD0DCB-1B6F-4BC0-BA89-6D0A87517EA2}" dt="2022-03-16T17:29:12.083" v="89" actId="1076"/>
        <pc:sldMkLst>
          <pc:docMk/>
          <pc:sldMk cId="420885834" sldId="258"/>
        </pc:sldMkLst>
        <pc:spChg chg="del">
          <ac:chgData name="Vaught, Jacob" userId="3948bc58-7b81-44a4-9cf0-22ebac0213b4" providerId="ADAL" clId="{D9DD0DCB-1B6F-4BC0-BA89-6D0A87517EA2}" dt="2022-03-16T17:26:54.413" v="78" actId="478"/>
          <ac:spMkLst>
            <pc:docMk/>
            <pc:sldMk cId="420885834" sldId="258"/>
            <ac:spMk id="3" creationId="{D9B41FC1-391B-4B65-8F54-C33CA9F592EC}"/>
          </ac:spMkLst>
        </pc:spChg>
        <pc:spChg chg="add del mod">
          <ac:chgData name="Vaught, Jacob" userId="3948bc58-7b81-44a4-9cf0-22ebac0213b4" providerId="ADAL" clId="{D9DD0DCB-1B6F-4BC0-BA89-6D0A87517EA2}" dt="2022-03-16T17:26:56.489" v="79" actId="478"/>
          <ac:spMkLst>
            <pc:docMk/>
            <pc:sldMk cId="420885834" sldId="258"/>
            <ac:spMk id="4" creationId="{6B369FC5-F087-48F6-AB66-2ED8BE8579E9}"/>
          </ac:spMkLst>
        </pc:spChg>
        <pc:spChg chg="mod">
          <ac:chgData name="Vaught, Jacob" userId="3948bc58-7b81-44a4-9cf0-22ebac0213b4" providerId="ADAL" clId="{D9DD0DCB-1B6F-4BC0-BA89-6D0A87517EA2}" dt="2022-03-16T17:29:12.083" v="89" actId="1076"/>
          <ac:spMkLst>
            <pc:docMk/>
            <pc:sldMk cId="420885834" sldId="258"/>
            <ac:spMk id="12" creationId="{0BB51ADE-F1AB-49F3-91AB-8BE83C4A9BCD}"/>
          </ac:spMkLst>
        </pc:spChg>
        <pc:spChg chg="mod">
          <ac:chgData name="Vaught, Jacob" userId="3948bc58-7b81-44a4-9cf0-22ebac0213b4" providerId="ADAL" clId="{D9DD0DCB-1B6F-4BC0-BA89-6D0A87517EA2}" dt="2022-03-16T17:29:12.083" v="89" actId="1076"/>
          <ac:spMkLst>
            <pc:docMk/>
            <pc:sldMk cId="420885834" sldId="258"/>
            <ac:spMk id="19" creationId="{8A11C077-C051-478F-9FD8-5B92DC137A4C}"/>
          </ac:spMkLst>
        </pc:spChg>
        <pc:spChg chg="mod">
          <ac:chgData name="Vaught, Jacob" userId="3948bc58-7b81-44a4-9cf0-22ebac0213b4" providerId="ADAL" clId="{D9DD0DCB-1B6F-4BC0-BA89-6D0A87517EA2}" dt="2022-03-16T17:29:12.083" v="89" actId="1076"/>
          <ac:spMkLst>
            <pc:docMk/>
            <pc:sldMk cId="420885834" sldId="258"/>
            <ac:spMk id="20" creationId="{DDBB8A9F-0E4B-4144-955A-5F902915F8AD}"/>
          </ac:spMkLst>
        </pc:spChg>
        <pc:spChg chg="mod">
          <ac:chgData name="Vaught, Jacob" userId="3948bc58-7b81-44a4-9cf0-22ebac0213b4" providerId="ADAL" clId="{D9DD0DCB-1B6F-4BC0-BA89-6D0A87517EA2}" dt="2022-03-16T17:29:12.083" v="89" actId="1076"/>
          <ac:spMkLst>
            <pc:docMk/>
            <pc:sldMk cId="420885834" sldId="258"/>
            <ac:spMk id="21" creationId="{934D3224-DDAD-4F55-8B82-850D2942D4FA}"/>
          </ac:spMkLst>
        </pc:spChg>
        <pc:spChg chg="mod">
          <ac:chgData name="Vaught, Jacob" userId="3948bc58-7b81-44a4-9cf0-22ebac0213b4" providerId="ADAL" clId="{D9DD0DCB-1B6F-4BC0-BA89-6D0A87517EA2}" dt="2022-03-16T17:29:12.083" v="89" actId="1076"/>
          <ac:spMkLst>
            <pc:docMk/>
            <pc:sldMk cId="420885834" sldId="258"/>
            <ac:spMk id="23" creationId="{E4B8FD65-705A-46DF-A3A9-BD06A8A34AE7}"/>
          </ac:spMkLst>
        </pc:spChg>
        <pc:spChg chg="mod">
          <ac:chgData name="Vaught, Jacob" userId="3948bc58-7b81-44a4-9cf0-22ebac0213b4" providerId="ADAL" clId="{D9DD0DCB-1B6F-4BC0-BA89-6D0A87517EA2}" dt="2022-03-16T17:29:12.083" v="89" actId="1076"/>
          <ac:spMkLst>
            <pc:docMk/>
            <pc:sldMk cId="420885834" sldId="258"/>
            <ac:spMk id="24" creationId="{388DDBD1-28AF-4270-97C5-5E668AF35994}"/>
          </ac:spMkLst>
        </pc:spChg>
        <pc:spChg chg="mod">
          <ac:chgData name="Vaught, Jacob" userId="3948bc58-7b81-44a4-9cf0-22ebac0213b4" providerId="ADAL" clId="{D9DD0DCB-1B6F-4BC0-BA89-6D0A87517EA2}" dt="2022-03-16T17:29:12.083" v="89" actId="1076"/>
          <ac:spMkLst>
            <pc:docMk/>
            <pc:sldMk cId="420885834" sldId="258"/>
            <ac:spMk id="37" creationId="{0983BB68-A6E4-44E1-BBEA-76A9F430FA95}"/>
          </ac:spMkLst>
        </pc:spChg>
        <pc:spChg chg="mod">
          <ac:chgData name="Vaught, Jacob" userId="3948bc58-7b81-44a4-9cf0-22ebac0213b4" providerId="ADAL" clId="{D9DD0DCB-1B6F-4BC0-BA89-6D0A87517EA2}" dt="2022-03-16T17:29:12.083" v="89" actId="1076"/>
          <ac:spMkLst>
            <pc:docMk/>
            <pc:sldMk cId="420885834" sldId="258"/>
            <ac:spMk id="38" creationId="{D8F426B1-D020-4199-B10A-64F4679CEEC8}"/>
          </ac:spMkLst>
        </pc:spChg>
        <pc:spChg chg="mod">
          <ac:chgData name="Vaught, Jacob" userId="3948bc58-7b81-44a4-9cf0-22ebac0213b4" providerId="ADAL" clId="{D9DD0DCB-1B6F-4BC0-BA89-6D0A87517EA2}" dt="2022-03-16T17:29:12.083" v="89" actId="1076"/>
          <ac:spMkLst>
            <pc:docMk/>
            <pc:sldMk cId="420885834" sldId="258"/>
            <ac:spMk id="39" creationId="{B9D4124F-97BC-4D9C-AF0B-26736CB7F126}"/>
          </ac:spMkLst>
        </pc:spChg>
        <pc:cxnChg chg="mod">
          <ac:chgData name="Vaught, Jacob" userId="3948bc58-7b81-44a4-9cf0-22ebac0213b4" providerId="ADAL" clId="{D9DD0DCB-1B6F-4BC0-BA89-6D0A87517EA2}" dt="2022-03-16T17:29:12.083" v="89" actId="1076"/>
          <ac:cxnSpMkLst>
            <pc:docMk/>
            <pc:sldMk cId="420885834" sldId="258"/>
            <ac:cxnSpMk id="17" creationId="{AE648067-FBEA-44B4-A3C1-6350AC298AC5}"/>
          </ac:cxnSpMkLst>
        </pc:cxnChg>
        <pc:cxnChg chg="mod">
          <ac:chgData name="Vaught, Jacob" userId="3948bc58-7b81-44a4-9cf0-22ebac0213b4" providerId="ADAL" clId="{D9DD0DCB-1B6F-4BC0-BA89-6D0A87517EA2}" dt="2022-03-16T17:29:12.083" v="89" actId="1076"/>
          <ac:cxnSpMkLst>
            <pc:docMk/>
            <pc:sldMk cId="420885834" sldId="258"/>
            <ac:cxnSpMk id="26" creationId="{CB1A35DF-86CA-4E05-A82A-30B57FE9F569}"/>
          </ac:cxnSpMkLst>
        </pc:cxnChg>
        <pc:cxnChg chg="mod">
          <ac:chgData name="Vaught, Jacob" userId="3948bc58-7b81-44a4-9cf0-22ebac0213b4" providerId="ADAL" clId="{D9DD0DCB-1B6F-4BC0-BA89-6D0A87517EA2}" dt="2022-03-16T17:29:12.083" v="89" actId="1076"/>
          <ac:cxnSpMkLst>
            <pc:docMk/>
            <pc:sldMk cId="420885834" sldId="258"/>
            <ac:cxnSpMk id="28" creationId="{9CEB7770-110B-4B2A-818E-C2612B7D3AA5}"/>
          </ac:cxnSpMkLst>
        </pc:cxnChg>
        <pc:cxnChg chg="mod">
          <ac:chgData name="Vaught, Jacob" userId="3948bc58-7b81-44a4-9cf0-22ebac0213b4" providerId="ADAL" clId="{D9DD0DCB-1B6F-4BC0-BA89-6D0A87517EA2}" dt="2022-03-16T17:29:12.083" v="89" actId="1076"/>
          <ac:cxnSpMkLst>
            <pc:docMk/>
            <pc:sldMk cId="420885834" sldId="258"/>
            <ac:cxnSpMk id="32" creationId="{607D770B-FE17-43E4-94BB-1584F7675EC7}"/>
          </ac:cxnSpMkLst>
        </pc:cxnChg>
        <pc:cxnChg chg="mod">
          <ac:chgData name="Vaught, Jacob" userId="3948bc58-7b81-44a4-9cf0-22ebac0213b4" providerId="ADAL" clId="{D9DD0DCB-1B6F-4BC0-BA89-6D0A87517EA2}" dt="2022-03-16T17:29:12.083" v="89" actId="1076"/>
          <ac:cxnSpMkLst>
            <pc:docMk/>
            <pc:sldMk cId="420885834" sldId="258"/>
            <ac:cxnSpMk id="35" creationId="{008C3ABC-1DDC-4657-98C8-5E67003C9BF7}"/>
          </ac:cxnSpMkLst>
        </pc:cxnChg>
      </pc:sldChg>
      <pc:sldChg chg="addSp delSp modSp new mod">
        <pc:chgData name="Vaught, Jacob" userId="3948bc58-7b81-44a4-9cf0-22ebac0213b4" providerId="ADAL" clId="{D9DD0DCB-1B6F-4BC0-BA89-6D0A87517EA2}" dt="2022-03-17T15:50:50.937" v="96" actId="20577"/>
        <pc:sldMkLst>
          <pc:docMk/>
          <pc:sldMk cId="2189517445" sldId="259"/>
        </pc:sldMkLst>
        <pc:spChg chg="del mod">
          <ac:chgData name="Vaught, Jacob" userId="3948bc58-7b81-44a4-9cf0-22ebac0213b4" providerId="ADAL" clId="{D9DD0DCB-1B6F-4BC0-BA89-6D0A87517EA2}" dt="2022-03-16T17:18:42.659" v="7" actId="478"/>
          <ac:spMkLst>
            <pc:docMk/>
            <pc:sldMk cId="2189517445" sldId="259"/>
            <ac:spMk id="2" creationId="{C8E9F831-49B6-4BA4-982A-8BA0201D07FA}"/>
          </ac:spMkLst>
        </pc:spChg>
        <pc:spChg chg="del mod">
          <ac:chgData name="Vaught, Jacob" userId="3948bc58-7b81-44a4-9cf0-22ebac0213b4" providerId="ADAL" clId="{D9DD0DCB-1B6F-4BC0-BA89-6D0A87517EA2}" dt="2022-03-16T17:17:20.123" v="4" actId="478"/>
          <ac:spMkLst>
            <pc:docMk/>
            <pc:sldMk cId="2189517445" sldId="259"/>
            <ac:spMk id="3" creationId="{F3E00F78-DBD1-4F6A-A9B1-5719B8BAF2F3}"/>
          </ac:spMkLst>
        </pc:spChg>
        <pc:spChg chg="add mod">
          <ac:chgData name="Vaught, Jacob" userId="3948bc58-7b81-44a4-9cf0-22ebac0213b4" providerId="ADAL" clId="{D9DD0DCB-1B6F-4BC0-BA89-6D0A87517EA2}" dt="2022-03-16T17:29:02.829" v="88" actId="1076"/>
          <ac:spMkLst>
            <pc:docMk/>
            <pc:sldMk cId="2189517445" sldId="259"/>
            <ac:spMk id="4" creationId="{3FA522D4-2FE2-4609-83B6-FFEC6BD7833E}"/>
          </ac:spMkLst>
        </pc:spChg>
        <pc:spChg chg="add del mod">
          <ac:chgData name="Vaught, Jacob" userId="3948bc58-7b81-44a4-9cf0-22ebac0213b4" providerId="ADAL" clId="{D9DD0DCB-1B6F-4BC0-BA89-6D0A87517EA2}" dt="2022-03-16T17:19:06.345" v="13" actId="478"/>
          <ac:spMkLst>
            <pc:docMk/>
            <pc:sldMk cId="2189517445" sldId="259"/>
            <ac:spMk id="6" creationId="{00D6A84F-237F-4430-A56E-6F79CE4DCD1C}"/>
          </ac:spMkLst>
        </pc:spChg>
        <pc:spChg chg="add del mod">
          <ac:chgData name="Vaught, Jacob" userId="3948bc58-7b81-44a4-9cf0-22ebac0213b4" providerId="ADAL" clId="{D9DD0DCB-1B6F-4BC0-BA89-6D0A87517EA2}" dt="2022-03-16T17:19:04.215" v="12" actId="478"/>
          <ac:spMkLst>
            <pc:docMk/>
            <pc:sldMk cId="2189517445" sldId="259"/>
            <ac:spMk id="7" creationId="{3702F6CB-8D88-491A-9E88-02B2F11C2400}"/>
          </ac:spMkLst>
        </pc:spChg>
        <pc:spChg chg="add mod">
          <ac:chgData name="Vaught, Jacob" userId="3948bc58-7b81-44a4-9cf0-22ebac0213b4" providerId="ADAL" clId="{D9DD0DCB-1B6F-4BC0-BA89-6D0A87517EA2}" dt="2022-03-16T17:29:02.829" v="88" actId="1076"/>
          <ac:spMkLst>
            <pc:docMk/>
            <pc:sldMk cId="2189517445" sldId="259"/>
            <ac:spMk id="8" creationId="{73F2323F-C05D-4A4A-848E-E4948215B115}"/>
          </ac:spMkLst>
        </pc:spChg>
        <pc:spChg chg="add mod">
          <ac:chgData name="Vaught, Jacob" userId="3948bc58-7b81-44a4-9cf0-22ebac0213b4" providerId="ADAL" clId="{D9DD0DCB-1B6F-4BC0-BA89-6D0A87517EA2}" dt="2022-03-16T17:29:02.829" v="88" actId="1076"/>
          <ac:spMkLst>
            <pc:docMk/>
            <pc:sldMk cId="2189517445" sldId="259"/>
            <ac:spMk id="9" creationId="{113913C2-CBE6-473E-ADF2-92BD623E2A1F}"/>
          </ac:spMkLst>
        </pc:spChg>
        <pc:spChg chg="add mod">
          <ac:chgData name="Vaught, Jacob" userId="3948bc58-7b81-44a4-9cf0-22ebac0213b4" providerId="ADAL" clId="{D9DD0DCB-1B6F-4BC0-BA89-6D0A87517EA2}" dt="2022-03-16T17:29:02.829" v="88" actId="1076"/>
          <ac:spMkLst>
            <pc:docMk/>
            <pc:sldMk cId="2189517445" sldId="259"/>
            <ac:spMk id="10" creationId="{CD281E5E-1636-41F9-820F-37B94CD1C169}"/>
          </ac:spMkLst>
        </pc:spChg>
        <pc:spChg chg="add mod">
          <ac:chgData name="Vaught, Jacob" userId="3948bc58-7b81-44a4-9cf0-22ebac0213b4" providerId="ADAL" clId="{D9DD0DCB-1B6F-4BC0-BA89-6D0A87517EA2}" dt="2022-03-17T15:50:50.937" v="96" actId="20577"/>
          <ac:spMkLst>
            <pc:docMk/>
            <pc:sldMk cId="2189517445" sldId="259"/>
            <ac:spMk id="15" creationId="{D0573F3B-3B84-4CA4-B1A8-C39E403870A3}"/>
          </ac:spMkLst>
        </pc:spChg>
        <pc:spChg chg="add mod ord">
          <ac:chgData name="Vaught, Jacob" userId="3948bc58-7b81-44a4-9cf0-22ebac0213b4" providerId="ADAL" clId="{D9DD0DCB-1B6F-4BC0-BA89-6D0A87517EA2}" dt="2022-03-16T17:29:02.829" v="88" actId="1076"/>
          <ac:spMkLst>
            <pc:docMk/>
            <pc:sldMk cId="2189517445" sldId="259"/>
            <ac:spMk id="16" creationId="{800147C5-97C8-4EE3-B091-81A1A39F496F}"/>
          </ac:spMkLst>
        </pc:spChg>
        <pc:spChg chg="add mod ord">
          <ac:chgData name="Vaught, Jacob" userId="3948bc58-7b81-44a4-9cf0-22ebac0213b4" providerId="ADAL" clId="{D9DD0DCB-1B6F-4BC0-BA89-6D0A87517EA2}" dt="2022-03-16T17:29:02.829" v="88" actId="1076"/>
          <ac:spMkLst>
            <pc:docMk/>
            <pc:sldMk cId="2189517445" sldId="259"/>
            <ac:spMk id="17" creationId="{05EB5069-FD44-43A8-8A22-589CEA5792D5}"/>
          </ac:spMkLst>
        </pc:spChg>
        <pc:spChg chg="add del mod">
          <ac:chgData name="Vaught, Jacob" userId="3948bc58-7b81-44a4-9cf0-22ebac0213b4" providerId="ADAL" clId="{D9DD0DCB-1B6F-4BC0-BA89-6D0A87517EA2}" dt="2022-03-16T17:17:21.931" v="5" actId="478"/>
          <ac:spMkLst>
            <pc:docMk/>
            <pc:sldMk cId="2189517445" sldId="259"/>
            <ac:spMk id="19" creationId="{880F7CE9-3ECF-4E87-B8B1-557E3FDCC517}"/>
          </ac:spMkLst>
        </pc:spChg>
        <pc:spChg chg="add del mod">
          <ac:chgData name="Vaught, Jacob" userId="3948bc58-7b81-44a4-9cf0-22ebac0213b4" providerId="ADAL" clId="{D9DD0DCB-1B6F-4BC0-BA89-6D0A87517EA2}" dt="2022-03-16T17:18:44.767" v="8" actId="478"/>
          <ac:spMkLst>
            <pc:docMk/>
            <pc:sldMk cId="2189517445" sldId="259"/>
            <ac:spMk id="21" creationId="{599D8792-78F3-45F5-AC53-5831FB97D870}"/>
          </ac:spMkLst>
        </pc:spChg>
        <pc:spChg chg="add mod">
          <ac:chgData name="Vaught, Jacob" userId="3948bc58-7b81-44a4-9cf0-22ebac0213b4" providerId="ADAL" clId="{D9DD0DCB-1B6F-4BC0-BA89-6D0A87517EA2}" dt="2022-03-16T17:29:02.829" v="88" actId="1076"/>
          <ac:spMkLst>
            <pc:docMk/>
            <pc:sldMk cId="2189517445" sldId="259"/>
            <ac:spMk id="27" creationId="{76C4A04D-A75D-457D-8541-1B6FBDB204C9}"/>
          </ac:spMkLst>
        </pc:spChg>
        <pc:spChg chg="add mod">
          <ac:chgData name="Vaught, Jacob" userId="3948bc58-7b81-44a4-9cf0-22ebac0213b4" providerId="ADAL" clId="{D9DD0DCB-1B6F-4BC0-BA89-6D0A87517EA2}" dt="2022-03-16T17:29:02.829" v="88" actId="1076"/>
          <ac:spMkLst>
            <pc:docMk/>
            <pc:sldMk cId="2189517445" sldId="259"/>
            <ac:spMk id="28" creationId="{F0D16D7B-1790-43AB-A87E-C5ECD2123567}"/>
          </ac:spMkLst>
        </pc:spChg>
        <pc:spChg chg="add mod">
          <ac:chgData name="Vaught, Jacob" userId="3948bc58-7b81-44a4-9cf0-22ebac0213b4" providerId="ADAL" clId="{D9DD0DCB-1B6F-4BC0-BA89-6D0A87517EA2}" dt="2022-03-16T17:29:02.829" v="88" actId="1076"/>
          <ac:spMkLst>
            <pc:docMk/>
            <pc:sldMk cId="2189517445" sldId="259"/>
            <ac:spMk id="29" creationId="{4AFEB8FE-EF2D-4704-97AC-E1004BCD60FF}"/>
          </ac:spMkLst>
        </pc:spChg>
        <pc:spChg chg="add del mod">
          <ac:chgData name="Vaught, Jacob" userId="3948bc58-7b81-44a4-9cf0-22ebac0213b4" providerId="ADAL" clId="{D9DD0DCB-1B6F-4BC0-BA89-6D0A87517EA2}" dt="2022-03-17T15:50:37.213" v="92" actId="478"/>
          <ac:spMkLst>
            <pc:docMk/>
            <pc:sldMk cId="2189517445" sldId="259"/>
            <ac:spMk id="31" creationId="{FBA471BF-D6FE-4F1F-9C42-EB2FDF303FD4}"/>
          </ac:spMkLst>
        </pc:spChg>
        <pc:cxnChg chg="add mod">
          <ac:chgData name="Vaught, Jacob" userId="3948bc58-7b81-44a4-9cf0-22ebac0213b4" providerId="ADAL" clId="{D9DD0DCB-1B6F-4BC0-BA89-6D0A87517EA2}" dt="2022-03-16T17:29:02.829" v="88" actId="1076"/>
          <ac:cxnSpMkLst>
            <pc:docMk/>
            <pc:sldMk cId="2189517445" sldId="259"/>
            <ac:cxnSpMk id="5" creationId="{4C37EAF1-B89F-47B8-9E9A-1DEA3AAEBA5C}"/>
          </ac:cxnSpMkLst>
        </pc:cxnChg>
        <pc:cxnChg chg="add mod">
          <ac:chgData name="Vaught, Jacob" userId="3948bc58-7b81-44a4-9cf0-22ebac0213b4" providerId="ADAL" clId="{D9DD0DCB-1B6F-4BC0-BA89-6D0A87517EA2}" dt="2022-03-16T17:29:02.829" v="88" actId="1076"/>
          <ac:cxnSpMkLst>
            <pc:docMk/>
            <pc:sldMk cId="2189517445" sldId="259"/>
            <ac:cxnSpMk id="11" creationId="{91F17CB8-AC01-42C4-BC9C-5C6717387793}"/>
          </ac:cxnSpMkLst>
        </pc:cxnChg>
        <pc:cxnChg chg="add del mod">
          <ac:chgData name="Vaught, Jacob" userId="3948bc58-7b81-44a4-9cf0-22ebac0213b4" providerId="ADAL" clId="{D9DD0DCB-1B6F-4BC0-BA89-6D0A87517EA2}" dt="2022-03-17T15:50:34.984" v="91" actId="478"/>
          <ac:cxnSpMkLst>
            <pc:docMk/>
            <pc:sldMk cId="2189517445" sldId="259"/>
            <ac:cxnSpMk id="12" creationId="{AFB99D2F-CF77-44DB-AE17-797BA5B140EA}"/>
          </ac:cxnSpMkLst>
        </pc:cxnChg>
        <pc:cxnChg chg="add mod">
          <ac:chgData name="Vaught, Jacob" userId="3948bc58-7b81-44a4-9cf0-22ebac0213b4" providerId="ADAL" clId="{D9DD0DCB-1B6F-4BC0-BA89-6D0A87517EA2}" dt="2022-03-16T17:29:02.829" v="88" actId="1076"/>
          <ac:cxnSpMkLst>
            <pc:docMk/>
            <pc:sldMk cId="2189517445" sldId="259"/>
            <ac:cxnSpMk id="13" creationId="{73B670E5-27EC-4595-8884-AE6F195BFA9D}"/>
          </ac:cxnSpMkLst>
        </pc:cxnChg>
        <pc:cxnChg chg="add mod">
          <ac:chgData name="Vaught, Jacob" userId="3948bc58-7b81-44a4-9cf0-22ebac0213b4" providerId="ADAL" clId="{D9DD0DCB-1B6F-4BC0-BA89-6D0A87517EA2}" dt="2022-03-16T17:29:02.829" v="88" actId="1076"/>
          <ac:cxnSpMkLst>
            <pc:docMk/>
            <pc:sldMk cId="2189517445" sldId="259"/>
            <ac:cxnSpMk id="14" creationId="{CDC8A458-0978-4933-8EFB-F1EF11A3911F}"/>
          </ac:cxnSpMkLst>
        </pc:cxnChg>
        <pc:cxnChg chg="add mod">
          <ac:chgData name="Vaught, Jacob" userId="3948bc58-7b81-44a4-9cf0-22ebac0213b4" providerId="ADAL" clId="{D9DD0DCB-1B6F-4BC0-BA89-6D0A87517EA2}" dt="2022-03-16T17:29:02.829" v="88" actId="1076"/>
          <ac:cxnSpMkLst>
            <pc:docMk/>
            <pc:sldMk cId="2189517445" sldId="259"/>
            <ac:cxnSpMk id="30" creationId="{1F3B64A3-324A-4535-A112-26D98B8DD2D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2D18-98A3-412E-A540-F744E712B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17C73-E5E6-4781-8ADC-1E29D4BCB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E1DCB-5FF2-48A5-A883-06CE4FAAE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F382F-229F-4BC2-9C6E-712140B0B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6EAEA-767C-41DC-BD8C-61089BB4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72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5161-9CCE-4C10-B320-E1DFB986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2EEC1-0245-4F2A-89C8-DD28860A8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CCD9E-7832-41FF-A264-96381AC3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AD477-2D53-4788-9C60-1B4CC9403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EF9DA-EDB4-48B0-8826-5DDE67B7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6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C996-6EC0-441E-AD59-5ABF9617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51A7A-014F-4082-8324-E6C4782D8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28485-4F47-4C8A-A75F-1A734D34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F5818-BBA8-4C7A-BB93-1D7D9FF08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E239B-AFCB-4548-899C-24739BA5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A0F5-8907-4E73-B0CC-39FF90FE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93ABB-6371-4050-8B48-13D8AF13B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33311-302F-4606-8E8F-8904F831F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E91C3-A751-4022-ACC3-E0E4FB6ED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5F400-AA0F-495D-93EB-8DACF546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3F3B5-468E-4B40-9D8F-42FE081C7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52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5E58-3AB4-43F2-B6F3-F4ED8996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0A1A9-6FEF-410F-A3CF-6ACCAD818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9C4EB-5849-4DBC-8382-F138AE559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38B19F-F87C-4B1F-822B-2284EB955D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75C8D-C545-4418-9A03-C0DF2BB88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F15A33-100A-4FB5-8449-6FA1E9065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056D18-513A-4252-B762-91B7DAD05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68089-11FA-4182-BF25-F80DF00B8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3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7559-130A-426A-B698-6ED8F88A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5A162F-A2C6-4706-B064-ED61B72F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5D091-B9F1-4697-B846-51C33BEBF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F92DC-8560-408A-8BCD-AE73A9B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57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2ADC3-2CF6-4DCE-ADB1-42D808D5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24E9F-9501-46CA-A6DB-F4B7CB6C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9F251-55E6-415A-B89D-61CDC10C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80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7A5E-11C0-4EB9-92DE-0C1B132C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4CEC2-8965-4498-9CC0-7122D82C7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659FAB-400D-4AAA-BCB4-EC028EDC7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83965-26FD-4F98-9BF1-07C0676F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AC3FF-481C-4C0B-BC90-75C2B637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0CC29-0B1C-46B8-83A7-7AA000ED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3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D4E7-6493-488D-A235-13238959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1E46C-E13F-4131-860A-6AE1297B6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F0E2B-9FE5-4955-BE42-CE5601A86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424F0-73A6-47E9-9F8F-9A7636653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45381-9803-4B6C-8B92-B0591585C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32491-3134-4328-841E-D56F678D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1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E12E0-276F-410B-8454-9796065CD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57F17-160B-43F2-8196-4154117A9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41C4D-283B-412B-9488-FB6F902A2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1CDE3-71A7-4724-9A3E-6236E1C7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7C7B5-B163-42BD-9B2F-9B33D1A3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6DC48-C53F-43A8-8106-EB44704FD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8BF86-783B-41CE-8DA8-A522A68DB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4D881-36AC-481A-A7A3-E72B5AC4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F1C17-A61C-43F2-BC13-1F3BCC586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BA1F-3052-47FC-88BD-43BDBF13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17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1F739-96BF-434E-B5BA-F03E3A6B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5DC28-2065-4EEB-955B-6F0E576BA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E15A6-79CC-4B2F-B27B-B023E3F44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8FAAB-32C4-47E5-8398-D01FAEC4F3A7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9AC5B-3DBF-498F-8E3F-F11AD5E92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593CB-60A1-4CE9-9BC4-0FCE0124D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5CA21-5F22-4E50-B95B-4BB273A06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4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0D74C-364F-4A63-95E3-17C8ACB6E7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12EA3-74E4-421C-A402-F674DD5AFF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E1FDE2-C774-42AB-AD95-514521083D3D}"/>
              </a:ext>
            </a:extLst>
          </p:cNvPr>
          <p:cNvSpPr>
            <a:spLocks noChangeAspect="1"/>
          </p:cNvSpPr>
          <p:nvPr/>
        </p:nvSpPr>
        <p:spPr>
          <a:xfrm>
            <a:off x="4203523" y="1639379"/>
            <a:ext cx="3297065" cy="32970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46306C-4B8B-41C8-BBED-95C57B30FAD2}"/>
              </a:ext>
            </a:extLst>
          </p:cNvPr>
          <p:cNvCxnSpPr>
            <a:endCxn id="4" idx="7"/>
          </p:cNvCxnSpPr>
          <p:nvPr/>
        </p:nvCxnSpPr>
        <p:spPr>
          <a:xfrm flipV="1">
            <a:off x="5852055" y="2122223"/>
            <a:ext cx="1165689" cy="1200615"/>
          </a:xfrm>
          <a:prstGeom prst="line">
            <a:avLst/>
          </a:prstGeom>
          <a:ln w="28575">
            <a:solidFill>
              <a:schemeClr val="tx1"/>
            </a:solidFill>
            <a:prstDash val="lg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08B71D-634B-4873-877B-5E3891ECD0DB}"/>
              </a:ext>
            </a:extLst>
          </p:cNvPr>
          <p:cNvCxnSpPr>
            <a:cxnSpLocks/>
            <a:stCxn id="4" idx="7"/>
          </p:cNvCxnSpPr>
          <p:nvPr/>
        </p:nvCxnSpPr>
        <p:spPr>
          <a:xfrm flipV="1">
            <a:off x="7017744" y="1803600"/>
            <a:ext cx="321268" cy="318623"/>
          </a:xfrm>
          <a:prstGeom prst="straightConnector1">
            <a:avLst/>
          </a:prstGeom>
          <a:ln w="28575">
            <a:solidFill>
              <a:srgbClr val="C00000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64D1BE8-0FFA-43AF-A0B7-FE85E2FC9602}"/>
              </a:ext>
            </a:extLst>
          </p:cNvPr>
          <p:cNvSpPr txBox="1"/>
          <p:nvPr/>
        </p:nvSpPr>
        <p:spPr>
          <a:xfrm>
            <a:off x="5530788" y="3186669"/>
            <a:ext cx="68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D26185-43B5-4EC3-989A-F0127BD7FA58}"/>
              </a:ext>
            </a:extLst>
          </p:cNvPr>
          <p:cNvSpPr txBox="1"/>
          <p:nvPr/>
        </p:nvSpPr>
        <p:spPr>
          <a:xfrm>
            <a:off x="5852056" y="318666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4D96C-CF66-4EEB-9D6C-39B87BDE9BA5}"/>
              </a:ext>
            </a:extLst>
          </p:cNvPr>
          <p:cNvSpPr txBox="1"/>
          <p:nvPr/>
        </p:nvSpPr>
        <p:spPr>
          <a:xfrm>
            <a:off x="5938309" y="3287912"/>
            <a:ext cx="418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F79405-FF4A-40E9-ABAD-3F25A5129266}"/>
              </a:ext>
            </a:extLst>
          </p:cNvPr>
          <p:cNvCxnSpPr>
            <a:cxnSpLocks/>
          </p:cNvCxnSpPr>
          <p:nvPr/>
        </p:nvCxnSpPr>
        <p:spPr>
          <a:xfrm flipV="1">
            <a:off x="5872806" y="3113127"/>
            <a:ext cx="170125" cy="178117"/>
          </a:xfrm>
          <a:prstGeom prst="straightConnector1">
            <a:avLst/>
          </a:prstGeom>
          <a:ln w="412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BA442F2-B65F-4519-94CD-812CADA2B797}"/>
              </a:ext>
            </a:extLst>
          </p:cNvPr>
          <p:cNvSpPr txBox="1"/>
          <p:nvPr/>
        </p:nvSpPr>
        <p:spPr>
          <a:xfrm>
            <a:off x="6940550" y="1658720"/>
            <a:ext cx="36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060574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7D15B-D419-445B-8C6E-DDD41A7D2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626"/>
            <a:ext cx="10515600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6E832B0-BF22-4C3B-9BF5-785A504838C3}"/>
              </a:ext>
            </a:extLst>
          </p:cNvPr>
          <p:cNvSpPr>
            <a:spLocks noChangeAspect="1"/>
          </p:cNvSpPr>
          <p:nvPr/>
        </p:nvSpPr>
        <p:spPr>
          <a:xfrm>
            <a:off x="4667250" y="3565208"/>
            <a:ext cx="2039111" cy="73152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0"/>
            <a:tileRect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9B7F692-280B-44B5-B374-346040269FDA}"/>
              </a:ext>
            </a:extLst>
          </p:cNvPr>
          <p:cNvCxnSpPr/>
          <p:nvPr/>
        </p:nvCxnSpPr>
        <p:spPr>
          <a:xfrm>
            <a:off x="4667250" y="2056448"/>
            <a:ext cx="0" cy="18745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483660-E0B4-4239-A616-24797FB548C4}"/>
              </a:ext>
            </a:extLst>
          </p:cNvPr>
          <p:cNvCxnSpPr/>
          <p:nvPr/>
        </p:nvCxnSpPr>
        <p:spPr>
          <a:xfrm>
            <a:off x="6706361" y="2056448"/>
            <a:ext cx="0" cy="18745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2818E31-4314-4F3A-A872-89559FA83C3A}"/>
              </a:ext>
            </a:extLst>
          </p:cNvPr>
          <p:cNvCxnSpPr>
            <a:stCxn id="36" idx="6"/>
          </p:cNvCxnSpPr>
          <p:nvPr/>
        </p:nvCxnSpPr>
        <p:spPr>
          <a:xfrm>
            <a:off x="6706361" y="3930968"/>
            <a:ext cx="13946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120E53B-BC4A-439F-BA1C-D9FB7C517109}"/>
              </a:ext>
            </a:extLst>
          </p:cNvPr>
          <p:cNvCxnSpPr>
            <a:cxnSpLocks/>
          </p:cNvCxnSpPr>
          <p:nvPr/>
        </p:nvCxnSpPr>
        <p:spPr>
          <a:xfrm flipH="1">
            <a:off x="4762500" y="4277678"/>
            <a:ext cx="666750" cy="9467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2E7D45C-2BCB-4111-AA54-FAA09BCD9E0F}"/>
              </a:ext>
            </a:extLst>
          </p:cNvPr>
          <p:cNvCxnSpPr>
            <a:cxnSpLocks/>
          </p:cNvCxnSpPr>
          <p:nvPr/>
        </p:nvCxnSpPr>
        <p:spPr>
          <a:xfrm>
            <a:off x="7403687" y="2056448"/>
            <a:ext cx="63541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B617A6D-A0BD-445A-840E-45A69B098FAA}"/>
              </a:ext>
            </a:extLst>
          </p:cNvPr>
          <p:cNvCxnSpPr/>
          <p:nvPr/>
        </p:nvCxnSpPr>
        <p:spPr>
          <a:xfrm>
            <a:off x="7721393" y="2074069"/>
            <a:ext cx="0" cy="1839277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EF355D4-79B7-4250-BEC5-B0476F3FE117}"/>
              </a:ext>
            </a:extLst>
          </p:cNvPr>
          <p:cNvSpPr txBox="1"/>
          <p:nvPr/>
        </p:nvSpPr>
        <p:spPr>
          <a:xfrm>
            <a:off x="7664450" y="2807256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3346D58-7D08-429C-A659-CB0BDAEE7F40}"/>
              </a:ext>
            </a:extLst>
          </p:cNvPr>
          <p:cNvSpPr/>
          <p:nvPr/>
        </p:nvSpPr>
        <p:spPr>
          <a:xfrm>
            <a:off x="4687793" y="2056447"/>
            <a:ext cx="1998756" cy="185689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F488A65-2781-4826-AA89-72AC2219624D}"/>
              </a:ext>
            </a:extLst>
          </p:cNvPr>
          <p:cNvSpPr>
            <a:spLocks noChangeAspect="1"/>
          </p:cNvSpPr>
          <p:nvPr/>
        </p:nvSpPr>
        <p:spPr>
          <a:xfrm>
            <a:off x="4667250" y="1681161"/>
            <a:ext cx="2039111" cy="73152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D38376C-89C2-42CA-AC2A-54D7CB4E7201}"/>
              </a:ext>
            </a:extLst>
          </p:cNvPr>
          <p:cNvSpPr>
            <a:spLocks noChangeAspect="1"/>
          </p:cNvSpPr>
          <p:nvPr/>
        </p:nvSpPr>
        <p:spPr>
          <a:xfrm>
            <a:off x="5193751" y="1873185"/>
            <a:ext cx="968578" cy="34747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5923EE7-D256-4E6E-ADD6-6B3BAA8974B3}"/>
              </a:ext>
            </a:extLst>
          </p:cNvPr>
          <p:cNvCxnSpPr>
            <a:cxnSpLocks/>
          </p:cNvCxnSpPr>
          <p:nvPr/>
        </p:nvCxnSpPr>
        <p:spPr>
          <a:xfrm>
            <a:off x="5674038" y="1128711"/>
            <a:ext cx="0" cy="918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8364121-8A12-4C7F-BAFF-3F6B93CCE48F}"/>
              </a:ext>
            </a:extLst>
          </p:cNvPr>
          <p:cNvCxnSpPr>
            <a:cxnSpLocks/>
            <a:endCxn id="61" idx="3"/>
          </p:cNvCxnSpPr>
          <p:nvPr/>
        </p:nvCxnSpPr>
        <p:spPr>
          <a:xfrm flipH="1">
            <a:off x="5335596" y="2046921"/>
            <a:ext cx="338442" cy="12285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5AB2EAA-0F1A-40AB-9E8A-817885735377}"/>
              </a:ext>
            </a:extLst>
          </p:cNvPr>
          <p:cNvCxnSpPr>
            <a:endCxn id="60" idx="5"/>
          </p:cNvCxnSpPr>
          <p:nvPr/>
        </p:nvCxnSpPr>
        <p:spPr>
          <a:xfrm>
            <a:off x="5674038" y="2046921"/>
            <a:ext cx="733702" cy="258631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28DE83E-90FE-4D30-8EC0-EFE90330C6A4}"/>
              </a:ext>
            </a:extLst>
          </p:cNvPr>
          <p:cNvSpPr txBox="1"/>
          <p:nvPr/>
        </p:nvSpPr>
        <p:spPr>
          <a:xfrm>
            <a:off x="5280990" y="181724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11ABCD-1DA3-4CFC-8BAD-B56E3ECD9630}"/>
              </a:ext>
            </a:extLst>
          </p:cNvPr>
          <p:cNvSpPr txBox="1"/>
          <p:nvPr/>
        </p:nvSpPr>
        <p:spPr>
          <a:xfrm>
            <a:off x="5815450" y="18513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21993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rallelogram 11">
            <a:extLst>
              <a:ext uri="{FF2B5EF4-FFF2-40B4-BE49-F238E27FC236}">
                <a16:creationId xmlns:a16="http://schemas.microsoft.com/office/drawing/2014/main" id="{0BB51ADE-F1AB-49F3-91AB-8BE83C4A9BCD}"/>
              </a:ext>
            </a:extLst>
          </p:cNvPr>
          <p:cNvSpPr/>
          <p:nvPr/>
        </p:nvSpPr>
        <p:spPr>
          <a:xfrm>
            <a:off x="3885196" y="3166712"/>
            <a:ext cx="4124325" cy="1645920"/>
          </a:xfrm>
          <a:prstGeom prst="parallelogram">
            <a:avLst>
              <a:gd name="adj" fmla="val 61041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E648067-FBEA-44B4-A3C1-6350AC298AC5}"/>
              </a:ext>
            </a:extLst>
          </p:cNvPr>
          <p:cNvCxnSpPr/>
          <p:nvPr/>
        </p:nvCxnSpPr>
        <p:spPr>
          <a:xfrm>
            <a:off x="8009521" y="1977992"/>
            <a:ext cx="0" cy="11887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A11C077-C051-478F-9FD8-5B92DC137A4C}"/>
              </a:ext>
            </a:extLst>
          </p:cNvPr>
          <p:cNvSpPr/>
          <p:nvPr/>
        </p:nvSpPr>
        <p:spPr>
          <a:xfrm>
            <a:off x="3885196" y="3623912"/>
            <a:ext cx="1549402" cy="118872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BB8A9F-0E4B-4144-955A-5F902915F8AD}"/>
              </a:ext>
            </a:extLst>
          </p:cNvPr>
          <p:cNvSpPr/>
          <p:nvPr/>
        </p:nvSpPr>
        <p:spPr>
          <a:xfrm>
            <a:off x="5434598" y="3623912"/>
            <a:ext cx="1549402" cy="1188720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934D3224-DDAD-4F55-8B82-850D2942D4FA}"/>
              </a:ext>
            </a:extLst>
          </p:cNvPr>
          <p:cNvSpPr/>
          <p:nvPr/>
        </p:nvSpPr>
        <p:spPr>
          <a:xfrm>
            <a:off x="3885197" y="1977992"/>
            <a:ext cx="4124325" cy="1645920"/>
          </a:xfrm>
          <a:prstGeom prst="parallelogram">
            <a:avLst>
              <a:gd name="adj" fmla="val 6104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arallelogram 22">
            <a:extLst>
              <a:ext uri="{FF2B5EF4-FFF2-40B4-BE49-F238E27FC236}">
                <a16:creationId xmlns:a16="http://schemas.microsoft.com/office/drawing/2014/main" id="{E4B8FD65-705A-46DF-A3A9-BD06A8A34AE7}"/>
              </a:ext>
            </a:extLst>
          </p:cNvPr>
          <p:cNvSpPr/>
          <p:nvPr/>
        </p:nvSpPr>
        <p:spPr>
          <a:xfrm rot="16200000" flipV="1">
            <a:off x="6060386" y="2901598"/>
            <a:ext cx="2872742" cy="1025523"/>
          </a:xfrm>
          <a:prstGeom prst="parallelogram">
            <a:avLst>
              <a:gd name="adj" fmla="val 162768"/>
            </a:avLst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8DDBD1-28AF-4270-97C5-5E668AF35994}"/>
              </a:ext>
            </a:extLst>
          </p:cNvPr>
          <p:cNvSpPr txBox="1"/>
          <p:nvPr/>
        </p:nvSpPr>
        <p:spPr>
          <a:xfrm>
            <a:off x="5631128" y="2482987"/>
            <a:ext cx="632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1A35DF-86CA-4E05-A82A-30B57FE9F569}"/>
              </a:ext>
            </a:extLst>
          </p:cNvPr>
          <p:cNvCxnSpPr>
            <a:cxnSpLocks/>
          </p:cNvCxnSpPr>
          <p:nvPr/>
        </p:nvCxnSpPr>
        <p:spPr>
          <a:xfrm>
            <a:off x="8123823" y="1977988"/>
            <a:ext cx="55245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CEB7770-110B-4B2A-818E-C2612B7D3AA5}"/>
              </a:ext>
            </a:extLst>
          </p:cNvPr>
          <p:cNvCxnSpPr>
            <a:cxnSpLocks/>
          </p:cNvCxnSpPr>
          <p:nvPr/>
        </p:nvCxnSpPr>
        <p:spPr>
          <a:xfrm>
            <a:off x="8123823" y="3166712"/>
            <a:ext cx="5524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7D770B-FE17-43E4-94BB-1584F7675EC7}"/>
              </a:ext>
            </a:extLst>
          </p:cNvPr>
          <p:cNvCxnSpPr>
            <a:cxnSpLocks/>
          </p:cNvCxnSpPr>
          <p:nvPr/>
        </p:nvCxnSpPr>
        <p:spPr>
          <a:xfrm>
            <a:off x="8400049" y="1688432"/>
            <a:ext cx="0" cy="28955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08C3ABC-1DDC-4657-98C8-5E67003C9BF7}"/>
              </a:ext>
            </a:extLst>
          </p:cNvPr>
          <p:cNvCxnSpPr>
            <a:cxnSpLocks/>
          </p:cNvCxnSpPr>
          <p:nvPr/>
        </p:nvCxnSpPr>
        <p:spPr>
          <a:xfrm flipV="1">
            <a:off x="8425449" y="3166712"/>
            <a:ext cx="0" cy="28718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983BB68-A6E4-44E1-BBEA-76A9F430FA95}"/>
              </a:ext>
            </a:extLst>
          </p:cNvPr>
          <p:cNvSpPr txBox="1"/>
          <p:nvPr/>
        </p:nvSpPr>
        <p:spPr>
          <a:xfrm>
            <a:off x="8195260" y="2326761"/>
            <a:ext cx="409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F426B1-D020-4199-B10A-64F4679CEEC8}"/>
              </a:ext>
            </a:extLst>
          </p:cNvPr>
          <p:cNvSpPr txBox="1"/>
          <p:nvPr/>
        </p:nvSpPr>
        <p:spPr>
          <a:xfrm>
            <a:off x="4296363" y="3795787"/>
            <a:ext cx="88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ϵ</a:t>
            </a:r>
            <a:r>
              <a:rPr lang="en-US" sz="3600" b="1" baseline="-250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r1</a:t>
            </a:r>
            <a:endParaRPr lang="en-US" sz="3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D4124F-97BC-4D9C-AF0B-26736CB7F126}"/>
              </a:ext>
            </a:extLst>
          </p:cNvPr>
          <p:cNvSpPr txBox="1"/>
          <p:nvPr/>
        </p:nvSpPr>
        <p:spPr>
          <a:xfrm>
            <a:off x="5767973" y="3784417"/>
            <a:ext cx="822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ϵ</a:t>
            </a:r>
            <a:r>
              <a:rPr lang="en-US" sz="3600" b="1" baseline="-250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r2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0885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3FA522D4-2FE2-4609-83B6-FFEC6BD7833E}"/>
              </a:ext>
            </a:extLst>
          </p:cNvPr>
          <p:cNvSpPr/>
          <p:nvPr/>
        </p:nvSpPr>
        <p:spPr>
          <a:xfrm>
            <a:off x="3801431" y="3113372"/>
            <a:ext cx="4124325" cy="1645920"/>
          </a:xfrm>
          <a:prstGeom prst="parallelogram">
            <a:avLst>
              <a:gd name="adj" fmla="val 61041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37EAF1-B89F-47B8-9E9A-1DEA3AAEBA5C}"/>
              </a:ext>
            </a:extLst>
          </p:cNvPr>
          <p:cNvCxnSpPr>
            <a:cxnSpLocks/>
          </p:cNvCxnSpPr>
          <p:nvPr/>
        </p:nvCxnSpPr>
        <p:spPr>
          <a:xfrm>
            <a:off x="7925756" y="1924652"/>
            <a:ext cx="0" cy="11887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arallelogram 7">
            <a:extLst>
              <a:ext uri="{FF2B5EF4-FFF2-40B4-BE49-F238E27FC236}">
                <a16:creationId xmlns:a16="http://schemas.microsoft.com/office/drawing/2014/main" id="{73F2323F-C05D-4A4A-848E-E4948215B115}"/>
              </a:ext>
            </a:extLst>
          </p:cNvPr>
          <p:cNvSpPr/>
          <p:nvPr/>
        </p:nvSpPr>
        <p:spPr>
          <a:xfrm>
            <a:off x="3801432" y="1924652"/>
            <a:ext cx="4124325" cy="1645920"/>
          </a:xfrm>
          <a:prstGeom prst="parallelogram">
            <a:avLst>
              <a:gd name="adj" fmla="val 6104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113913C2-CBE6-473E-ADF2-92BD623E2A1F}"/>
              </a:ext>
            </a:extLst>
          </p:cNvPr>
          <p:cNvSpPr/>
          <p:nvPr/>
        </p:nvSpPr>
        <p:spPr>
          <a:xfrm rot="16200000" flipV="1">
            <a:off x="6292851" y="2532028"/>
            <a:ext cx="2240281" cy="1025523"/>
          </a:xfrm>
          <a:prstGeom prst="parallelogram">
            <a:avLst>
              <a:gd name="adj" fmla="val 162768"/>
            </a:avLst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81E5E-1636-41F9-820F-37B94CD1C169}"/>
              </a:ext>
            </a:extLst>
          </p:cNvPr>
          <p:cNvSpPr txBox="1"/>
          <p:nvPr/>
        </p:nvSpPr>
        <p:spPr>
          <a:xfrm>
            <a:off x="5547363" y="2429647"/>
            <a:ext cx="632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F17CB8-AC01-42C4-BC9C-5C6717387793}"/>
              </a:ext>
            </a:extLst>
          </p:cNvPr>
          <p:cNvCxnSpPr>
            <a:cxnSpLocks/>
          </p:cNvCxnSpPr>
          <p:nvPr/>
        </p:nvCxnSpPr>
        <p:spPr>
          <a:xfrm>
            <a:off x="8040058" y="1924648"/>
            <a:ext cx="55245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B670E5-27EC-4595-8884-AE6F195BFA9D}"/>
              </a:ext>
            </a:extLst>
          </p:cNvPr>
          <p:cNvCxnSpPr>
            <a:cxnSpLocks/>
          </p:cNvCxnSpPr>
          <p:nvPr/>
        </p:nvCxnSpPr>
        <p:spPr>
          <a:xfrm>
            <a:off x="8316284" y="1635092"/>
            <a:ext cx="0" cy="28955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C8A458-0978-4933-8EFB-F1EF11A3911F}"/>
              </a:ext>
            </a:extLst>
          </p:cNvPr>
          <p:cNvCxnSpPr>
            <a:cxnSpLocks/>
          </p:cNvCxnSpPr>
          <p:nvPr/>
        </p:nvCxnSpPr>
        <p:spPr>
          <a:xfrm flipV="1">
            <a:off x="8341684" y="3113372"/>
            <a:ext cx="0" cy="28718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0573F3B-3B84-4CA4-B1A8-C39E403870A3}"/>
              </a:ext>
            </a:extLst>
          </p:cNvPr>
          <p:cNvSpPr txBox="1"/>
          <p:nvPr/>
        </p:nvSpPr>
        <p:spPr>
          <a:xfrm>
            <a:off x="8050714" y="2273419"/>
            <a:ext cx="922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C4A04D-A75D-457D-8541-1B6FBDB204C9}"/>
              </a:ext>
            </a:extLst>
          </p:cNvPr>
          <p:cNvSpPr/>
          <p:nvPr/>
        </p:nvSpPr>
        <p:spPr>
          <a:xfrm>
            <a:off x="3796671" y="3570568"/>
            <a:ext cx="3108787" cy="594362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D16D7B-1790-43AB-A87E-C5ECD2123567}"/>
              </a:ext>
            </a:extLst>
          </p:cNvPr>
          <p:cNvSpPr/>
          <p:nvPr/>
        </p:nvSpPr>
        <p:spPr>
          <a:xfrm>
            <a:off x="3796670" y="4164930"/>
            <a:ext cx="3108787" cy="594362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arallelogram 28">
            <a:extLst>
              <a:ext uri="{FF2B5EF4-FFF2-40B4-BE49-F238E27FC236}">
                <a16:creationId xmlns:a16="http://schemas.microsoft.com/office/drawing/2014/main" id="{4AFEB8FE-EF2D-4704-97AC-E1004BCD60FF}"/>
              </a:ext>
            </a:extLst>
          </p:cNvPr>
          <p:cNvSpPr/>
          <p:nvPr/>
        </p:nvSpPr>
        <p:spPr>
          <a:xfrm rot="16200000" flipV="1">
            <a:off x="6290701" y="3124239"/>
            <a:ext cx="2255039" cy="1015065"/>
          </a:xfrm>
          <a:prstGeom prst="parallelogram">
            <a:avLst>
              <a:gd name="adj" fmla="val 162768"/>
            </a:avLst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EB5069-FD44-43A8-8A22-589CEA5792D5}"/>
              </a:ext>
            </a:extLst>
          </p:cNvPr>
          <p:cNvSpPr txBox="1"/>
          <p:nvPr/>
        </p:nvSpPr>
        <p:spPr>
          <a:xfrm>
            <a:off x="5030479" y="4075305"/>
            <a:ext cx="822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ϵ</a:t>
            </a:r>
            <a:r>
              <a:rPr lang="en-US" sz="3600" b="1" baseline="-250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r2</a:t>
            </a:r>
            <a:endParaRPr lang="en-US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0147C5-97C8-4EE3-B091-81A1A39F496F}"/>
              </a:ext>
            </a:extLst>
          </p:cNvPr>
          <p:cNvSpPr txBox="1"/>
          <p:nvPr/>
        </p:nvSpPr>
        <p:spPr>
          <a:xfrm>
            <a:off x="5035711" y="3469979"/>
            <a:ext cx="88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ϵ</a:t>
            </a:r>
            <a:r>
              <a:rPr lang="en-US" sz="3600" b="1" baseline="-250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r1</a:t>
            </a:r>
            <a:endParaRPr lang="en-US" sz="36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F3B64A3-324A-4535-A112-26D98B8DD2D4}"/>
              </a:ext>
            </a:extLst>
          </p:cNvPr>
          <p:cNvCxnSpPr>
            <a:cxnSpLocks/>
          </p:cNvCxnSpPr>
          <p:nvPr/>
        </p:nvCxnSpPr>
        <p:spPr>
          <a:xfrm>
            <a:off x="8040058" y="3098132"/>
            <a:ext cx="5524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517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7D6DF335A894D9FC8E888F85ED2A3" ma:contentTypeVersion="10" ma:contentTypeDescription="Create a new document." ma:contentTypeScope="" ma:versionID="cdcc39927978ddc9a3f52c232463a1a6">
  <xsd:schema xmlns:xsd="http://www.w3.org/2001/XMLSchema" xmlns:xs="http://www.w3.org/2001/XMLSchema" xmlns:p="http://schemas.microsoft.com/office/2006/metadata/properties" xmlns:ns3="27638313-1e11-4999-9038-bfa2141b3777" xmlns:ns4="593646a3-f4b2-4797-891f-a58c41aec49e" targetNamespace="http://schemas.microsoft.com/office/2006/metadata/properties" ma:root="true" ma:fieldsID="4b7c3a7073456e9f0c716c1fd3c25b4c" ns3:_="" ns4:_="">
    <xsd:import namespace="27638313-1e11-4999-9038-bfa2141b3777"/>
    <xsd:import namespace="593646a3-f4b2-4797-891f-a58c41aec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38313-1e11-4999-9038-bfa2141b37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646a3-f4b2-4797-891f-a58c41aec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DEDA62-DCA6-43B6-B789-720B6F7ADC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EDD547-3B34-4F06-9C8A-9C8EF3C14962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27638313-1e11-4999-9038-bfa2141b3777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593646a3-f4b2-4797-891f-a58c41aec49e"/>
  </ds:schemaRefs>
</ds:datastoreItem>
</file>

<file path=customXml/itemProps3.xml><?xml version="1.0" encoding="utf-8"?>
<ds:datastoreItem xmlns:ds="http://schemas.openxmlformats.org/officeDocument/2006/customXml" ds:itemID="{175AC0B6-29C0-4EE7-9099-475B8719DF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638313-1e11-4999-9038-bfa2141b3777"/>
    <ds:schemaRef ds:uri="593646a3-f4b2-4797-891f-a58c41aec4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19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 </vt:lpstr>
      <vt:lpstr>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Jacob Vaught</dc:creator>
  <cp:lastModifiedBy>Vaught, Jacob</cp:lastModifiedBy>
  <cp:revision>1</cp:revision>
  <dcterms:created xsi:type="dcterms:W3CDTF">2022-03-12T21:55:03Z</dcterms:created>
  <dcterms:modified xsi:type="dcterms:W3CDTF">2022-03-17T15:50:58Z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0x0101008C97D6DF335A894D9FC8E888F85ED2A3</vt:lpwstr>
  </property>
</Properties>
</file>