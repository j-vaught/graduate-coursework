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7"/>
  </p:notesMasterIdLst>
  <p:sldIdLst>
    <p:sldId id="256" r:id="rId2"/>
    <p:sldId id="257" r:id="rId3"/>
    <p:sldId id="275" r:id="rId4"/>
    <p:sldId id="276" r:id="rId5"/>
    <p:sldId id="259" r:id="rId6"/>
    <p:sldId id="260" r:id="rId7"/>
    <p:sldId id="261" r:id="rId8"/>
    <p:sldId id="262" r:id="rId9"/>
    <p:sldId id="263" r:id="rId10"/>
    <p:sldId id="264" r:id="rId11"/>
    <p:sldId id="277" r:id="rId12"/>
    <p:sldId id="265" r:id="rId13"/>
    <p:sldId id="279" r:id="rId14"/>
    <p:sldId id="278" r:id="rId15"/>
    <p:sldId id="266" r:id="rId16"/>
    <p:sldId id="267" r:id="rId17"/>
    <p:sldId id="282" r:id="rId18"/>
    <p:sldId id="283" r:id="rId19"/>
    <p:sldId id="284" r:id="rId20"/>
    <p:sldId id="285" r:id="rId21"/>
    <p:sldId id="271" r:id="rId22"/>
    <p:sldId id="272" r:id="rId23"/>
    <p:sldId id="273" r:id="rId24"/>
    <p:sldId id="274" r:id="rId25"/>
    <p:sldId id="286"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B97CDC-728D-A646-B59A-3B66F423C4D6}" v="607" dt="2024-11-09T08:27:30.8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42"/>
    <p:restoredTop sz="83129"/>
  </p:normalViewPr>
  <p:slideViewPr>
    <p:cSldViewPr snapToGrid="0" snapToObjects="1">
      <p:cViewPr>
        <p:scale>
          <a:sx n="104" d="100"/>
          <a:sy n="104" d="100"/>
        </p:scale>
        <p:origin x="656" y="108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ught, Jacob" userId="3948bc58-7b81-44a4-9cf0-22ebac0213b4" providerId="ADAL" clId="{09B97CDC-728D-A646-B59A-3B66F423C4D6}"/>
    <pc:docChg chg="undo redo custSel addSld delSld modSld sldOrd">
      <pc:chgData name="Vaught, Jacob" userId="3948bc58-7b81-44a4-9cf0-22ebac0213b4" providerId="ADAL" clId="{09B97CDC-728D-A646-B59A-3B66F423C4D6}" dt="2024-11-09T08:27:30.805" v="3395"/>
      <pc:docMkLst>
        <pc:docMk/>
      </pc:docMkLst>
      <pc:sldChg chg="addSp delSp modSp mod setBg addAnim modAnim">
        <pc:chgData name="Vaught, Jacob" userId="3948bc58-7b81-44a4-9cf0-22ebac0213b4" providerId="ADAL" clId="{09B97CDC-728D-A646-B59A-3B66F423C4D6}" dt="2024-11-09T03:59:33.591" v="917" actId="2711"/>
        <pc:sldMkLst>
          <pc:docMk/>
          <pc:sldMk cId="0" sldId="256"/>
        </pc:sldMkLst>
        <pc:spChg chg="mod">
          <ac:chgData name="Vaught, Jacob" userId="3948bc58-7b81-44a4-9cf0-22ebac0213b4" providerId="ADAL" clId="{09B97CDC-728D-A646-B59A-3B66F423C4D6}" dt="2024-11-09T03:59:22.751" v="916" actId="113"/>
          <ac:spMkLst>
            <pc:docMk/>
            <pc:sldMk cId="0" sldId="256"/>
            <ac:spMk id="2" creationId="{00000000-0000-0000-0000-000000000000}"/>
          </ac:spMkLst>
        </pc:spChg>
        <pc:spChg chg="mod">
          <ac:chgData name="Vaught, Jacob" userId="3948bc58-7b81-44a4-9cf0-22ebac0213b4" providerId="ADAL" clId="{09B97CDC-728D-A646-B59A-3B66F423C4D6}" dt="2024-11-09T03:59:33.591" v="917" actId="2711"/>
          <ac:spMkLst>
            <pc:docMk/>
            <pc:sldMk cId="0" sldId="256"/>
            <ac:spMk id="3" creationId="{00000000-0000-0000-0000-000000000000}"/>
          </ac:spMkLst>
        </pc:spChg>
        <pc:spChg chg="add del">
          <ac:chgData name="Vaught, Jacob" userId="3948bc58-7b81-44a4-9cf0-22ebac0213b4" providerId="ADAL" clId="{09B97CDC-728D-A646-B59A-3B66F423C4D6}" dt="2024-11-09T03:57:50.705" v="883" actId="26606"/>
          <ac:spMkLst>
            <pc:docMk/>
            <pc:sldMk cId="0" sldId="256"/>
            <ac:spMk id="9" creationId="{676A1B86-DC99-46B9-B5AA-A7E928EA9CF7}"/>
          </ac:spMkLst>
        </pc:spChg>
        <pc:spChg chg="add del">
          <ac:chgData name="Vaught, Jacob" userId="3948bc58-7b81-44a4-9cf0-22ebac0213b4" providerId="ADAL" clId="{09B97CDC-728D-A646-B59A-3B66F423C4D6}" dt="2024-11-09T03:57:50.705" v="883" actId="26606"/>
          <ac:spMkLst>
            <pc:docMk/>
            <pc:sldMk cId="0" sldId="256"/>
            <ac:spMk id="11" creationId="{E9304FFE-74E9-4316-B822-F35A685E2D09}"/>
          </ac:spMkLst>
        </pc:spChg>
        <pc:spChg chg="add del">
          <ac:chgData name="Vaught, Jacob" userId="3948bc58-7b81-44a4-9cf0-22ebac0213b4" providerId="ADAL" clId="{09B97CDC-728D-A646-B59A-3B66F423C4D6}" dt="2024-11-09T03:57:50.705" v="883" actId="26606"/>
          <ac:spMkLst>
            <pc:docMk/>
            <pc:sldMk cId="0" sldId="256"/>
            <ac:spMk id="16" creationId="{ECC07320-C2CA-4E29-8481-9D9E143C7788}"/>
          </ac:spMkLst>
        </pc:spChg>
        <pc:spChg chg="add del">
          <ac:chgData name="Vaught, Jacob" userId="3948bc58-7b81-44a4-9cf0-22ebac0213b4" providerId="ADAL" clId="{09B97CDC-728D-A646-B59A-3B66F423C4D6}" dt="2024-11-09T03:57:50.705" v="883" actId="26606"/>
          <ac:spMkLst>
            <pc:docMk/>
            <pc:sldMk cId="0" sldId="256"/>
            <ac:spMk id="18" creationId="{178FB36B-5BFE-42CA-BC60-1115E0D95EEC}"/>
          </ac:spMkLst>
        </pc:spChg>
        <pc:picChg chg="add mod ord modCrop">
          <ac:chgData name="Vaught, Jacob" userId="3948bc58-7b81-44a4-9cf0-22ebac0213b4" providerId="ADAL" clId="{09B97CDC-728D-A646-B59A-3B66F423C4D6}" dt="2024-11-09T03:57:50.705" v="883" actId="26606"/>
          <ac:picMkLst>
            <pc:docMk/>
            <pc:sldMk cId="0" sldId="256"/>
            <ac:picMk id="5" creationId="{239E9A6A-99BF-3E7F-3C58-86F0E41263C0}"/>
          </ac:picMkLst>
        </pc:picChg>
      </pc:sldChg>
      <pc:sldChg chg="addSp delSp modSp mod setBg">
        <pc:chgData name="Vaught, Jacob" userId="3948bc58-7b81-44a4-9cf0-22ebac0213b4" providerId="ADAL" clId="{09B97CDC-728D-A646-B59A-3B66F423C4D6}" dt="2024-11-09T08:27:30.805" v="3395"/>
        <pc:sldMkLst>
          <pc:docMk/>
          <pc:sldMk cId="0" sldId="257"/>
        </pc:sldMkLst>
        <pc:spChg chg="mod">
          <ac:chgData name="Vaught, Jacob" userId="3948bc58-7b81-44a4-9cf0-22ebac0213b4" providerId="ADAL" clId="{09B97CDC-728D-A646-B59A-3B66F423C4D6}" dt="2024-11-09T02:43:31.840" v="29" actId="26606"/>
          <ac:spMkLst>
            <pc:docMk/>
            <pc:sldMk cId="0" sldId="257"/>
            <ac:spMk id="2" creationId="{00000000-0000-0000-0000-000000000000}"/>
          </ac:spMkLst>
        </pc:spChg>
        <pc:spChg chg="add del mod">
          <ac:chgData name="Vaught, Jacob" userId="3948bc58-7b81-44a4-9cf0-22ebac0213b4" providerId="ADAL" clId="{09B97CDC-728D-A646-B59A-3B66F423C4D6}" dt="2024-11-09T03:59:47.041" v="919" actId="14100"/>
          <ac:spMkLst>
            <pc:docMk/>
            <pc:sldMk cId="0" sldId="257"/>
            <ac:spMk id="3" creationId="{00000000-0000-0000-0000-000000000000}"/>
          </ac:spMkLst>
        </pc:spChg>
        <pc:spChg chg="add mod">
          <ac:chgData name="Vaught, Jacob" userId="3948bc58-7b81-44a4-9cf0-22ebac0213b4" providerId="ADAL" clId="{09B97CDC-728D-A646-B59A-3B66F423C4D6}" dt="2024-11-09T08:27:30.805" v="3395"/>
          <ac:spMkLst>
            <pc:docMk/>
            <pc:sldMk cId="0" sldId="257"/>
            <ac:spMk id="4" creationId="{4647591F-D229-AE29-75FF-D34452416529}"/>
          </ac:spMkLst>
        </pc:spChg>
        <pc:spChg chg="add">
          <ac:chgData name="Vaught, Jacob" userId="3948bc58-7b81-44a4-9cf0-22ebac0213b4" providerId="ADAL" clId="{09B97CDC-728D-A646-B59A-3B66F423C4D6}" dt="2024-11-09T02:43:31.840" v="29" actId="26606"/>
          <ac:spMkLst>
            <pc:docMk/>
            <pc:sldMk cId="0" sldId="257"/>
            <ac:spMk id="6" creationId="{C0763A76-9F1C-4FC5-82B7-DD475DA461B2}"/>
          </ac:spMkLst>
        </pc:spChg>
        <pc:spChg chg="add">
          <ac:chgData name="Vaught, Jacob" userId="3948bc58-7b81-44a4-9cf0-22ebac0213b4" providerId="ADAL" clId="{09B97CDC-728D-A646-B59A-3B66F423C4D6}" dt="2024-11-09T02:43:31.840" v="29" actId="26606"/>
          <ac:spMkLst>
            <pc:docMk/>
            <pc:sldMk cId="0" sldId="257"/>
            <ac:spMk id="7" creationId="{E81BF4F6-F2CF-4984-9D14-D6966D92F99F}"/>
          </ac:spMkLst>
        </pc:spChg>
        <pc:spChg chg="add del">
          <ac:chgData name="Vaught, Jacob" userId="3948bc58-7b81-44a4-9cf0-22ebac0213b4" providerId="ADAL" clId="{09B97CDC-728D-A646-B59A-3B66F423C4D6}" dt="2024-11-09T02:43:15.533" v="24" actId="26606"/>
          <ac:spMkLst>
            <pc:docMk/>
            <pc:sldMk cId="0" sldId="257"/>
            <ac:spMk id="9" creationId="{BACC6370-2D7E-4714-9D71-7542949D7D5D}"/>
          </ac:spMkLst>
        </pc:spChg>
        <pc:spChg chg="add del">
          <ac:chgData name="Vaught, Jacob" userId="3948bc58-7b81-44a4-9cf0-22ebac0213b4" providerId="ADAL" clId="{09B97CDC-728D-A646-B59A-3B66F423C4D6}" dt="2024-11-09T02:43:15.533" v="24" actId="26606"/>
          <ac:spMkLst>
            <pc:docMk/>
            <pc:sldMk cId="0" sldId="257"/>
            <ac:spMk id="11" creationId="{F68B3F68-107C-434F-AA38-110D5EA91B85}"/>
          </ac:spMkLst>
        </pc:spChg>
        <pc:spChg chg="add del">
          <ac:chgData name="Vaught, Jacob" userId="3948bc58-7b81-44a4-9cf0-22ebac0213b4" providerId="ADAL" clId="{09B97CDC-728D-A646-B59A-3B66F423C4D6}" dt="2024-11-09T02:43:15.533" v="24" actId="26606"/>
          <ac:spMkLst>
            <pc:docMk/>
            <pc:sldMk cId="0" sldId="257"/>
            <ac:spMk id="13" creationId="{AAD0DBB9-1A4B-4391-81D4-CB19F9AB918A}"/>
          </ac:spMkLst>
        </pc:spChg>
        <pc:spChg chg="add del">
          <ac:chgData name="Vaught, Jacob" userId="3948bc58-7b81-44a4-9cf0-22ebac0213b4" providerId="ADAL" clId="{09B97CDC-728D-A646-B59A-3B66F423C4D6}" dt="2024-11-09T02:43:15.533" v="24" actId="26606"/>
          <ac:spMkLst>
            <pc:docMk/>
            <pc:sldMk cId="0" sldId="257"/>
            <ac:spMk id="15" creationId="{063BBA22-50EA-4C4D-BE05-F1CE4E63AA56}"/>
          </ac:spMkLst>
        </pc:spChg>
        <pc:graphicFrameChg chg="add del">
          <ac:chgData name="Vaught, Jacob" userId="3948bc58-7b81-44a4-9cf0-22ebac0213b4" providerId="ADAL" clId="{09B97CDC-728D-A646-B59A-3B66F423C4D6}" dt="2024-11-09T02:43:15.533" v="24" actId="26606"/>
          <ac:graphicFrameMkLst>
            <pc:docMk/>
            <pc:sldMk cId="0" sldId="257"/>
            <ac:graphicFrameMk id="5" creationId="{303C5C8A-087D-2AD4-D045-6335B11A5616}"/>
          </ac:graphicFrameMkLst>
        </pc:graphicFrameChg>
        <pc:picChg chg="add mod modCrop">
          <ac:chgData name="Vaught, Jacob" userId="3948bc58-7b81-44a4-9cf0-22ebac0213b4" providerId="ADAL" clId="{09B97CDC-728D-A646-B59A-3B66F423C4D6}" dt="2024-11-09T02:52:17.297" v="74" actId="18131"/>
          <ac:picMkLst>
            <pc:docMk/>
            <pc:sldMk cId="0" sldId="257"/>
            <ac:picMk id="8" creationId="{4761B471-3E4A-FD93-B159-713F67F6382C}"/>
          </ac:picMkLst>
        </pc:picChg>
      </pc:sldChg>
      <pc:sldChg chg="del">
        <pc:chgData name="Vaught, Jacob" userId="3948bc58-7b81-44a4-9cf0-22ebac0213b4" providerId="ADAL" clId="{09B97CDC-728D-A646-B59A-3B66F423C4D6}" dt="2024-11-09T02:52:24.207" v="82" actId="2696"/>
        <pc:sldMkLst>
          <pc:docMk/>
          <pc:sldMk cId="0" sldId="258"/>
        </pc:sldMkLst>
      </pc:sldChg>
      <pc:sldChg chg="addSp delSp modSp mod setBg modNotesTx">
        <pc:chgData name="Vaught, Jacob" userId="3948bc58-7b81-44a4-9cf0-22ebac0213b4" providerId="ADAL" clId="{09B97CDC-728D-A646-B59A-3B66F423C4D6}" dt="2024-11-09T08:27:30.805" v="3395"/>
        <pc:sldMkLst>
          <pc:docMk/>
          <pc:sldMk cId="0" sldId="259"/>
        </pc:sldMkLst>
        <pc:spChg chg="mod">
          <ac:chgData name="Vaught, Jacob" userId="3948bc58-7b81-44a4-9cf0-22ebac0213b4" providerId="ADAL" clId="{09B97CDC-728D-A646-B59A-3B66F423C4D6}" dt="2024-11-09T03:19:09.834" v="313" actId="20577"/>
          <ac:spMkLst>
            <pc:docMk/>
            <pc:sldMk cId="0" sldId="259"/>
            <ac:spMk id="2" creationId="{00000000-0000-0000-0000-000000000000}"/>
          </ac:spMkLst>
        </pc:spChg>
        <pc:spChg chg="add del mod">
          <ac:chgData name="Vaught, Jacob" userId="3948bc58-7b81-44a4-9cf0-22ebac0213b4" providerId="ADAL" clId="{09B97CDC-728D-A646-B59A-3B66F423C4D6}" dt="2024-11-09T03:09:31.100" v="267" actId="26606"/>
          <ac:spMkLst>
            <pc:docMk/>
            <pc:sldMk cId="0" sldId="259"/>
            <ac:spMk id="3" creationId="{00000000-0000-0000-0000-000000000000}"/>
          </ac:spMkLst>
        </pc:spChg>
        <pc:spChg chg="add mod">
          <ac:chgData name="Vaught, Jacob" userId="3948bc58-7b81-44a4-9cf0-22ebac0213b4" providerId="ADAL" clId="{09B97CDC-728D-A646-B59A-3B66F423C4D6}" dt="2024-11-09T08:27:30.805" v="3395"/>
          <ac:spMkLst>
            <pc:docMk/>
            <pc:sldMk cId="0" sldId="259"/>
            <ac:spMk id="3" creationId="{C88A02D2-C7E9-7212-CBE6-E2AFBE62F6B6}"/>
          </ac:spMkLst>
        </pc:spChg>
        <pc:spChg chg="add del">
          <ac:chgData name="Vaught, Jacob" userId="3948bc58-7b81-44a4-9cf0-22ebac0213b4" providerId="ADAL" clId="{09B97CDC-728D-A646-B59A-3B66F423C4D6}" dt="2024-11-09T03:09:24.943" v="260" actId="26606"/>
          <ac:spMkLst>
            <pc:docMk/>
            <pc:sldMk cId="0" sldId="259"/>
            <ac:spMk id="9" creationId="{BACC6370-2D7E-4714-9D71-7542949D7D5D}"/>
          </ac:spMkLst>
        </pc:spChg>
        <pc:spChg chg="add del">
          <ac:chgData name="Vaught, Jacob" userId="3948bc58-7b81-44a4-9cf0-22ebac0213b4" providerId="ADAL" clId="{09B97CDC-728D-A646-B59A-3B66F423C4D6}" dt="2024-11-09T03:09:24.943" v="260" actId="26606"/>
          <ac:spMkLst>
            <pc:docMk/>
            <pc:sldMk cId="0" sldId="259"/>
            <ac:spMk id="11" creationId="{256B2C21-A230-48C0-8DF1-C46611373C44}"/>
          </ac:spMkLst>
        </pc:spChg>
        <pc:spChg chg="add del">
          <ac:chgData name="Vaught, Jacob" userId="3948bc58-7b81-44a4-9cf0-22ebac0213b4" providerId="ADAL" clId="{09B97CDC-728D-A646-B59A-3B66F423C4D6}" dt="2024-11-09T03:09:24.943" v="260" actId="26606"/>
          <ac:spMkLst>
            <pc:docMk/>
            <pc:sldMk cId="0" sldId="259"/>
            <ac:spMk id="13" creationId="{3847E18C-932D-4C95-AABA-FEC7C9499AD7}"/>
          </ac:spMkLst>
        </pc:spChg>
        <pc:spChg chg="add del">
          <ac:chgData name="Vaught, Jacob" userId="3948bc58-7b81-44a4-9cf0-22ebac0213b4" providerId="ADAL" clId="{09B97CDC-728D-A646-B59A-3B66F423C4D6}" dt="2024-11-09T03:09:24.943" v="260" actId="26606"/>
          <ac:spMkLst>
            <pc:docMk/>
            <pc:sldMk cId="0" sldId="259"/>
            <ac:spMk id="15" creationId="{3150CB11-0C61-439E-910F-5787759E72A0}"/>
          </ac:spMkLst>
        </pc:spChg>
        <pc:spChg chg="add del">
          <ac:chgData name="Vaught, Jacob" userId="3948bc58-7b81-44a4-9cf0-22ebac0213b4" providerId="ADAL" clId="{09B97CDC-728D-A646-B59A-3B66F423C4D6}" dt="2024-11-09T03:09:24.943" v="260" actId="26606"/>
          <ac:spMkLst>
            <pc:docMk/>
            <pc:sldMk cId="0" sldId="259"/>
            <ac:spMk id="17" creationId="{43F8A58B-5155-44CE-A5FF-7647B47D0A7A}"/>
          </ac:spMkLst>
        </pc:spChg>
        <pc:spChg chg="add del">
          <ac:chgData name="Vaught, Jacob" userId="3948bc58-7b81-44a4-9cf0-22ebac0213b4" providerId="ADAL" clId="{09B97CDC-728D-A646-B59A-3B66F423C4D6}" dt="2024-11-09T03:09:24.943" v="260" actId="26606"/>
          <ac:spMkLst>
            <pc:docMk/>
            <pc:sldMk cId="0" sldId="259"/>
            <ac:spMk id="19" creationId="{443F2ACA-E6D6-4028-82DD-F03C262D5DE6}"/>
          </ac:spMkLst>
        </pc:spChg>
        <pc:spChg chg="add del">
          <ac:chgData name="Vaught, Jacob" userId="3948bc58-7b81-44a4-9cf0-22ebac0213b4" providerId="ADAL" clId="{09B97CDC-728D-A646-B59A-3B66F423C4D6}" dt="2024-11-09T03:09:26.076" v="262" actId="26606"/>
          <ac:spMkLst>
            <pc:docMk/>
            <pc:sldMk cId="0" sldId="259"/>
            <ac:spMk id="21" creationId="{9F7D5CDA-D291-4307-BF55-1381FED29634}"/>
          </ac:spMkLst>
        </pc:spChg>
        <pc:spChg chg="add del">
          <ac:chgData name="Vaught, Jacob" userId="3948bc58-7b81-44a4-9cf0-22ebac0213b4" providerId="ADAL" clId="{09B97CDC-728D-A646-B59A-3B66F423C4D6}" dt="2024-11-09T03:09:26.076" v="262" actId="26606"/>
          <ac:spMkLst>
            <pc:docMk/>
            <pc:sldMk cId="0" sldId="259"/>
            <ac:spMk id="22" creationId="{00000000-0000-0000-0000-000000000000}"/>
          </ac:spMkLst>
        </pc:spChg>
        <pc:spChg chg="add del">
          <ac:chgData name="Vaught, Jacob" userId="3948bc58-7b81-44a4-9cf0-22ebac0213b4" providerId="ADAL" clId="{09B97CDC-728D-A646-B59A-3B66F423C4D6}" dt="2024-11-09T03:09:28.959" v="264" actId="26606"/>
          <ac:spMkLst>
            <pc:docMk/>
            <pc:sldMk cId="0" sldId="259"/>
            <ac:spMk id="25" creationId="{3ECBE1F1-D69B-4AFA-ABD5-8E41720EF6DE}"/>
          </ac:spMkLst>
        </pc:spChg>
        <pc:spChg chg="add del">
          <ac:chgData name="Vaught, Jacob" userId="3948bc58-7b81-44a4-9cf0-22ebac0213b4" providerId="ADAL" clId="{09B97CDC-728D-A646-B59A-3B66F423C4D6}" dt="2024-11-09T03:09:28.959" v="264" actId="26606"/>
          <ac:spMkLst>
            <pc:docMk/>
            <pc:sldMk cId="0" sldId="259"/>
            <ac:spMk id="27" creationId="{603A6265-E10C-4B85-9C20-E75FCAF9CC63}"/>
          </ac:spMkLst>
        </pc:spChg>
        <pc:spChg chg="add del">
          <ac:chgData name="Vaught, Jacob" userId="3948bc58-7b81-44a4-9cf0-22ebac0213b4" providerId="ADAL" clId="{09B97CDC-728D-A646-B59A-3B66F423C4D6}" dt="2024-11-09T03:09:28.959" v="264" actId="26606"/>
          <ac:spMkLst>
            <pc:docMk/>
            <pc:sldMk cId="0" sldId="259"/>
            <ac:spMk id="28" creationId="{00000000-0000-0000-0000-000000000000}"/>
          </ac:spMkLst>
        </pc:spChg>
        <pc:spChg chg="add del">
          <ac:chgData name="Vaught, Jacob" userId="3948bc58-7b81-44a4-9cf0-22ebac0213b4" providerId="ADAL" clId="{09B97CDC-728D-A646-B59A-3B66F423C4D6}" dt="2024-11-09T03:09:31.074" v="266" actId="26606"/>
          <ac:spMkLst>
            <pc:docMk/>
            <pc:sldMk cId="0" sldId="259"/>
            <ac:spMk id="30" creationId="{C0763A76-9F1C-4FC5-82B7-DD475DA461B2}"/>
          </ac:spMkLst>
        </pc:spChg>
        <pc:spChg chg="add del">
          <ac:chgData name="Vaught, Jacob" userId="3948bc58-7b81-44a4-9cf0-22ebac0213b4" providerId="ADAL" clId="{09B97CDC-728D-A646-B59A-3B66F423C4D6}" dt="2024-11-09T03:09:31.074" v="266" actId="26606"/>
          <ac:spMkLst>
            <pc:docMk/>
            <pc:sldMk cId="0" sldId="259"/>
            <ac:spMk id="31" creationId="{E81BF4F6-F2CF-4984-9D14-D6966D92F99F}"/>
          </ac:spMkLst>
        </pc:spChg>
        <pc:spChg chg="add del">
          <ac:chgData name="Vaught, Jacob" userId="3948bc58-7b81-44a4-9cf0-22ebac0213b4" providerId="ADAL" clId="{09B97CDC-728D-A646-B59A-3B66F423C4D6}" dt="2024-11-09T03:09:31.074" v="266" actId="26606"/>
          <ac:spMkLst>
            <pc:docMk/>
            <pc:sldMk cId="0" sldId="259"/>
            <ac:spMk id="32" creationId="{00000000-0000-0000-0000-000000000000}"/>
          </ac:spMkLst>
        </pc:spChg>
        <pc:spChg chg="add">
          <ac:chgData name="Vaught, Jacob" userId="3948bc58-7b81-44a4-9cf0-22ebac0213b4" providerId="ADAL" clId="{09B97CDC-728D-A646-B59A-3B66F423C4D6}" dt="2024-11-09T03:09:31.100" v="267" actId="26606"/>
          <ac:spMkLst>
            <pc:docMk/>
            <pc:sldMk cId="0" sldId="259"/>
            <ac:spMk id="35" creationId="{3ECBE1F1-D69B-4AFA-ABD5-8E41720EF6DE}"/>
          </ac:spMkLst>
        </pc:spChg>
        <pc:spChg chg="add">
          <ac:chgData name="Vaught, Jacob" userId="3948bc58-7b81-44a4-9cf0-22ebac0213b4" providerId="ADAL" clId="{09B97CDC-728D-A646-B59A-3B66F423C4D6}" dt="2024-11-09T03:09:31.100" v="267" actId="26606"/>
          <ac:spMkLst>
            <pc:docMk/>
            <pc:sldMk cId="0" sldId="259"/>
            <ac:spMk id="37" creationId="{603A6265-E10C-4B85-9C20-E75FCAF9CC63}"/>
          </ac:spMkLst>
        </pc:spChg>
        <pc:spChg chg="add del">
          <ac:chgData name="Vaught, Jacob" userId="3948bc58-7b81-44a4-9cf0-22ebac0213b4" providerId="ADAL" clId="{09B97CDC-728D-A646-B59A-3B66F423C4D6}" dt="2024-11-09T03:09:53.203" v="274" actId="26606"/>
          <ac:spMkLst>
            <pc:docMk/>
            <pc:sldMk cId="0" sldId="259"/>
            <ac:spMk id="38" creationId="{00000000-0000-0000-0000-000000000000}"/>
          </ac:spMkLst>
        </pc:spChg>
        <pc:graphicFrameChg chg="add del">
          <ac:chgData name="Vaught, Jacob" userId="3948bc58-7b81-44a4-9cf0-22ebac0213b4" providerId="ADAL" clId="{09B97CDC-728D-A646-B59A-3B66F423C4D6}" dt="2024-11-09T03:09:24.943" v="260" actId="26606"/>
          <ac:graphicFrameMkLst>
            <pc:docMk/>
            <pc:sldMk cId="0" sldId="259"/>
            <ac:graphicFrameMk id="5" creationId="{B2B0FA6B-1F85-C4D5-1785-C24651421A52}"/>
          </ac:graphicFrameMkLst>
        </pc:graphicFrameChg>
        <pc:graphicFrameChg chg="add del">
          <ac:chgData name="Vaught, Jacob" userId="3948bc58-7b81-44a4-9cf0-22ebac0213b4" providerId="ADAL" clId="{09B97CDC-728D-A646-B59A-3B66F423C4D6}" dt="2024-11-09T03:09:49.685" v="269" actId="26606"/>
          <ac:graphicFrameMkLst>
            <pc:docMk/>
            <pc:sldMk cId="0" sldId="259"/>
            <ac:graphicFrameMk id="40" creationId="{13864400-0D1C-353B-F518-2455508DBDD0}"/>
          </ac:graphicFrameMkLst>
        </pc:graphicFrameChg>
        <pc:graphicFrameChg chg="add del">
          <ac:chgData name="Vaught, Jacob" userId="3948bc58-7b81-44a4-9cf0-22ebac0213b4" providerId="ADAL" clId="{09B97CDC-728D-A646-B59A-3B66F423C4D6}" dt="2024-11-09T03:09:51.545" v="271" actId="26606"/>
          <ac:graphicFrameMkLst>
            <pc:docMk/>
            <pc:sldMk cId="0" sldId="259"/>
            <ac:graphicFrameMk id="42" creationId="{377907D7-CE3A-8731-B57D-299F08958470}"/>
          </ac:graphicFrameMkLst>
        </pc:graphicFrameChg>
        <pc:graphicFrameChg chg="add del">
          <ac:chgData name="Vaught, Jacob" userId="3948bc58-7b81-44a4-9cf0-22ebac0213b4" providerId="ADAL" clId="{09B97CDC-728D-A646-B59A-3B66F423C4D6}" dt="2024-11-09T03:09:53.188" v="273" actId="26606"/>
          <ac:graphicFrameMkLst>
            <pc:docMk/>
            <pc:sldMk cId="0" sldId="259"/>
            <ac:graphicFrameMk id="44" creationId="{FC63B2BC-C660-BD76-A2CD-37D99FAE63B0}"/>
          </ac:graphicFrameMkLst>
        </pc:graphicFrameChg>
        <pc:graphicFrameChg chg="add mod">
          <ac:chgData name="Vaught, Jacob" userId="3948bc58-7b81-44a4-9cf0-22ebac0213b4" providerId="ADAL" clId="{09B97CDC-728D-A646-B59A-3B66F423C4D6}" dt="2024-11-09T03:15:31.972" v="276" actId="14100"/>
          <ac:graphicFrameMkLst>
            <pc:docMk/>
            <pc:sldMk cId="0" sldId="259"/>
            <ac:graphicFrameMk id="46" creationId="{377907D7-CE3A-8731-B57D-299F08958470}"/>
          </ac:graphicFrameMkLst>
        </pc:graphicFrameChg>
        <pc:picChg chg="add del">
          <ac:chgData name="Vaught, Jacob" userId="3948bc58-7b81-44a4-9cf0-22ebac0213b4" providerId="ADAL" clId="{09B97CDC-728D-A646-B59A-3B66F423C4D6}" dt="2024-11-09T03:09:26.076" v="262" actId="26606"/>
          <ac:picMkLst>
            <pc:docMk/>
            <pc:sldMk cId="0" sldId="259"/>
            <ac:picMk id="23" creationId="{5EB17B06-E337-FAC6-8AA1-63CD6B598DE0}"/>
          </ac:picMkLst>
        </pc:picChg>
        <pc:picChg chg="add del">
          <ac:chgData name="Vaught, Jacob" userId="3948bc58-7b81-44a4-9cf0-22ebac0213b4" providerId="ADAL" clId="{09B97CDC-728D-A646-B59A-3B66F423C4D6}" dt="2024-11-09T03:09:28.959" v="264" actId="26606"/>
          <ac:picMkLst>
            <pc:docMk/>
            <pc:sldMk cId="0" sldId="259"/>
            <ac:picMk id="26" creationId="{41EACFB3-BF25-949D-FDD3-0A49531FC31B}"/>
          </ac:picMkLst>
        </pc:picChg>
        <pc:picChg chg="add del">
          <ac:chgData name="Vaught, Jacob" userId="3948bc58-7b81-44a4-9cf0-22ebac0213b4" providerId="ADAL" clId="{09B97CDC-728D-A646-B59A-3B66F423C4D6}" dt="2024-11-09T03:09:31.074" v="266" actId="26606"/>
          <ac:picMkLst>
            <pc:docMk/>
            <pc:sldMk cId="0" sldId="259"/>
            <ac:picMk id="33" creationId="{AE5B7A18-9D72-9E29-C243-C03DC25914A4}"/>
          </ac:picMkLst>
        </pc:picChg>
        <pc:picChg chg="add mod modCrop">
          <ac:chgData name="Vaught, Jacob" userId="3948bc58-7b81-44a4-9cf0-22ebac0213b4" providerId="ADAL" clId="{09B97CDC-728D-A646-B59A-3B66F423C4D6}" dt="2024-11-09T03:18:43.677" v="279" actId="18131"/>
          <ac:picMkLst>
            <pc:docMk/>
            <pc:sldMk cId="0" sldId="259"/>
            <ac:picMk id="36" creationId="{41EACFB3-BF25-949D-FDD3-0A49531FC31B}"/>
          </ac:picMkLst>
        </pc:picChg>
      </pc:sldChg>
      <pc:sldChg chg="addSp delSp modSp mod setBg setFolMasterObjs modNotesTx">
        <pc:chgData name="Vaught, Jacob" userId="3948bc58-7b81-44a4-9cf0-22ebac0213b4" providerId="ADAL" clId="{09B97CDC-728D-A646-B59A-3B66F423C4D6}" dt="2024-11-09T08:27:30.805" v="3395"/>
        <pc:sldMkLst>
          <pc:docMk/>
          <pc:sldMk cId="0" sldId="260"/>
        </pc:sldMkLst>
        <pc:spChg chg="mod">
          <ac:chgData name="Vaught, Jacob" userId="3948bc58-7b81-44a4-9cf0-22ebac0213b4" providerId="ADAL" clId="{09B97CDC-728D-A646-B59A-3B66F423C4D6}" dt="2024-11-09T06:33:11.170" v="1714" actId="26606"/>
          <ac:spMkLst>
            <pc:docMk/>
            <pc:sldMk cId="0" sldId="260"/>
            <ac:spMk id="2" creationId="{00000000-0000-0000-0000-000000000000}"/>
          </ac:spMkLst>
        </pc:spChg>
        <pc:spChg chg="add del mod">
          <ac:chgData name="Vaught, Jacob" userId="3948bc58-7b81-44a4-9cf0-22ebac0213b4" providerId="ADAL" clId="{09B97CDC-728D-A646-B59A-3B66F423C4D6}" dt="2024-11-09T06:31:19.783" v="1625" actId="478"/>
          <ac:spMkLst>
            <pc:docMk/>
            <pc:sldMk cId="0" sldId="260"/>
            <ac:spMk id="3" creationId="{00000000-0000-0000-0000-000000000000}"/>
          </ac:spMkLst>
        </pc:spChg>
        <pc:spChg chg="add mod">
          <ac:chgData name="Vaught, Jacob" userId="3948bc58-7b81-44a4-9cf0-22ebac0213b4" providerId="ADAL" clId="{09B97CDC-728D-A646-B59A-3B66F423C4D6}" dt="2024-11-09T08:27:30.805" v="3395"/>
          <ac:spMkLst>
            <pc:docMk/>
            <pc:sldMk cId="0" sldId="260"/>
            <ac:spMk id="5" creationId="{F2BCAA3C-6DFF-C03D-59A1-FA5E1C5144F7}"/>
          </ac:spMkLst>
        </pc:spChg>
        <pc:spChg chg="add del mod">
          <ac:chgData name="Vaught, Jacob" userId="3948bc58-7b81-44a4-9cf0-22ebac0213b4" providerId="ADAL" clId="{09B97CDC-728D-A646-B59A-3B66F423C4D6}" dt="2024-11-09T03:33:52.551" v="342" actId="22"/>
          <ac:spMkLst>
            <pc:docMk/>
            <pc:sldMk cId="0" sldId="260"/>
            <ac:spMk id="7" creationId="{A30AA9E2-197C-859B-A5FD-91DDF85983A6}"/>
          </ac:spMkLst>
        </pc:spChg>
        <pc:spChg chg="add del">
          <ac:chgData name="Vaught, Jacob" userId="3948bc58-7b81-44a4-9cf0-22ebac0213b4" providerId="ADAL" clId="{09B97CDC-728D-A646-B59A-3B66F423C4D6}" dt="2024-11-09T06:32:24.963" v="1672" actId="26606"/>
          <ac:spMkLst>
            <pc:docMk/>
            <pc:sldMk cId="0" sldId="260"/>
            <ac:spMk id="8" creationId="{C0763A76-9F1C-4FC5-82B7-DD475DA461B2}"/>
          </ac:spMkLst>
        </pc:spChg>
        <pc:spChg chg="add del">
          <ac:chgData name="Vaught, Jacob" userId="3948bc58-7b81-44a4-9cf0-22ebac0213b4" providerId="ADAL" clId="{09B97CDC-728D-A646-B59A-3B66F423C4D6}" dt="2024-11-09T03:34:03.978" v="345" actId="26606"/>
          <ac:spMkLst>
            <pc:docMk/>
            <pc:sldMk cId="0" sldId="260"/>
            <ac:spMk id="10" creationId="{39F23E05-E5C5-497C-A842-7BD21B207609}"/>
          </ac:spMkLst>
        </pc:spChg>
        <pc:spChg chg="add del">
          <ac:chgData name="Vaught, Jacob" userId="3948bc58-7b81-44a4-9cf0-22ebac0213b4" providerId="ADAL" clId="{09B97CDC-728D-A646-B59A-3B66F423C4D6}" dt="2024-11-09T03:33:48.680" v="337" actId="26606"/>
          <ac:spMkLst>
            <pc:docMk/>
            <pc:sldMk cId="0" sldId="260"/>
            <ac:spMk id="11" creationId="{E81BF4F6-F2CF-4984-9D14-D6966D92F99F}"/>
          </ac:spMkLst>
        </pc:spChg>
        <pc:spChg chg="add del">
          <ac:chgData name="Vaught, Jacob" userId="3948bc58-7b81-44a4-9cf0-22ebac0213b4" providerId="ADAL" clId="{09B97CDC-728D-A646-B59A-3B66F423C4D6}" dt="2024-11-09T03:33:48.680" v="337" actId="26606"/>
          <ac:spMkLst>
            <pc:docMk/>
            <pc:sldMk cId="0" sldId="260"/>
            <ac:spMk id="12" creationId="{C0763A76-9F1C-4FC5-82B7-DD475DA461B2}"/>
          </ac:spMkLst>
        </pc:spChg>
        <pc:spChg chg="add del">
          <ac:chgData name="Vaught, Jacob" userId="3948bc58-7b81-44a4-9cf0-22ebac0213b4" providerId="ADAL" clId="{09B97CDC-728D-A646-B59A-3B66F423C4D6}" dt="2024-11-09T06:32:24.963" v="1672" actId="26606"/>
          <ac:spMkLst>
            <pc:docMk/>
            <pc:sldMk cId="0" sldId="260"/>
            <ac:spMk id="14" creationId="{E81BF4F6-F2CF-4984-9D14-D6966D92F99F}"/>
          </ac:spMkLst>
        </pc:spChg>
        <pc:spChg chg="add del">
          <ac:chgData name="Vaught, Jacob" userId="3948bc58-7b81-44a4-9cf0-22ebac0213b4" providerId="ADAL" clId="{09B97CDC-728D-A646-B59A-3B66F423C4D6}" dt="2024-11-09T06:33:11.170" v="1714" actId="26606"/>
          <ac:spMkLst>
            <pc:docMk/>
            <pc:sldMk cId="0" sldId="260"/>
            <ac:spMk id="23" creationId="{2C61293E-6EBE-43EF-A52C-9BEBFD7679D4}"/>
          </ac:spMkLst>
        </pc:spChg>
        <pc:spChg chg="add del">
          <ac:chgData name="Vaught, Jacob" userId="3948bc58-7b81-44a4-9cf0-22ebac0213b4" providerId="ADAL" clId="{09B97CDC-728D-A646-B59A-3B66F423C4D6}" dt="2024-11-09T06:33:11.170" v="1714" actId="26606"/>
          <ac:spMkLst>
            <pc:docMk/>
            <pc:sldMk cId="0" sldId="260"/>
            <ac:spMk id="25" creationId="{3FCFB1DE-0B7E-48CC-BA90-B2AB0889F9D6}"/>
          </ac:spMkLst>
        </pc:spChg>
        <pc:spChg chg="add del">
          <ac:chgData name="Vaught, Jacob" userId="3948bc58-7b81-44a4-9cf0-22ebac0213b4" providerId="ADAL" clId="{09B97CDC-728D-A646-B59A-3B66F423C4D6}" dt="2024-11-09T06:33:08.367" v="1711" actId="26606"/>
          <ac:spMkLst>
            <pc:docMk/>
            <pc:sldMk cId="0" sldId="260"/>
            <ac:spMk id="30" creationId="{4F7EBAE4-9945-4473-9E34-B2C66EA0F03D}"/>
          </ac:spMkLst>
        </pc:spChg>
        <pc:spChg chg="add del">
          <ac:chgData name="Vaught, Jacob" userId="3948bc58-7b81-44a4-9cf0-22ebac0213b4" providerId="ADAL" clId="{09B97CDC-728D-A646-B59A-3B66F423C4D6}" dt="2024-11-09T06:33:08.367" v="1711" actId="26606"/>
          <ac:spMkLst>
            <pc:docMk/>
            <pc:sldMk cId="0" sldId="260"/>
            <ac:spMk id="32" creationId="{70BEB1E7-2F88-40BC-B73D-42E5B6F80BFC}"/>
          </ac:spMkLst>
        </pc:spChg>
        <pc:spChg chg="add del">
          <ac:chgData name="Vaught, Jacob" userId="3948bc58-7b81-44a4-9cf0-22ebac0213b4" providerId="ADAL" clId="{09B97CDC-728D-A646-B59A-3B66F423C4D6}" dt="2024-11-09T06:33:08.367" v="1711" actId="26606"/>
          <ac:spMkLst>
            <pc:docMk/>
            <pc:sldMk cId="0" sldId="260"/>
            <ac:spMk id="34" creationId="{A7B99495-F43F-4D80-A44F-2CB4764EB90B}"/>
          </ac:spMkLst>
        </pc:spChg>
        <pc:spChg chg="add del">
          <ac:chgData name="Vaught, Jacob" userId="3948bc58-7b81-44a4-9cf0-22ebac0213b4" providerId="ADAL" clId="{09B97CDC-728D-A646-B59A-3B66F423C4D6}" dt="2024-11-09T06:33:11.133" v="1713" actId="26606"/>
          <ac:spMkLst>
            <pc:docMk/>
            <pc:sldMk cId="0" sldId="260"/>
            <ac:spMk id="36" creationId="{2C61293E-6EBE-43EF-A52C-9BEBFD7679D4}"/>
          </ac:spMkLst>
        </pc:spChg>
        <pc:spChg chg="add del">
          <ac:chgData name="Vaught, Jacob" userId="3948bc58-7b81-44a4-9cf0-22ebac0213b4" providerId="ADAL" clId="{09B97CDC-728D-A646-B59A-3B66F423C4D6}" dt="2024-11-09T06:33:11.133" v="1713" actId="26606"/>
          <ac:spMkLst>
            <pc:docMk/>
            <pc:sldMk cId="0" sldId="260"/>
            <ac:spMk id="37" creationId="{3FCFB1DE-0B7E-48CC-BA90-B2AB0889F9D6}"/>
          </ac:spMkLst>
        </pc:spChg>
        <pc:spChg chg="add">
          <ac:chgData name="Vaught, Jacob" userId="3948bc58-7b81-44a4-9cf0-22ebac0213b4" providerId="ADAL" clId="{09B97CDC-728D-A646-B59A-3B66F423C4D6}" dt="2024-11-09T06:33:11.170" v="1714" actId="26606"/>
          <ac:spMkLst>
            <pc:docMk/>
            <pc:sldMk cId="0" sldId="260"/>
            <ac:spMk id="39" creationId="{F13C74B1-5B17-4795-BED0-7140497B445A}"/>
          </ac:spMkLst>
        </pc:spChg>
        <pc:spChg chg="add">
          <ac:chgData name="Vaught, Jacob" userId="3948bc58-7b81-44a4-9cf0-22ebac0213b4" providerId="ADAL" clId="{09B97CDC-728D-A646-B59A-3B66F423C4D6}" dt="2024-11-09T06:33:11.170" v="1714" actId="26606"/>
          <ac:spMkLst>
            <pc:docMk/>
            <pc:sldMk cId="0" sldId="260"/>
            <ac:spMk id="40" creationId="{D4974D33-8DC5-464E-8C6D-BE58F0669C17}"/>
          </ac:spMkLst>
        </pc:spChg>
        <pc:graphicFrameChg chg="add del">
          <ac:chgData name="Vaught, Jacob" userId="3948bc58-7b81-44a4-9cf0-22ebac0213b4" providerId="ADAL" clId="{09B97CDC-728D-A646-B59A-3B66F423C4D6}" dt="2024-11-09T03:34:03.978" v="345" actId="26606"/>
          <ac:graphicFrameMkLst>
            <pc:docMk/>
            <pc:sldMk cId="0" sldId="260"/>
            <ac:graphicFrameMk id="15" creationId="{9EF1CC9A-E2CC-4986-959B-6F0CFB22F087}"/>
          </ac:graphicFrameMkLst>
        </pc:graphicFrameChg>
        <pc:graphicFrameChg chg="add mod ord modGraphic">
          <ac:chgData name="Vaught, Jacob" userId="3948bc58-7b81-44a4-9cf0-22ebac0213b4" providerId="ADAL" clId="{09B97CDC-728D-A646-B59A-3B66F423C4D6}" dt="2024-11-09T06:35:20.265" v="1761"/>
          <ac:graphicFrameMkLst>
            <pc:docMk/>
            <pc:sldMk cId="0" sldId="260"/>
            <ac:graphicFrameMk id="18" creationId="{C0E155C9-C593-17B5-A360-1FE94D863527}"/>
          </ac:graphicFrameMkLst>
        </pc:graphicFrameChg>
        <pc:picChg chg="add mod">
          <ac:chgData name="Vaught, Jacob" userId="3948bc58-7b81-44a4-9cf0-22ebac0213b4" providerId="ADAL" clId="{09B97CDC-728D-A646-B59A-3B66F423C4D6}" dt="2024-11-09T06:34:06.330" v="1718" actId="14826"/>
          <ac:picMkLst>
            <pc:docMk/>
            <pc:sldMk cId="0" sldId="260"/>
            <ac:picMk id="4" creationId="{6B5B1CE2-81FF-F482-ECB0-EC9734F44622}"/>
          </ac:picMkLst>
        </pc:picChg>
        <pc:picChg chg="add del">
          <ac:chgData name="Vaught, Jacob" userId="3948bc58-7b81-44a4-9cf0-22ebac0213b4" providerId="ADAL" clId="{09B97CDC-728D-A646-B59A-3B66F423C4D6}" dt="2024-11-09T03:26:41.028" v="335" actId="26606"/>
          <ac:picMkLst>
            <pc:docMk/>
            <pc:sldMk cId="0" sldId="260"/>
            <ac:picMk id="5" creationId="{26E503A9-2923-C6AD-F958-D765C1A55C43}"/>
          </ac:picMkLst>
        </pc:picChg>
        <pc:picChg chg="add del mod">
          <ac:chgData name="Vaught, Jacob" userId="3948bc58-7b81-44a4-9cf0-22ebac0213b4" providerId="ADAL" clId="{09B97CDC-728D-A646-B59A-3B66F423C4D6}" dt="2024-11-09T03:34:03.978" v="345" actId="26606"/>
          <ac:picMkLst>
            <pc:docMk/>
            <pc:sldMk cId="0" sldId="260"/>
            <ac:picMk id="6" creationId="{A76B3338-F8C9-1C53-B617-E1DEF80D4E44}"/>
          </ac:picMkLst>
        </pc:picChg>
        <pc:picChg chg="add del">
          <ac:chgData name="Vaught, Jacob" userId="3948bc58-7b81-44a4-9cf0-22ebac0213b4" providerId="ADAL" clId="{09B97CDC-728D-A646-B59A-3B66F423C4D6}" dt="2024-11-09T03:33:48.680" v="337" actId="26606"/>
          <ac:picMkLst>
            <pc:docMk/>
            <pc:sldMk cId="0" sldId="260"/>
            <ac:picMk id="13" creationId="{047B6FB6-191A-09EF-2E92-FEE1293B9E92}"/>
          </ac:picMkLst>
        </pc:picChg>
        <pc:picChg chg="add del mod">
          <ac:chgData name="Vaught, Jacob" userId="3948bc58-7b81-44a4-9cf0-22ebac0213b4" providerId="ADAL" clId="{09B97CDC-728D-A646-B59A-3B66F423C4D6}" dt="2024-11-09T03:39:43.913" v="439" actId="478"/>
          <ac:picMkLst>
            <pc:docMk/>
            <pc:sldMk cId="0" sldId="260"/>
            <ac:picMk id="16" creationId="{05E374E0-FBEB-E2F4-761C-27CD3CBA00EB}"/>
          </ac:picMkLst>
        </pc:picChg>
        <pc:picChg chg="add">
          <ac:chgData name="Vaught, Jacob" userId="3948bc58-7b81-44a4-9cf0-22ebac0213b4" providerId="ADAL" clId="{09B97CDC-728D-A646-B59A-3B66F423C4D6}" dt="2024-11-09T03:37:30.288" v="403"/>
          <ac:picMkLst>
            <pc:docMk/>
            <pc:sldMk cId="0" sldId="260"/>
            <ac:picMk id="17" creationId="{18012B53-AB26-16EA-C7B5-3975E106788C}"/>
          </ac:picMkLst>
        </pc:picChg>
        <pc:cxnChg chg="add del">
          <ac:chgData name="Vaught, Jacob" userId="3948bc58-7b81-44a4-9cf0-22ebac0213b4" providerId="ADAL" clId="{09B97CDC-728D-A646-B59A-3B66F423C4D6}" dt="2024-11-09T03:26:41.028" v="335" actId="26606"/>
          <ac:cxnSpMkLst>
            <pc:docMk/>
            <pc:sldMk cId="0" sldId="260"/>
            <ac:cxnSpMk id="9" creationId="{1503BFE4-729B-D9D0-C17B-501E6AF1127A}"/>
          </ac:cxnSpMkLst>
        </pc:cxnChg>
      </pc:sldChg>
      <pc:sldChg chg="addSp delSp modSp mod setBg modNotesTx">
        <pc:chgData name="Vaught, Jacob" userId="3948bc58-7b81-44a4-9cf0-22ebac0213b4" providerId="ADAL" clId="{09B97CDC-728D-A646-B59A-3B66F423C4D6}" dt="2024-11-09T08:27:30.805" v="3395"/>
        <pc:sldMkLst>
          <pc:docMk/>
          <pc:sldMk cId="0" sldId="261"/>
        </pc:sldMkLst>
        <pc:spChg chg="mod">
          <ac:chgData name="Vaught, Jacob" userId="3948bc58-7b81-44a4-9cf0-22ebac0213b4" providerId="ADAL" clId="{09B97CDC-728D-A646-B59A-3B66F423C4D6}" dt="2024-11-09T03:55:18.905" v="877" actId="26606"/>
          <ac:spMkLst>
            <pc:docMk/>
            <pc:sldMk cId="0" sldId="261"/>
            <ac:spMk id="2" creationId="{00000000-0000-0000-0000-000000000000}"/>
          </ac:spMkLst>
        </pc:spChg>
        <pc:spChg chg="del mod">
          <ac:chgData name="Vaught, Jacob" userId="3948bc58-7b81-44a4-9cf0-22ebac0213b4" providerId="ADAL" clId="{09B97CDC-728D-A646-B59A-3B66F423C4D6}" dt="2024-11-09T03:53:37.907" v="856" actId="26606"/>
          <ac:spMkLst>
            <pc:docMk/>
            <pc:sldMk cId="0" sldId="261"/>
            <ac:spMk id="3" creationId="{00000000-0000-0000-0000-000000000000}"/>
          </ac:spMkLst>
        </pc:spChg>
        <pc:spChg chg="add mod">
          <ac:chgData name="Vaught, Jacob" userId="3948bc58-7b81-44a4-9cf0-22ebac0213b4" providerId="ADAL" clId="{09B97CDC-728D-A646-B59A-3B66F423C4D6}" dt="2024-11-09T08:27:30.805" v="3395"/>
          <ac:spMkLst>
            <pc:docMk/>
            <pc:sldMk cId="0" sldId="261"/>
            <ac:spMk id="4" creationId="{EB2AC588-E6B1-4078-42EB-8ABD4D326F76}"/>
          </ac:spMkLst>
        </pc:spChg>
        <pc:spChg chg="add del">
          <ac:chgData name="Vaught, Jacob" userId="3948bc58-7b81-44a4-9cf0-22ebac0213b4" providerId="ADAL" clId="{09B97CDC-728D-A646-B59A-3B66F423C4D6}" dt="2024-11-09T03:54:07.417" v="859" actId="26606"/>
          <ac:spMkLst>
            <pc:docMk/>
            <pc:sldMk cId="0" sldId="261"/>
            <ac:spMk id="9" creationId="{BACC6370-2D7E-4714-9D71-7542949D7D5D}"/>
          </ac:spMkLst>
        </pc:spChg>
        <pc:spChg chg="add del">
          <ac:chgData name="Vaught, Jacob" userId="3948bc58-7b81-44a4-9cf0-22ebac0213b4" providerId="ADAL" clId="{09B97CDC-728D-A646-B59A-3B66F423C4D6}" dt="2024-11-09T03:54:07.417" v="859" actId="26606"/>
          <ac:spMkLst>
            <pc:docMk/>
            <pc:sldMk cId="0" sldId="261"/>
            <ac:spMk id="11" creationId="{256B2C21-A230-48C0-8DF1-C46611373C44}"/>
          </ac:spMkLst>
        </pc:spChg>
        <pc:spChg chg="add del">
          <ac:chgData name="Vaught, Jacob" userId="3948bc58-7b81-44a4-9cf0-22ebac0213b4" providerId="ADAL" clId="{09B97CDC-728D-A646-B59A-3B66F423C4D6}" dt="2024-11-09T03:54:07.417" v="859" actId="26606"/>
          <ac:spMkLst>
            <pc:docMk/>
            <pc:sldMk cId="0" sldId="261"/>
            <ac:spMk id="13" creationId="{3847E18C-932D-4C95-AABA-FEC7C9499AD7}"/>
          </ac:spMkLst>
        </pc:spChg>
        <pc:spChg chg="add del">
          <ac:chgData name="Vaught, Jacob" userId="3948bc58-7b81-44a4-9cf0-22ebac0213b4" providerId="ADAL" clId="{09B97CDC-728D-A646-B59A-3B66F423C4D6}" dt="2024-11-09T03:54:07.417" v="859" actId="26606"/>
          <ac:spMkLst>
            <pc:docMk/>
            <pc:sldMk cId="0" sldId="261"/>
            <ac:spMk id="15" creationId="{3150CB11-0C61-439E-910F-5787759E72A0}"/>
          </ac:spMkLst>
        </pc:spChg>
        <pc:spChg chg="add del">
          <ac:chgData name="Vaught, Jacob" userId="3948bc58-7b81-44a4-9cf0-22ebac0213b4" providerId="ADAL" clId="{09B97CDC-728D-A646-B59A-3B66F423C4D6}" dt="2024-11-09T03:54:07.417" v="859" actId="26606"/>
          <ac:spMkLst>
            <pc:docMk/>
            <pc:sldMk cId="0" sldId="261"/>
            <ac:spMk id="17" creationId="{43F8A58B-5155-44CE-A5FF-7647B47D0A7A}"/>
          </ac:spMkLst>
        </pc:spChg>
        <pc:spChg chg="add del">
          <ac:chgData name="Vaught, Jacob" userId="3948bc58-7b81-44a4-9cf0-22ebac0213b4" providerId="ADAL" clId="{09B97CDC-728D-A646-B59A-3B66F423C4D6}" dt="2024-11-09T03:54:07.417" v="859" actId="26606"/>
          <ac:spMkLst>
            <pc:docMk/>
            <pc:sldMk cId="0" sldId="261"/>
            <ac:spMk id="19" creationId="{443F2ACA-E6D6-4028-82DD-F03C262D5DE6}"/>
          </ac:spMkLst>
        </pc:spChg>
        <pc:spChg chg="add del">
          <ac:chgData name="Vaught, Jacob" userId="3948bc58-7b81-44a4-9cf0-22ebac0213b4" providerId="ADAL" clId="{09B97CDC-728D-A646-B59A-3B66F423C4D6}" dt="2024-11-09T03:55:18.905" v="877" actId="26606"/>
          <ac:spMkLst>
            <pc:docMk/>
            <pc:sldMk cId="0" sldId="261"/>
            <ac:spMk id="21" creationId="{81D377EB-C9D2-4ED0-86A6-740A297E3EAC}"/>
          </ac:spMkLst>
        </pc:spChg>
        <pc:spChg chg="add del">
          <ac:chgData name="Vaught, Jacob" userId="3948bc58-7b81-44a4-9cf0-22ebac0213b4" providerId="ADAL" clId="{09B97CDC-728D-A646-B59A-3B66F423C4D6}" dt="2024-11-09T03:55:18.905" v="877" actId="26606"/>
          <ac:spMkLst>
            <pc:docMk/>
            <pc:sldMk cId="0" sldId="261"/>
            <ac:spMk id="22" creationId="{066346BE-FDB4-4772-A696-0719490ABD64}"/>
          </ac:spMkLst>
        </pc:spChg>
        <pc:spChg chg="add del">
          <ac:chgData name="Vaught, Jacob" userId="3948bc58-7b81-44a4-9cf0-22ebac0213b4" providerId="ADAL" clId="{09B97CDC-728D-A646-B59A-3B66F423C4D6}" dt="2024-11-09T03:55:18.905" v="877" actId="26606"/>
          <ac:spMkLst>
            <pc:docMk/>
            <pc:sldMk cId="0" sldId="261"/>
            <ac:spMk id="23" creationId="{FB92FFCE-0C90-454E-AA25-D4EE9A6C39C5}"/>
          </ac:spMkLst>
        </pc:spChg>
        <pc:spChg chg="add del">
          <ac:chgData name="Vaught, Jacob" userId="3948bc58-7b81-44a4-9cf0-22ebac0213b4" providerId="ADAL" clId="{09B97CDC-728D-A646-B59A-3B66F423C4D6}" dt="2024-11-09T03:53:49.412" v="858" actId="26606"/>
          <ac:spMkLst>
            <pc:docMk/>
            <pc:sldMk cId="0" sldId="261"/>
            <ac:spMk id="24" creationId="{56E9B3E6-E277-4D68-BA48-9CB43FFBD6E2}"/>
          </ac:spMkLst>
        </pc:spChg>
        <pc:spChg chg="add">
          <ac:chgData name="Vaught, Jacob" userId="3948bc58-7b81-44a4-9cf0-22ebac0213b4" providerId="ADAL" clId="{09B97CDC-728D-A646-B59A-3B66F423C4D6}" dt="2024-11-09T03:55:18.905" v="877" actId="26606"/>
          <ac:spMkLst>
            <pc:docMk/>
            <pc:sldMk cId="0" sldId="261"/>
            <ac:spMk id="29" creationId="{E51BA4DF-2BD4-4EC2-B1DB-B27C8AC71864}"/>
          </ac:spMkLst>
        </pc:spChg>
        <pc:spChg chg="add del">
          <ac:chgData name="Vaught, Jacob" userId="3948bc58-7b81-44a4-9cf0-22ebac0213b4" providerId="ADAL" clId="{09B97CDC-728D-A646-B59A-3B66F423C4D6}" dt="2024-11-09T03:53:49.412" v="858" actId="26606"/>
          <ac:spMkLst>
            <pc:docMk/>
            <pc:sldMk cId="0" sldId="261"/>
            <ac:spMk id="31" creationId="{D5B0017B-2ECA-49AF-B397-DC140825DF8D}"/>
          </ac:spMkLst>
        </pc:spChg>
        <pc:grpChg chg="add del">
          <ac:chgData name="Vaught, Jacob" userId="3948bc58-7b81-44a4-9cf0-22ebac0213b4" providerId="ADAL" clId="{09B97CDC-728D-A646-B59A-3B66F423C4D6}" dt="2024-11-09T03:53:49.412" v="858" actId="26606"/>
          <ac:grpSpMkLst>
            <pc:docMk/>
            <pc:sldMk cId="0" sldId="261"/>
            <ac:grpSpMk id="26" creationId="{AE1C45F0-260A-458C-96ED-C1F6D2151219}"/>
          </ac:grpSpMkLst>
        </pc:grpChg>
        <pc:graphicFrameChg chg="add mod">
          <ac:chgData name="Vaught, Jacob" userId="3948bc58-7b81-44a4-9cf0-22ebac0213b4" providerId="ADAL" clId="{09B97CDC-728D-A646-B59A-3B66F423C4D6}" dt="2024-11-09T03:38:17.528" v="418" actId="1076"/>
          <ac:graphicFrameMkLst>
            <pc:docMk/>
            <pc:sldMk cId="0" sldId="261"/>
            <ac:graphicFrameMk id="4" creationId="{43DB5496-48B6-8DAC-658B-4C2D4756504E}"/>
          </ac:graphicFrameMkLst>
        </pc:graphicFrameChg>
        <pc:graphicFrameChg chg="add mod modGraphic">
          <ac:chgData name="Vaught, Jacob" userId="3948bc58-7b81-44a4-9cf0-22ebac0213b4" providerId="ADAL" clId="{09B97CDC-728D-A646-B59A-3B66F423C4D6}" dt="2024-11-09T03:55:18.905" v="877" actId="26606"/>
          <ac:graphicFrameMkLst>
            <pc:docMk/>
            <pc:sldMk cId="0" sldId="261"/>
            <ac:graphicFrameMk id="5" creationId="{97C52229-3978-9C80-8EA0-DAEF1F0A01E8}"/>
          </ac:graphicFrameMkLst>
        </pc:graphicFrameChg>
        <pc:picChg chg="add mod modCrop">
          <ac:chgData name="Vaught, Jacob" userId="3948bc58-7b81-44a4-9cf0-22ebac0213b4" providerId="ADAL" clId="{09B97CDC-728D-A646-B59A-3B66F423C4D6}" dt="2024-11-09T03:56:49.212" v="881" actId="18131"/>
          <ac:picMkLst>
            <pc:docMk/>
            <pc:sldMk cId="0" sldId="261"/>
            <ac:picMk id="25" creationId="{33BB48CC-3925-3475-8160-E3497D022828}"/>
          </ac:picMkLst>
        </pc:picChg>
        <pc:cxnChg chg="add del">
          <ac:chgData name="Vaught, Jacob" userId="3948bc58-7b81-44a4-9cf0-22ebac0213b4" providerId="ADAL" clId="{09B97CDC-728D-A646-B59A-3B66F423C4D6}" dt="2024-11-09T03:53:49.412" v="858" actId="26606"/>
          <ac:cxnSpMkLst>
            <pc:docMk/>
            <pc:sldMk cId="0" sldId="261"/>
            <ac:cxnSpMk id="33" creationId="{6CF1BAF6-AD41-4082-B212-8A1F9A2E8779}"/>
          </ac:cxnSpMkLst>
        </pc:cxnChg>
      </pc:sldChg>
      <pc:sldChg chg="addSp delSp modSp mod setBg modNotesTx">
        <pc:chgData name="Vaught, Jacob" userId="3948bc58-7b81-44a4-9cf0-22ebac0213b4" providerId="ADAL" clId="{09B97CDC-728D-A646-B59A-3B66F423C4D6}" dt="2024-11-09T08:27:30.805" v="3395"/>
        <pc:sldMkLst>
          <pc:docMk/>
          <pc:sldMk cId="0" sldId="262"/>
        </pc:sldMkLst>
        <pc:spChg chg="mod">
          <ac:chgData name="Vaught, Jacob" userId="3948bc58-7b81-44a4-9cf0-22ebac0213b4" providerId="ADAL" clId="{09B97CDC-728D-A646-B59A-3B66F423C4D6}" dt="2024-11-09T04:25:34.044" v="939" actId="26606"/>
          <ac:spMkLst>
            <pc:docMk/>
            <pc:sldMk cId="0" sldId="262"/>
            <ac:spMk id="2" creationId="{00000000-0000-0000-0000-000000000000}"/>
          </ac:spMkLst>
        </pc:spChg>
        <pc:spChg chg="add del mod">
          <ac:chgData name="Vaught, Jacob" userId="3948bc58-7b81-44a4-9cf0-22ebac0213b4" providerId="ADAL" clId="{09B97CDC-728D-A646-B59A-3B66F423C4D6}" dt="2024-11-09T04:25:34.044" v="939" actId="26606"/>
          <ac:spMkLst>
            <pc:docMk/>
            <pc:sldMk cId="0" sldId="262"/>
            <ac:spMk id="3" creationId="{00000000-0000-0000-0000-000000000000}"/>
          </ac:spMkLst>
        </pc:spChg>
        <pc:spChg chg="add mod">
          <ac:chgData name="Vaught, Jacob" userId="3948bc58-7b81-44a4-9cf0-22ebac0213b4" providerId="ADAL" clId="{09B97CDC-728D-A646-B59A-3B66F423C4D6}" dt="2024-11-09T08:27:30.805" v="3395"/>
          <ac:spMkLst>
            <pc:docMk/>
            <pc:sldMk cId="0" sldId="262"/>
            <ac:spMk id="4" creationId="{B52B3D9D-FD70-4B66-6170-0935A9A1D6F0}"/>
          </ac:spMkLst>
        </pc:spChg>
        <pc:spChg chg="add del">
          <ac:chgData name="Vaught, Jacob" userId="3948bc58-7b81-44a4-9cf0-22ebac0213b4" providerId="ADAL" clId="{09B97CDC-728D-A646-B59A-3B66F423C4D6}" dt="2024-11-09T04:25:31.285" v="936" actId="26606"/>
          <ac:spMkLst>
            <pc:docMk/>
            <pc:sldMk cId="0" sldId="262"/>
            <ac:spMk id="9" creationId="{E51BA4DF-2BD4-4EC2-B1DB-B27C8AC71864}"/>
          </ac:spMkLst>
        </pc:spChg>
        <pc:spChg chg="add del">
          <ac:chgData name="Vaught, Jacob" userId="3948bc58-7b81-44a4-9cf0-22ebac0213b4" providerId="ADAL" clId="{09B97CDC-728D-A646-B59A-3B66F423C4D6}" dt="2024-11-09T04:25:34.017" v="938" actId="26606"/>
          <ac:spMkLst>
            <pc:docMk/>
            <pc:sldMk cId="0" sldId="262"/>
            <ac:spMk id="10" creationId="{E51BA4DF-2BD4-4EC2-B1DB-B27C8AC71864}"/>
          </ac:spMkLst>
        </pc:spChg>
        <pc:spChg chg="add">
          <ac:chgData name="Vaught, Jacob" userId="3948bc58-7b81-44a4-9cf0-22ebac0213b4" providerId="ADAL" clId="{09B97CDC-728D-A646-B59A-3B66F423C4D6}" dt="2024-11-09T04:25:34.044" v="939" actId="26606"/>
          <ac:spMkLst>
            <pc:docMk/>
            <pc:sldMk cId="0" sldId="262"/>
            <ac:spMk id="13" creationId="{E51BA4DF-2BD4-4EC2-B1DB-B27C8AC71864}"/>
          </ac:spMkLst>
        </pc:spChg>
        <pc:spChg chg="add mod">
          <ac:chgData name="Vaught, Jacob" userId="3948bc58-7b81-44a4-9cf0-22ebac0213b4" providerId="ADAL" clId="{09B97CDC-728D-A646-B59A-3B66F423C4D6}" dt="2024-11-09T06:35:58.951" v="1765" actId="20577"/>
          <ac:spMkLst>
            <pc:docMk/>
            <pc:sldMk cId="0" sldId="262"/>
            <ac:spMk id="15" creationId="{00000000-0000-0000-0000-000000000000}"/>
          </ac:spMkLst>
        </pc:spChg>
        <pc:graphicFrameChg chg="add del">
          <ac:chgData name="Vaught, Jacob" userId="3948bc58-7b81-44a4-9cf0-22ebac0213b4" providerId="ADAL" clId="{09B97CDC-728D-A646-B59A-3B66F423C4D6}" dt="2024-11-09T04:25:34.017" v="938" actId="26606"/>
          <ac:graphicFrameMkLst>
            <pc:docMk/>
            <pc:sldMk cId="0" sldId="262"/>
            <ac:graphicFrameMk id="11" creationId="{ECF497DD-DA70-15BC-10CD-D64464334797}"/>
          </ac:graphicFrameMkLst>
        </pc:graphicFrameChg>
        <pc:picChg chg="add del">
          <ac:chgData name="Vaught, Jacob" userId="3948bc58-7b81-44a4-9cf0-22ebac0213b4" providerId="ADAL" clId="{09B97CDC-728D-A646-B59A-3B66F423C4D6}" dt="2024-11-09T04:25:31.285" v="936" actId="26606"/>
          <ac:picMkLst>
            <pc:docMk/>
            <pc:sldMk cId="0" sldId="262"/>
            <ac:picMk id="5" creationId="{1924B7F0-7E65-A1AA-CFB1-C311BD8B5C3C}"/>
          </ac:picMkLst>
        </pc:picChg>
        <pc:picChg chg="add del">
          <ac:chgData name="Vaught, Jacob" userId="3948bc58-7b81-44a4-9cf0-22ebac0213b4" providerId="ADAL" clId="{09B97CDC-728D-A646-B59A-3B66F423C4D6}" dt="2024-11-09T04:25:34.017" v="938" actId="26606"/>
          <ac:picMkLst>
            <pc:docMk/>
            <pc:sldMk cId="0" sldId="262"/>
            <ac:picMk id="6" creationId="{EDF69B4F-04C3-F5BA-7D36-66F754D73566}"/>
          </ac:picMkLst>
        </pc:picChg>
        <pc:picChg chg="add mod modCrop">
          <ac:chgData name="Vaught, Jacob" userId="3948bc58-7b81-44a4-9cf0-22ebac0213b4" providerId="ADAL" clId="{09B97CDC-728D-A646-B59A-3B66F423C4D6}" dt="2024-11-09T06:38:16.438" v="1775" actId="18131"/>
          <ac:picMkLst>
            <pc:docMk/>
            <pc:sldMk cId="0" sldId="262"/>
            <ac:picMk id="14" creationId="{1924B7F0-7E65-A1AA-CFB1-C311BD8B5C3C}"/>
          </ac:picMkLst>
        </pc:picChg>
      </pc:sldChg>
      <pc:sldChg chg="addSp delSp modSp mod setBg modNotesTx">
        <pc:chgData name="Vaught, Jacob" userId="3948bc58-7b81-44a4-9cf0-22ebac0213b4" providerId="ADAL" clId="{09B97CDC-728D-A646-B59A-3B66F423C4D6}" dt="2024-11-09T08:27:30.805" v="3395"/>
        <pc:sldMkLst>
          <pc:docMk/>
          <pc:sldMk cId="0" sldId="263"/>
        </pc:sldMkLst>
        <pc:spChg chg="mod">
          <ac:chgData name="Vaught, Jacob" userId="3948bc58-7b81-44a4-9cf0-22ebac0213b4" providerId="ADAL" clId="{09B97CDC-728D-A646-B59A-3B66F423C4D6}" dt="2024-11-09T04:28:43.055" v="1118" actId="20577"/>
          <ac:spMkLst>
            <pc:docMk/>
            <pc:sldMk cId="0" sldId="263"/>
            <ac:spMk id="2" creationId="{00000000-0000-0000-0000-000000000000}"/>
          </ac:spMkLst>
        </pc:spChg>
        <pc:spChg chg="add del mod">
          <ac:chgData name="Vaught, Jacob" userId="3948bc58-7b81-44a4-9cf0-22ebac0213b4" providerId="ADAL" clId="{09B97CDC-728D-A646-B59A-3B66F423C4D6}" dt="2024-11-09T04:27:00.234" v="989" actId="26606"/>
          <ac:spMkLst>
            <pc:docMk/>
            <pc:sldMk cId="0" sldId="263"/>
            <ac:spMk id="3" creationId="{00000000-0000-0000-0000-000000000000}"/>
          </ac:spMkLst>
        </pc:spChg>
        <pc:spChg chg="add mod">
          <ac:chgData name="Vaught, Jacob" userId="3948bc58-7b81-44a4-9cf0-22ebac0213b4" providerId="ADAL" clId="{09B97CDC-728D-A646-B59A-3B66F423C4D6}" dt="2024-11-09T08:27:30.805" v="3395"/>
          <ac:spMkLst>
            <pc:docMk/>
            <pc:sldMk cId="0" sldId="263"/>
            <ac:spMk id="4" creationId="{BCACBF1B-9993-AA5B-7EDF-456440A05B5B}"/>
          </ac:spMkLst>
        </pc:spChg>
        <pc:spChg chg="add del">
          <ac:chgData name="Vaught, Jacob" userId="3948bc58-7b81-44a4-9cf0-22ebac0213b4" providerId="ADAL" clId="{09B97CDC-728D-A646-B59A-3B66F423C4D6}" dt="2024-11-09T04:27:00.214" v="988" actId="26606"/>
          <ac:spMkLst>
            <pc:docMk/>
            <pc:sldMk cId="0" sldId="263"/>
            <ac:spMk id="9" creationId="{BACC6370-2D7E-4714-9D71-7542949D7D5D}"/>
          </ac:spMkLst>
        </pc:spChg>
        <pc:spChg chg="add del">
          <ac:chgData name="Vaught, Jacob" userId="3948bc58-7b81-44a4-9cf0-22ebac0213b4" providerId="ADAL" clId="{09B97CDC-728D-A646-B59A-3B66F423C4D6}" dt="2024-11-09T04:27:00.214" v="988" actId="26606"/>
          <ac:spMkLst>
            <pc:docMk/>
            <pc:sldMk cId="0" sldId="263"/>
            <ac:spMk id="11" creationId="{256B2C21-A230-48C0-8DF1-C46611373C44}"/>
          </ac:spMkLst>
        </pc:spChg>
        <pc:spChg chg="add del">
          <ac:chgData name="Vaught, Jacob" userId="3948bc58-7b81-44a4-9cf0-22ebac0213b4" providerId="ADAL" clId="{09B97CDC-728D-A646-B59A-3B66F423C4D6}" dt="2024-11-09T04:27:00.214" v="988" actId="26606"/>
          <ac:spMkLst>
            <pc:docMk/>
            <pc:sldMk cId="0" sldId="263"/>
            <ac:spMk id="13" creationId="{3847E18C-932D-4C95-AABA-FEC7C9499AD7}"/>
          </ac:spMkLst>
        </pc:spChg>
        <pc:spChg chg="add del">
          <ac:chgData name="Vaught, Jacob" userId="3948bc58-7b81-44a4-9cf0-22ebac0213b4" providerId="ADAL" clId="{09B97CDC-728D-A646-B59A-3B66F423C4D6}" dt="2024-11-09T04:27:00.214" v="988" actId="26606"/>
          <ac:spMkLst>
            <pc:docMk/>
            <pc:sldMk cId="0" sldId="263"/>
            <ac:spMk id="15" creationId="{3150CB11-0C61-439E-910F-5787759E72A0}"/>
          </ac:spMkLst>
        </pc:spChg>
        <pc:spChg chg="add del">
          <ac:chgData name="Vaught, Jacob" userId="3948bc58-7b81-44a4-9cf0-22ebac0213b4" providerId="ADAL" clId="{09B97CDC-728D-A646-B59A-3B66F423C4D6}" dt="2024-11-09T04:27:00.214" v="988" actId="26606"/>
          <ac:spMkLst>
            <pc:docMk/>
            <pc:sldMk cId="0" sldId="263"/>
            <ac:spMk id="17" creationId="{43F8A58B-5155-44CE-A5FF-7647B47D0A7A}"/>
          </ac:spMkLst>
        </pc:spChg>
        <pc:spChg chg="add del">
          <ac:chgData name="Vaught, Jacob" userId="3948bc58-7b81-44a4-9cf0-22ebac0213b4" providerId="ADAL" clId="{09B97CDC-728D-A646-B59A-3B66F423C4D6}" dt="2024-11-09T04:27:00.214" v="988" actId="26606"/>
          <ac:spMkLst>
            <pc:docMk/>
            <pc:sldMk cId="0" sldId="263"/>
            <ac:spMk id="19" creationId="{443F2ACA-E6D6-4028-82DD-F03C262D5DE6}"/>
          </ac:spMkLst>
        </pc:spChg>
        <pc:spChg chg="add">
          <ac:chgData name="Vaught, Jacob" userId="3948bc58-7b81-44a4-9cf0-22ebac0213b4" providerId="ADAL" clId="{09B97CDC-728D-A646-B59A-3B66F423C4D6}" dt="2024-11-09T04:27:00.234" v="989" actId="26606"/>
          <ac:spMkLst>
            <pc:docMk/>
            <pc:sldMk cId="0" sldId="263"/>
            <ac:spMk id="21" creationId="{35DB3719-6FDC-4E5D-891D-FF40B7300F64}"/>
          </ac:spMkLst>
        </pc:spChg>
        <pc:spChg chg="add">
          <ac:chgData name="Vaught, Jacob" userId="3948bc58-7b81-44a4-9cf0-22ebac0213b4" providerId="ADAL" clId="{09B97CDC-728D-A646-B59A-3B66F423C4D6}" dt="2024-11-09T04:27:00.234" v="989" actId="26606"/>
          <ac:spMkLst>
            <pc:docMk/>
            <pc:sldMk cId="0" sldId="263"/>
            <ac:spMk id="22" creationId="{E0CBAC23-2E3F-4A90-BA59-F8299F6A5439}"/>
          </ac:spMkLst>
        </pc:spChg>
        <pc:graphicFrameChg chg="add del">
          <ac:chgData name="Vaught, Jacob" userId="3948bc58-7b81-44a4-9cf0-22ebac0213b4" providerId="ADAL" clId="{09B97CDC-728D-A646-B59A-3B66F423C4D6}" dt="2024-11-09T04:27:00.214" v="988" actId="26606"/>
          <ac:graphicFrameMkLst>
            <pc:docMk/>
            <pc:sldMk cId="0" sldId="263"/>
            <ac:graphicFrameMk id="5" creationId="{E0C7FFDB-1F64-8057-677D-24C0036F6B53}"/>
          </ac:graphicFrameMkLst>
        </pc:graphicFrameChg>
        <pc:graphicFrameChg chg="add mod">
          <ac:chgData name="Vaught, Jacob" userId="3948bc58-7b81-44a4-9cf0-22ebac0213b4" providerId="ADAL" clId="{09B97CDC-728D-A646-B59A-3B66F423C4D6}" dt="2024-11-09T04:27:19.201" v="992" actId="20577"/>
          <ac:graphicFrameMkLst>
            <pc:docMk/>
            <pc:sldMk cId="0" sldId="263"/>
            <ac:graphicFrameMk id="23" creationId="{DE65B332-422F-1118-E162-29908EC9850B}"/>
          </ac:graphicFrameMkLst>
        </pc:graphicFrameChg>
      </pc:sldChg>
      <pc:sldChg chg="addSp delSp modSp mod setBg modClrScheme chgLayout modNotesTx">
        <pc:chgData name="Vaught, Jacob" userId="3948bc58-7b81-44a4-9cf0-22ebac0213b4" providerId="ADAL" clId="{09B97CDC-728D-A646-B59A-3B66F423C4D6}" dt="2024-11-09T08:27:30.805" v="3395"/>
        <pc:sldMkLst>
          <pc:docMk/>
          <pc:sldMk cId="0" sldId="264"/>
        </pc:sldMkLst>
        <pc:spChg chg="mod ord">
          <ac:chgData name="Vaught, Jacob" userId="3948bc58-7b81-44a4-9cf0-22ebac0213b4" providerId="ADAL" clId="{09B97CDC-728D-A646-B59A-3B66F423C4D6}" dt="2024-11-09T04:38:45.866" v="1169" actId="26606"/>
          <ac:spMkLst>
            <pc:docMk/>
            <pc:sldMk cId="0" sldId="264"/>
            <ac:spMk id="2" creationId="{00000000-0000-0000-0000-000000000000}"/>
          </ac:spMkLst>
        </pc:spChg>
        <pc:spChg chg="add mod ord">
          <ac:chgData name="Vaught, Jacob" userId="3948bc58-7b81-44a4-9cf0-22ebac0213b4" providerId="ADAL" clId="{09B97CDC-728D-A646-B59A-3B66F423C4D6}" dt="2024-11-09T04:38:56.106" v="1174" actId="113"/>
          <ac:spMkLst>
            <pc:docMk/>
            <pc:sldMk cId="0" sldId="264"/>
            <ac:spMk id="3" creationId="{44B844C0-277E-F840-E946-014344A5792F}"/>
          </ac:spMkLst>
        </pc:spChg>
        <pc:spChg chg="add del mod ord">
          <ac:chgData name="Vaught, Jacob" userId="3948bc58-7b81-44a4-9cf0-22ebac0213b4" providerId="ADAL" clId="{09B97CDC-728D-A646-B59A-3B66F423C4D6}" dt="2024-11-09T04:38:32.149" v="1167" actId="700"/>
          <ac:spMkLst>
            <pc:docMk/>
            <pc:sldMk cId="0" sldId="264"/>
            <ac:spMk id="4" creationId="{C6121B43-6A29-6B00-1BD9-307F53CE3D36}"/>
          </ac:spMkLst>
        </pc:spChg>
        <pc:spChg chg="add mod">
          <ac:chgData name="Vaught, Jacob" userId="3948bc58-7b81-44a4-9cf0-22ebac0213b4" providerId="ADAL" clId="{09B97CDC-728D-A646-B59A-3B66F423C4D6}" dt="2024-11-09T08:27:30.805" v="3395"/>
          <ac:spMkLst>
            <pc:docMk/>
            <pc:sldMk cId="0" sldId="264"/>
            <ac:spMk id="6" creationId="{6B2CB043-BABD-830D-829C-56749D38D769}"/>
          </ac:spMkLst>
        </pc:spChg>
        <pc:picChg chg="add mod modCrop">
          <ac:chgData name="Vaught, Jacob" userId="3948bc58-7b81-44a4-9cf0-22ebac0213b4" providerId="ADAL" clId="{09B97CDC-728D-A646-B59A-3B66F423C4D6}" dt="2024-11-09T04:42:20.260" v="1178" actId="18131"/>
          <ac:picMkLst>
            <pc:docMk/>
            <pc:sldMk cId="0" sldId="264"/>
            <ac:picMk id="5" creationId="{2D8DE5BC-BBF2-0A37-2099-A67A24D524A4}"/>
          </ac:picMkLst>
        </pc:picChg>
        <pc:cxnChg chg="add">
          <ac:chgData name="Vaught, Jacob" userId="3948bc58-7b81-44a4-9cf0-22ebac0213b4" providerId="ADAL" clId="{09B97CDC-728D-A646-B59A-3B66F423C4D6}" dt="2024-11-09T04:38:45.866" v="1169" actId="26606"/>
          <ac:cxnSpMkLst>
            <pc:docMk/>
            <pc:sldMk cId="0" sldId="264"/>
            <ac:cxnSpMk id="9" creationId="{1503BFE4-729B-D9D0-C17B-501E6AF1127A}"/>
          </ac:cxnSpMkLst>
        </pc:cxnChg>
      </pc:sldChg>
      <pc:sldChg chg="addSp delSp modSp mod setBg modNotesTx">
        <pc:chgData name="Vaught, Jacob" userId="3948bc58-7b81-44a4-9cf0-22ebac0213b4" providerId="ADAL" clId="{09B97CDC-728D-A646-B59A-3B66F423C4D6}" dt="2024-11-09T08:27:30.805" v="3395"/>
        <pc:sldMkLst>
          <pc:docMk/>
          <pc:sldMk cId="0" sldId="265"/>
        </pc:sldMkLst>
        <pc:spChg chg="mod">
          <ac:chgData name="Vaught, Jacob" userId="3948bc58-7b81-44a4-9cf0-22ebac0213b4" providerId="ADAL" clId="{09B97CDC-728D-A646-B59A-3B66F423C4D6}" dt="2024-11-09T06:24:02.113" v="1461" actId="26606"/>
          <ac:spMkLst>
            <pc:docMk/>
            <pc:sldMk cId="0" sldId="265"/>
            <ac:spMk id="2" creationId="{00000000-0000-0000-0000-000000000000}"/>
          </ac:spMkLst>
        </pc:spChg>
        <pc:spChg chg="add mod">
          <ac:chgData name="Vaught, Jacob" userId="3948bc58-7b81-44a4-9cf0-22ebac0213b4" providerId="ADAL" clId="{09B97CDC-728D-A646-B59A-3B66F423C4D6}" dt="2024-11-09T08:27:30.805" v="3395"/>
          <ac:spMkLst>
            <pc:docMk/>
            <pc:sldMk cId="0" sldId="265"/>
            <ac:spMk id="4" creationId="{69BDB719-C216-5BEC-8C03-8198C1E0BDBD}"/>
          </ac:spMkLst>
        </pc:spChg>
        <pc:spChg chg="add del">
          <ac:chgData name="Vaught, Jacob" userId="3948bc58-7b81-44a4-9cf0-22ebac0213b4" providerId="ADAL" clId="{09B97CDC-728D-A646-B59A-3B66F423C4D6}" dt="2024-11-09T06:24:00.992" v="1458" actId="26606"/>
          <ac:spMkLst>
            <pc:docMk/>
            <pc:sldMk cId="0" sldId="265"/>
            <ac:spMk id="8" creationId="{A4AC5506-6312-4701-8D3C-40187889A947}"/>
          </ac:spMkLst>
        </pc:spChg>
        <pc:spChg chg="add del">
          <ac:chgData name="Vaught, Jacob" userId="3948bc58-7b81-44a4-9cf0-22ebac0213b4" providerId="ADAL" clId="{09B97CDC-728D-A646-B59A-3B66F423C4D6}" dt="2024-11-09T06:24:02.106" v="1460" actId="26606"/>
          <ac:spMkLst>
            <pc:docMk/>
            <pc:sldMk cId="0" sldId="265"/>
            <ac:spMk id="10" creationId="{E0B58608-23C8-4441-994D-C6823EEE1DB7}"/>
          </ac:spMkLst>
        </pc:spChg>
        <pc:spChg chg="add del">
          <ac:chgData name="Vaught, Jacob" userId="3948bc58-7b81-44a4-9cf0-22ebac0213b4" providerId="ADAL" clId="{09B97CDC-728D-A646-B59A-3B66F423C4D6}" dt="2024-11-09T06:24:02.106" v="1460" actId="26606"/>
          <ac:spMkLst>
            <pc:docMk/>
            <pc:sldMk cId="0" sldId="265"/>
            <ac:spMk id="11" creationId="{F0DCC097-1DB8-4B6D-85D0-6FBA0E1CA4BA}"/>
          </ac:spMkLst>
        </pc:spChg>
        <pc:spChg chg="add">
          <ac:chgData name="Vaught, Jacob" userId="3948bc58-7b81-44a4-9cf0-22ebac0213b4" providerId="ADAL" clId="{09B97CDC-728D-A646-B59A-3B66F423C4D6}" dt="2024-11-09T06:24:02.113" v="1461" actId="26606"/>
          <ac:spMkLst>
            <pc:docMk/>
            <pc:sldMk cId="0" sldId="265"/>
            <ac:spMk id="12" creationId="{84A8DE83-DE75-4B41-9DB4-A7EC0B0DEC0B}"/>
          </ac:spMkLst>
        </pc:spChg>
        <pc:spChg chg="add">
          <ac:chgData name="Vaught, Jacob" userId="3948bc58-7b81-44a4-9cf0-22ebac0213b4" providerId="ADAL" clId="{09B97CDC-728D-A646-B59A-3B66F423C4D6}" dt="2024-11-09T06:24:02.113" v="1461" actId="26606"/>
          <ac:spMkLst>
            <pc:docMk/>
            <pc:sldMk cId="0" sldId="265"/>
            <ac:spMk id="13" creationId="{A8384FB5-9ADC-4DDC-881B-597D56F5B15D}"/>
          </ac:spMkLst>
        </pc:spChg>
        <pc:spChg chg="add">
          <ac:chgData name="Vaught, Jacob" userId="3948bc58-7b81-44a4-9cf0-22ebac0213b4" providerId="ADAL" clId="{09B97CDC-728D-A646-B59A-3B66F423C4D6}" dt="2024-11-09T06:24:02.113" v="1461" actId="26606"/>
          <ac:spMkLst>
            <pc:docMk/>
            <pc:sldMk cId="0" sldId="265"/>
            <ac:spMk id="14" creationId="{A7009A0A-BEF5-4EAC-AF15-E4F9F002E239}"/>
          </ac:spMkLst>
        </pc:spChg>
        <pc:spChg chg="add">
          <ac:chgData name="Vaught, Jacob" userId="3948bc58-7b81-44a4-9cf0-22ebac0213b4" providerId="ADAL" clId="{09B97CDC-728D-A646-B59A-3B66F423C4D6}" dt="2024-11-09T06:24:02.113" v="1461" actId="26606"/>
          <ac:spMkLst>
            <pc:docMk/>
            <pc:sldMk cId="0" sldId="265"/>
            <ac:spMk id="15" creationId="{1199E1B1-A8C0-4FE8-A5A8-1CB41D69F857}"/>
          </ac:spMkLst>
        </pc:spChg>
        <pc:picChg chg="add mod">
          <ac:chgData name="Vaught, Jacob" userId="3948bc58-7b81-44a4-9cf0-22ebac0213b4" providerId="ADAL" clId="{09B97CDC-728D-A646-B59A-3B66F423C4D6}" dt="2024-11-09T06:24:02.113" v="1461" actId="26606"/>
          <ac:picMkLst>
            <pc:docMk/>
            <pc:sldMk cId="0" sldId="265"/>
            <ac:picMk id="3" creationId="{AAE60412-0DFA-9B90-8926-360A7AA02F75}"/>
          </ac:picMkLst>
        </pc:picChg>
      </pc:sldChg>
      <pc:sldChg chg="addSp delSp modSp mod setBg">
        <pc:chgData name="Vaught, Jacob" userId="3948bc58-7b81-44a4-9cf0-22ebac0213b4" providerId="ADAL" clId="{09B97CDC-728D-A646-B59A-3B66F423C4D6}" dt="2024-11-09T08:27:30.805" v="3395"/>
        <pc:sldMkLst>
          <pc:docMk/>
          <pc:sldMk cId="0" sldId="266"/>
        </pc:sldMkLst>
        <pc:spChg chg="mod">
          <ac:chgData name="Vaught, Jacob" userId="3948bc58-7b81-44a4-9cf0-22ebac0213b4" providerId="ADAL" clId="{09B97CDC-728D-A646-B59A-3B66F423C4D6}" dt="2024-11-09T06:45:18.200" v="1979" actId="26606"/>
          <ac:spMkLst>
            <pc:docMk/>
            <pc:sldMk cId="0" sldId="266"/>
            <ac:spMk id="2" creationId="{00000000-0000-0000-0000-000000000000}"/>
          </ac:spMkLst>
        </pc:spChg>
        <pc:spChg chg="del mod">
          <ac:chgData name="Vaught, Jacob" userId="3948bc58-7b81-44a4-9cf0-22ebac0213b4" providerId="ADAL" clId="{09B97CDC-728D-A646-B59A-3B66F423C4D6}" dt="2024-11-09T06:42:08.482" v="1777" actId="931"/>
          <ac:spMkLst>
            <pc:docMk/>
            <pc:sldMk cId="0" sldId="266"/>
            <ac:spMk id="3" creationId="{00000000-0000-0000-0000-000000000000}"/>
          </ac:spMkLst>
        </pc:spChg>
        <pc:spChg chg="add mod">
          <ac:chgData name="Vaught, Jacob" userId="3948bc58-7b81-44a4-9cf0-22ebac0213b4" providerId="ADAL" clId="{09B97CDC-728D-A646-B59A-3B66F423C4D6}" dt="2024-11-09T08:27:30.805" v="3395"/>
          <ac:spMkLst>
            <pc:docMk/>
            <pc:sldMk cId="0" sldId="266"/>
            <ac:spMk id="6" creationId="{8A0D28F8-978F-83F4-CC1D-425E3EEECB90}"/>
          </ac:spMkLst>
        </pc:spChg>
        <pc:spChg chg="add mod">
          <ac:chgData name="Vaught, Jacob" userId="3948bc58-7b81-44a4-9cf0-22ebac0213b4" providerId="ADAL" clId="{09B97CDC-728D-A646-B59A-3B66F423C4D6}" dt="2024-11-09T06:46:13.699" v="2141" actId="20577"/>
          <ac:spMkLst>
            <pc:docMk/>
            <pc:sldMk cId="0" sldId="266"/>
            <ac:spMk id="9" creationId="{F774855D-05CF-D41E-3262-30CEAF9EE719}"/>
          </ac:spMkLst>
        </pc:spChg>
        <pc:spChg chg="add">
          <ac:chgData name="Vaught, Jacob" userId="3948bc58-7b81-44a4-9cf0-22ebac0213b4" providerId="ADAL" clId="{09B97CDC-728D-A646-B59A-3B66F423C4D6}" dt="2024-11-09T06:45:18.200" v="1979" actId="26606"/>
          <ac:spMkLst>
            <pc:docMk/>
            <pc:sldMk cId="0" sldId="266"/>
            <ac:spMk id="12" creationId="{F13C74B1-5B17-4795-BED0-7140497B445A}"/>
          </ac:spMkLst>
        </pc:spChg>
        <pc:spChg chg="add">
          <ac:chgData name="Vaught, Jacob" userId="3948bc58-7b81-44a4-9cf0-22ebac0213b4" providerId="ADAL" clId="{09B97CDC-728D-A646-B59A-3B66F423C4D6}" dt="2024-11-09T06:45:18.200" v="1979" actId="26606"/>
          <ac:spMkLst>
            <pc:docMk/>
            <pc:sldMk cId="0" sldId="266"/>
            <ac:spMk id="14" creationId="{D4974D33-8DC5-464E-8C6D-BE58F0669C17}"/>
          </ac:spMkLst>
        </pc:spChg>
        <pc:picChg chg="add mod">
          <ac:chgData name="Vaught, Jacob" userId="3948bc58-7b81-44a4-9cf0-22ebac0213b4" providerId="ADAL" clId="{09B97CDC-728D-A646-B59A-3B66F423C4D6}" dt="2024-11-09T06:45:18.200" v="1979" actId="26606"/>
          <ac:picMkLst>
            <pc:docMk/>
            <pc:sldMk cId="0" sldId="266"/>
            <ac:picMk id="5" creationId="{F9843C26-0C32-0808-A7C8-2A101CDF76AA}"/>
          </ac:picMkLst>
        </pc:picChg>
      </pc:sldChg>
      <pc:sldChg chg="addSp delSp modSp mod setBg">
        <pc:chgData name="Vaught, Jacob" userId="3948bc58-7b81-44a4-9cf0-22ebac0213b4" providerId="ADAL" clId="{09B97CDC-728D-A646-B59A-3B66F423C4D6}" dt="2024-11-09T08:27:30.805" v="3395"/>
        <pc:sldMkLst>
          <pc:docMk/>
          <pc:sldMk cId="0" sldId="267"/>
        </pc:sldMkLst>
        <pc:spChg chg="mod">
          <ac:chgData name="Vaught, Jacob" userId="3948bc58-7b81-44a4-9cf0-22ebac0213b4" providerId="ADAL" clId="{09B97CDC-728D-A646-B59A-3B66F423C4D6}" dt="2024-11-09T06:46:26.084" v="2142" actId="26606"/>
          <ac:spMkLst>
            <pc:docMk/>
            <pc:sldMk cId="0" sldId="267"/>
            <ac:spMk id="2" creationId="{00000000-0000-0000-0000-000000000000}"/>
          </ac:spMkLst>
        </pc:spChg>
        <pc:spChg chg="del mod">
          <ac:chgData name="Vaught, Jacob" userId="3948bc58-7b81-44a4-9cf0-22ebac0213b4" providerId="ADAL" clId="{09B97CDC-728D-A646-B59A-3B66F423C4D6}" dt="2024-11-09T06:42:33.701" v="1812" actId="931"/>
          <ac:spMkLst>
            <pc:docMk/>
            <pc:sldMk cId="0" sldId="267"/>
            <ac:spMk id="3" creationId="{00000000-0000-0000-0000-000000000000}"/>
          </ac:spMkLst>
        </pc:spChg>
        <pc:spChg chg="add mod">
          <ac:chgData name="Vaught, Jacob" userId="3948bc58-7b81-44a4-9cf0-22ebac0213b4" providerId="ADAL" clId="{09B97CDC-728D-A646-B59A-3B66F423C4D6}" dt="2024-11-09T08:27:30.805" v="3395"/>
          <ac:spMkLst>
            <pc:docMk/>
            <pc:sldMk cId="0" sldId="267"/>
            <ac:spMk id="6" creationId="{C686466C-D165-0031-BFDC-417F6E544DB5}"/>
          </ac:spMkLst>
        </pc:spChg>
        <pc:spChg chg="add mod">
          <ac:chgData name="Vaught, Jacob" userId="3948bc58-7b81-44a4-9cf0-22ebac0213b4" providerId="ADAL" clId="{09B97CDC-728D-A646-B59A-3B66F423C4D6}" dt="2024-11-09T06:55:50.295" v="2275" actId="20577"/>
          <ac:spMkLst>
            <pc:docMk/>
            <pc:sldMk cId="0" sldId="267"/>
            <ac:spMk id="9" creationId="{3E38972C-2602-5193-E589-2F0589F7A937}"/>
          </ac:spMkLst>
        </pc:spChg>
        <pc:spChg chg="add">
          <ac:chgData name="Vaught, Jacob" userId="3948bc58-7b81-44a4-9cf0-22ebac0213b4" providerId="ADAL" clId="{09B97CDC-728D-A646-B59A-3B66F423C4D6}" dt="2024-11-09T06:46:26.084" v="2142" actId="26606"/>
          <ac:spMkLst>
            <pc:docMk/>
            <pc:sldMk cId="0" sldId="267"/>
            <ac:spMk id="12" creationId="{F13C74B1-5B17-4795-BED0-7140497B445A}"/>
          </ac:spMkLst>
        </pc:spChg>
        <pc:spChg chg="add">
          <ac:chgData name="Vaught, Jacob" userId="3948bc58-7b81-44a4-9cf0-22ebac0213b4" providerId="ADAL" clId="{09B97CDC-728D-A646-B59A-3B66F423C4D6}" dt="2024-11-09T06:46:26.084" v="2142" actId="26606"/>
          <ac:spMkLst>
            <pc:docMk/>
            <pc:sldMk cId="0" sldId="267"/>
            <ac:spMk id="14" creationId="{D4974D33-8DC5-464E-8C6D-BE58F0669C17}"/>
          </ac:spMkLst>
        </pc:spChg>
        <pc:picChg chg="add mod">
          <ac:chgData name="Vaught, Jacob" userId="3948bc58-7b81-44a4-9cf0-22ebac0213b4" providerId="ADAL" clId="{09B97CDC-728D-A646-B59A-3B66F423C4D6}" dt="2024-11-09T06:46:26.084" v="2142" actId="26606"/>
          <ac:picMkLst>
            <pc:docMk/>
            <pc:sldMk cId="0" sldId="267"/>
            <ac:picMk id="5" creationId="{A337A777-82A4-3C78-465B-5017D77EE32C}"/>
          </ac:picMkLst>
        </pc:picChg>
      </pc:sldChg>
      <pc:sldChg chg="addSp delSp modSp del mod setBg">
        <pc:chgData name="Vaught, Jacob" userId="3948bc58-7b81-44a4-9cf0-22ebac0213b4" providerId="ADAL" clId="{09B97CDC-728D-A646-B59A-3B66F423C4D6}" dt="2024-11-09T07:49:14.145" v="2641" actId="2696"/>
        <pc:sldMkLst>
          <pc:docMk/>
          <pc:sldMk cId="0" sldId="268"/>
        </pc:sldMkLst>
        <pc:spChg chg="mod">
          <ac:chgData name="Vaught, Jacob" userId="3948bc58-7b81-44a4-9cf0-22ebac0213b4" providerId="ADAL" clId="{09B97CDC-728D-A646-B59A-3B66F423C4D6}" dt="2024-11-09T06:56:01.102" v="2276" actId="26606"/>
          <ac:spMkLst>
            <pc:docMk/>
            <pc:sldMk cId="0" sldId="268"/>
            <ac:spMk id="2" creationId="{00000000-0000-0000-0000-000000000000}"/>
          </ac:spMkLst>
        </pc:spChg>
        <pc:spChg chg="del mod">
          <ac:chgData name="Vaught, Jacob" userId="3948bc58-7b81-44a4-9cf0-22ebac0213b4" providerId="ADAL" clId="{09B97CDC-728D-A646-B59A-3B66F423C4D6}" dt="2024-11-09T06:42:59.391" v="1852" actId="931"/>
          <ac:spMkLst>
            <pc:docMk/>
            <pc:sldMk cId="0" sldId="268"/>
            <ac:spMk id="3" creationId="{00000000-0000-0000-0000-000000000000}"/>
          </ac:spMkLst>
        </pc:spChg>
        <pc:spChg chg="add mod">
          <ac:chgData name="Vaught, Jacob" userId="3948bc58-7b81-44a4-9cf0-22ebac0213b4" providerId="ADAL" clId="{09B97CDC-728D-A646-B59A-3B66F423C4D6}" dt="2024-11-09T06:56:58.118" v="2428" actId="20577"/>
          <ac:spMkLst>
            <pc:docMk/>
            <pc:sldMk cId="0" sldId="268"/>
            <ac:spMk id="9" creationId="{72425B24-0C2C-230D-F34F-8BDFFCE852AE}"/>
          </ac:spMkLst>
        </pc:spChg>
        <pc:spChg chg="add">
          <ac:chgData name="Vaught, Jacob" userId="3948bc58-7b81-44a4-9cf0-22ebac0213b4" providerId="ADAL" clId="{09B97CDC-728D-A646-B59A-3B66F423C4D6}" dt="2024-11-09T06:56:01.102" v="2276" actId="26606"/>
          <ac:spMkLst>
            <pc:docMk/>
            <pc:sldMk cId="0" sldId="268"/>
            <ac:spMk id="12" creationId="{0288C6B4-AFC3-407F-A595-EFFD38D4CCAF}"/>
          </ac:spMkLst>
        </pc:spChg>
        <pc:spChg chg="add">
          <ac:chgData name="Vaught, Jacob" userId="3948bc58-7b81-44a4-9cf0-22ebac0213b4" providerId="ADAL" clId="{09B97CDC-728D-A646-B59A-3B66F423C4D6}" dt="2024-11-09T06:56:01.102" v="2276" actId="26606"/>
          <ac:spMkLst>
            <pc:docMk/>
            <pc:sldMk cId="0" sldId="268"/>
            <ac:spMk id="14" creationId="{CF236821-17FE-429B-8D2C-08E13A64EA40}"/>
          </ac:spMkLst>
        </pc:spChg>
        <pc:spChg chg="add">
          <ac:chgData name="Vaught, Jacob" userId="3948bc58-7b81-44a4-9cf0-22ebac0213b4" providerId="ADAL" clId="{09B97CDC-728D-A646-B59A-3B66F423C4D6}" dt="2024-11-09T06:56:01.102" v="2276" actId="26606"/>
          <ac:spMkLst>
            <pc:docMk/>
            <pc:sldMk cId="0" sldId="268"/>
            <ac:spMk id="16" creationId="{C0BDBCD2-E081-43AB-9119-C55465E59757}"/>
          </ac:spMkLst>
        </pc:spChg>
        <pc:spChg chg="add">
          <ac:chgData name="Vaught, Jacob" userId="3948bc58-7b81-44a4-9cf0-22ebac0213b4" providerId="ADAL" clId="{09B97CDC-728D-A646-B59A-3B66F423C4D6}" dt="2024-11-09T06:56:01.102" v="2276" actId="26606"/>
          <ac:spMkLst>
            <pc:docMk/>
            <pc:sldMk cId="0" sldId="268"/>
            <ac:spMk id="18" creationId="{98E79BE4-34FE-485A-98A5-92CE8F7C4743}"/>
          </ac:spMkLst>
        </pc:spChg>
        <pc:spChg chg="add">
          <ac:chgData name="Vaught, Jacob" userId="3948bc58-7b81-44a4-9cf0-22ebac0213b4" providerId="ADAL" clId="{09B97CDC-728D-A646-B59A-3B66F423C4D6}" dt="2024-11-09T06:56:01.102" v="2276" actId="26606"/>
          <ac:spMkLst>
            <pc:docMk/>
            <pc:sldMk cId="0" sldId="268"/>
            <ac:spMk id="20" creationId="{7A5F0580-5EE9-419F-96EE-B6529EF6E7D0}"/>
          </ac:spMkLst>
        </pc:spChg>
        <pc:picChg chg="add mod">
          <ac:chgData name="Vaught, Jacob" userId="3948bc58-7b81-44a4-9cf0-22ebac0213b4" providerId="ADAL" clId="{09B97CDC-728D-A646-B59A-3B66F423C4D6}" dt="2024-11-09T06:56:01.102" v="2276" actId="26606"/>
          <ac:picMkLst>
            <pc:docMk/>
            <pc:sldMk cId="0" sldId="268"/>
            <ac:picMk id="5" creationId="{2C4483A7-840E-E7F7-495B-B5364EA5E8F9}"/>
          </ac:picMkLst>
        </pc:picChg>
      </pc:sldChg>
      <pc:sldChg chg="addSp delSp modSp del mod setBg">
        <pc:chgData name="Vaught, Jacob" userId="3948bc58-7b81-44a4-9cf0-22ebac0213b4" providerId="ADAL" clId="{09B97CDC-728D-A646-B59A-3B66F423C4D6}" dt="2024-11-09T07:50:12.504" v="2654" actId="2696"/>
        <pc:sldMkLst>
          <pc:docMk/>
          <pc:sldMk cId="0" sldId="269"/>
        </pc:sldMkLst>
        <pc:spChg chg="mod">
          <ac:chgData name="Vaught, Jacob" userId="3948bc58-7b81-44a4-9cf0-22ebac0213b4" providerId="ADAL" clId="{09B97CDC-728D-A646-B59A-3B66F423C4D6}" dt="2024-11-09T06:57:17.581" v="2429" actId="26606"/>
          <ac:spMkLst>
            <pc:docMk/>
            <pc:sldMk cId="0" sldId="269"/>
            <ac:spMk id="2" creationId="{00000000-0000-0000-0000-000000000000}"/>
          </ac:spMkLst>
        </pc:spChg>
        <pc:spChg chg="del mod">
          <ac:chgData name="Vaught, Jacob" userId="3948bc58-7b81-44a4-9cf0-22ebac0213b4" providerId="ADAL" clId="{09B97CDC-728D-A646-B59A-3B66F423C4D6}" dt="2024-11-09T06:43:06.925" v="1856" actId="931"/>
          <ac:spMkLst>
            <pc:docMk/>
            <pc:sldMk cId="0" sldId="269"/>
            <ac:spMk id="3" creationId="{00000000-0000-0000-0000-000000000000}"/>
          </ac:spMkLst>
        </pc:spChg>
        <pc:spChg chg="add mod">
          <ac:chgData name="Vaught, Jacob" userId="3948bc58-7b81-44a4-9cf0-22ebac0213b4" providerId="ADAL" clId="{09B97CDC-728D-A646-B59A-3B66F423C4D6}" dt="2024-11-09T07:47:55.111" v="2623" actId="20577"/>
          <ac:spMkLst>
            <pc:docMk/>
            <pc:sldMk cId="0" sldId="269"/>
            <ac:spMk id="9" creationId="{19CEE464-1D07-6D9E-09BE-1175CF905277}"/>
          </ac:spMkLst>
        </pc:spChg>
        <pc:spChg chg="add">
          <ac:chgData name="Vaught, Jacob" userId="3948bc58-7b81-44a4-9cf0-22ebac0213b4" providerId="ADAL" clId="{09B97CDC-728D-A646-B59A-3B66F423C4D6}" dt="2024-11-09T06:57:17.581" v="2429" actId="26606"/>
          <ac:spMkLst>
            <pc:docMk/>
            <pc:sldMk cId="0" sldId="269"/>
            <ac:spMk id="12" creationId="{0288C6B4-AFC3-407F-A595-EFFD38D4CCAF}"/>
          </ac:spMkLst>
        </pc:spChg>
        <pc:spChg chg="add">
          <ac:chgData name="Vaught, Jacob" userId="3948bc58-7b81-44a4-9cf0-22ebac0213b4" providerId="ADAL" clId="{09B97CDC-728D-A646-B59A-3B66F423C4D6}" dt="2024-11-09T06:57:17.581" v="2429" actId="26606"/>
          <ac:spMkLst>
            <pc:docMk/>
            <pc:sldMk cId="0" sldId="269"/>
            <ac:spMk id="14" creationId="{CF236821-17FE-429B-8D2C-08E13A64EA40}"/>
          </ac:spMkLst>
        </pc:spChg>
        <pc:spChg chg="add">
          <ac:chgData name="Vaught, Jacob" userId="3948bc58-7b81-44a4-9cf0-22ebac0213b4" providerId="ADAL" clId="{09B97CDC-728D-A646-B59A-3B66F423C4D6}" dt="2024-11-09T06:57:17.581" v="2429" actId="26606"/>
          <ac:spMkLst>
            <pc:docMk/>
            <pc:sldMk cId="0" sldId="269"/>
            <ac:spMk id="16" creationId="{C0BDBCD2-E081-43AB-9119-C55465E59757}"/>
          </ac:spMkLst>
        </pc:spChg>
        <pc:spChg chg="add">
          <ac:chgData name="Vaught, Jacob" userId="3948bc58-7b81-44a4-9cf0-22ebac0213b4" providerId="ADAL" clId="{09B97CDC-728D-A646-B59A-3B66F423C4D6}" dt="2024-11-09T06:57:17.581" v="2429" actId="26606"/>
          <ac:spMkLst>
            <pc:docMk/>
            <pc:sldMk cId="0" sldId="269"/>
            <ac:spMk id="18" creationId="{98E79BE4-34FE-485A-98A5-92CE8F7C4743}"/>
          </ac:spMkLst>
        </pc:spChg>
        <pc:spChg chg="add">
          <ac:chgData name="Vaught, Jacob" userId="3948bc58-7b81-44a4-9cf0-22ebac0213b4" providerId="ADAL" clId="{09B97CDC-728D-A646-B59A-3B66F423C4D6}" dt="2024-11-09T06:57:17.581" v="2429" actId="26606"/>
          <ac:spMkLst>
            <pc:docMk/>
            <pc:sldMk cId="0" sldId="269"/>
            <ac:spMk id="20" creationId="{7A5F0580-5EE9-419F-96EE-B6529EF6E7D0}"/>
          </ac:spMkLst>
        </pc:spChg>
        <pc:picChg chg="add mod">
          <ac:chgData name="Vaught, Jacob" userId="3948bc58-7b81-44a4-9cf0-22ebac0213b4" providerId="ADAL" clId="{09B97CDC-728D-A646-B59A-3B66F423C4D6}" dt="2024-11-09T06:57:17.581" v="2429" actId="26606"/>
          <ac:picMkLst>
            <pc:docMk/>
            <pc:sldMk cId="0" sldId="269"/>
            <ac:picMk id="5" creationId="{691970DF-B969-A0A7-5661-F9E680CE2DA0}"/>
          </ac:picMkLst>
        </pc:picChg>
      </pc:sldChg>
      <pc:sldChg chg="addSp delSp modSp add del mod setBg">
        <pc:chgData name="Vaught, Jacob" userId="3948bc58-7b81-44a4-9cf0-22ebac0213b4" providerId="ADAL" clId="{09B97CDC-728D-A646-B59A-3B66F423C4D6}" dt="2024-11-09T07:51:18.767" v="2665" actId="2696"/>
        <pc:sldMkLst>
          <pc:docMk/>
          <pc:sldMk cId="0" sldId="270"/>
        </pc:sldMkLst>
        <pc:spChg chg="mod">
          <ac:chgData name="Vaught, Jacob" userId="3948bc58-7b81-44a4-9cf0-22ebac0213b4" providerId="ADAL" clId="{09B97CDC-728D-A646-B59A-3B66F423C4D6}" dt="2024-11-09T07:47:27.276" v="2578" actId="26606"/>
          <ac:spMkLst>
            <pc:docMk/>
            <pc:sldMk cId="0" sldId="270"/>
            <ac:spMk id="2" creationId="{00000000-0000-0000-0000-000000000000}"/>
          </ac:spMkLst>
        </pc:spChg>
        <pc:spChg chg="del mod">
          <ac:chgData name="Vaught, Jacob" userId="3948bc58-7b81-44a4-9cf0-22ebac0213b4" providerId="ADAL" clId="{09B97CDC-728D-A646-B59A-3B66F423C4D6}" dt="2024-11-09T06:44:44.368" v="1940" actId="931"/>
          <ac:spMkLst>
            <pc:docMk/>
            <pc:sldMk cId="0" sldId="270"/>
            <ac:spMk id="3" creationId="{00000000-0000-0000-0000-000000000000}"/>
          </ac:spMkLst>
        </pc:spChg>
        <pc:spChg chg="add mod">
          <ac:chgData name="Vaught, Jacob" userId="3948bc58-7b81-44a4-9cf0-22ebac0213b4" providerId="ADAL" clId="{09B97CDC-728D-A646-B59A-3B66F423C4D6}" dt="2024-11-09T07:47:42.256" v="2603" actId="20577"/>
          <ac:spMkLst>
            <pc:docMk/>
            <pc:sldMk cId="0" sldId="270"/>
            <ac:spMk id="9" creationId="{31704900-FB5D-E482-0B2C-D411AEDE4CB7}"/>
          </ac:spMkLst>
        </pc:spChg>
        <pc:spChg chg="add">
          <ac:chgData name="Vaught, Jacob" userId="3948bc58-7b81-44a4-9cf0-22ebac0213b4" providerId="ADAL" clId="{09B97CDC-728D-A646-B59A-3B66F423C4D6}" dt="2024-11-09T07:47:27.276" v="2578" actId="26606"/>
          <ac:spMkLst>
            <pc:docMk/>
            <pc:sldMk cId="0" sldId="270"/>
            <ac:spMk id="12" creationId="{0288C6B4-AFC3-407F-A595-EFFD38D4CCAF}"/>
          </ac:spMkLst>
        </pc:spChg>
        <pc:spChg chg="add">
          <ac:chgData name="Vaught, Jacob" userId="3948bc58-7b81-44a4-9cf0-22ebac0213b4" providerId="ADAL" clId="{09B97CDC-728D-A646-B59A-3B66F423C4D6}" dt="2024-11-09T07:47:27.276" v="2578" actId="26606"/>
          <ac:spMkLst>
            <pc:docMk/>
            <pc:sldMk cId="0" sldId="270"/>
            <ac:spMk id="14" creationId="{CF236821-17FE-429B-8D2C-08E13A64EA40}"/>
          </ac:spMkLst>
        </pc:spChg>
        <pc:spChg chg="add">
          <ac:chgData name="Vaught, Jacob" userId="3948bc58-7b81-44a4-9cf0-22ebac0213b4" providerId="ADAL" clId="{09B97CDC-728D-A646-B59A-3B66F423C4D6}" dt="2024-11-09T07:47:27.276" v="2578" actId="26606"/>
          <ac:spMkLst>
            <pc:docMk/>
            <pc:sldMk cId="0" sldId="270"/>
            <ac:spMk id="16" creationId="{C0BDBCD2-E081-43AB-9119-C55465E59757}"/>
          </ac:spMkLst>
        </pc:spChg>
        <pc:spChg chg="add">
          <ac:chgData name="Vaught, Jacob" userId="3948bc58-7b81-44a4-9cf0-22ebac0213b4" providerId="ADAL" clId="{09B97CDC-728D-A646-B59A-3B66F423C4D6}" dt="2024-11-09T07:47:27.276" v="2578" actId="26606"/>
          <ac:spMkLst>
            <pc:docMk/>
            <pc:sldMk cId="0" sldId="270"/>
            <ac:spMk id="18" creationId="{98E79BE4-34FE-485A-98A5-92CE8F7C4743}"/>
          </ac:spMkLst>
        </pc:spChg>
        <pc:spChg chg="add">
          <ac:chgData name="Vaught, Jacob" userId="3948bc58-7b81-44a4-9cf0-22ebac0213b4" providerId="ADAL" clId="{09B97CDC-728D-A646-B59A-3B66F423C4D6}" dt="2024-11-09T07:47:27.276" v="2578" actId="26606"/>
          <ac:spMkLst>
            <pc:docMk/>
            <pc:sldMk cId="0" sldId="270"/>
            <ac:spMk id="20" creationId="{7A5F0580-5EE9-419F-96EE-B6529EF6E7D0}"/>
          </ac:spMkLst>
        </pc:spChg>
        <pc:picChg chg="add mod">
          <ac:chgData name="Vaught, Jacob" userId="3948bc58-7b81-44a4-9cf0-22ebac0213b4" providerId="ADAL" clId="{09B97CDC-728D-A646-B59A-3B66F423C4D6}" dt="2024-11-09T07:47:27.276" v="2578" actId="26606"/>
          <ac:picMkLst>
            <pc:docMk/>
            <pc:sldMk cId="0" sldId="270"/>
            <ac:picMk id="5" creationId="{E97D9693-2366-8C1D-5446-57A39B155100}"/>
          </ac:picMkLst>
        </pc:picChg>
      </pc:sldChg>
      <pc:sldChg chg="addSp delSp modSp mod">
        <pc:chgData name="Vaught, Jacob" userId="3948bc58-7b81-44a4-9cf0-22ebac0213b4" providerId="ADAL" clId="{09B97CDC-728D-A646-B59A-3B66F423C4D6}" dt="2024-11-09T08:27:30.805" v="3395"/>
        <pc:sldMkLst>
          <pc:docMk/>
          <pc:sldMk cId="0" sldId="271"/>
        </pc:sldMkLst>
        <pc:spChg chg="add del mod">
          <ac:chgData name="Vaught, Jacob" userId="3948bc58-7b81-44a4-9cf0-22ebac0213b4" providerId="ADAL" clId="{09B97CDC-728D-A646-B59A-3B66F423C4D6}" dt="2024-11-09T08:07:31.745" v="2863"/>
          <ac:spMkLst>
            <pc:docMk/>
            <pc:sldMk cId="0" sldId="271"/>
            <ac:spMk id="3" creationId="{00000000-0000-0000-0000-000000000000}"/>
          </ac:spMkLst>
        </pc:spChg>
        <pc:spChg chg="add mod">
          <ac:chgData name="Vaught, Jacob" userId="3948bc58-7b81-44a4-9cf0-22ebac0213b4" providerId="ADAL" clId="{09B97CDC-728D-A646-B59A-3B66F423C4D6}" dt="2024-11-09T08:27:30.805" v="3395"/>
          <ac:spMkLst>
            <pc:docMk/>
            <pc:sldMk cId="0" sldId="271"/>
            <ac:spMk id="6" creationId="{E62BDF22-1509-F834-C098-CC4BAA3A78BF}"/>
          </ac:spMkLst>
        </pc:spChg>
        <pc:graphicFrameChg chg="add mod">
          <ac:chgData name="Vaught, Jacob" userId="3948bc58-7b81-44a4-9cf0-22ebac0213b4" providerId="ADAL" clId="{09B97CDC-728D-A646-B59A-3B66F423C4D6}" dt="2024-11-09T08:07:04.763" v="2862"/>
          <ac:graphicFrameMkLst>
            <pc:docMk/>
            <pc:sldMk cId="0" sldId="271"/>
            <ac:graphicFrameMk id="4" creationId="{9189A198-C5D3-C5C4-CC60-61B185A5309C}"/>
          </ac:graphicFrameMkLst>
        </pc:graphicFrameChg>
        <pc:picChg chg="add mod">
          <ac:chgData name="Vaught, Jacob" userId="3948bc58-7b81-44a4-9cf0-22ebac0213b4" providerId="ADAL" clId="{09B97CDC-728D-A646-B59A-3B66F423C4D6}" dt="2024-11-09T08:07:49.714" v="2868" actId="1076"/>
          <ac:picMkLst>
            <pc:docMk/>
            <pc:sldMk cId="0" sldId="271"/>
            <ac:picMk id="5" creationId="{E2E7B401-6852-CDB2-8B5A-E18B893383C0}"/>
          </ac:picMkLst>
        </pc:picChg>
      </pc:sldChg>
      <pc:sldChg chg="addSp delSp modSp mod modNotesTx">
        <pc:chgData name="Vaught, Jacob" userId="3948bc58-7b81-44a4-9cf0-22ebac0213b4" providerId="ADAL" clId="{09B97CDC-728D-A646-B59A-3B66F423C4D6}" dt="2024-11-09T08:27:30.805" v="3395"/>
        <pc:sldMkLst>
          <pc:docMk/>
          <pc:sldMk cId="0" sldId="272"/>
        </pc:sldMkLst>
        <pc:spChg chg="del mod">
          <ac:chgData name="Vaught, Jacob" userId="3948bc58-7b81-44a4-9cf0-22ebac0213b4" providerId="ADAL" clId="{09B97CDC-728D-A646-B59A-3B66F423C4D6}" dt="2024-11-09T08:04:08.226" v="2739"/>
          <ac:spMkLst>
            <pc:docMk/>
            <pc:sldMk cId="0" sldId="272"/>
            <ac:spMk id="3" creationId="{00000000-0000-0000-0000-000000000000}"/>
          </ac:spMkLst>
        </pc:spChg>
        <pc:spChg chg="add mod">
          <ac:chgData name="Vaught, Jacob" userId="3948bc58-7b81-44a4-9cf0-22ebac0213b4" providerId="ADAL" clId="{09B97CDC-728D-A646-B59A-3B66F423C4D6}" dt="2024-11-09T08:27:30.805" v="3395"/>
          <ac:spMkLst>
            <pc:docMk/>
            <pc:sldMk cId="0" sldId="272"/>
            <ac:spMk id="6" creationId="{8AF638E3-AE13-CC83-AE16-AA5D38EBC140}"/>
          </ac:spMkLst>
        </pc:spChg>
        <pc:picChg chg="add mod">
          <ac:chgData name="Vaught, Jacob" userId="3948bc58-7b81-44a4-9cf0-22ebac0213b4" providerId="ADAL" clId="{09B97CDC-728D-A646-B59A-3B66F423C4D6}" dt="2024-11-09T08:04:05.694" v="2737"/>
          <ac:picMkLst>
            <pc:docMk/>
            <pc:sldMk cId="0" sldId="272"/>
            <ac:picMk id="4" creationId="{658FBD4A-7D4E-A7CC-3EFB-971C636C906D}"/>
          </ac:picMkLst>
        </pc:picChg>
        <pc:picChg chg="add mod">
          <ac:chgData name="Vaught, Jacob" userId="3948bc58-7b81-44a4-9cf0-22ebac0213b4" providerId="ADAL" clId="{09B97CDC-728D-A646-B59A-3B66F423C4D6}" dt="2024-11-09T08:04:13.494" v="2741" actId="1076"/>
          <ac:picMkLst>
            <pc:docMk/>
            <pc:sldMk cId="0" sldId="272"/>
            <ac:picMk id="5" creationId="{214631A0-31CA-3CF1-FE3E-211ACB34C247}"/>
          </ac:picMkLst>
        </pc:picChg>
      </pc:sldChg>
      <pc:sldChg chg="addSp delSp modSp mod setBg modNotesTx">
        <pc:chgData name="Vaught, Jacob" userId="3948bc58-7b81-44a4-9cf0-22ebac0213b4" providerId="ADAL" clId="{09B97CDC-728D-A646-B59A-3B66F423C4D6}" dt="2024-11-09T08:27:30.805" v="3395"/>
        <pc:sldMkLst>
          <pc:docMk/>
          <pc:sldMk cId="0" sldId="273"/>
        </pc:sldMkLst>
        <pc:spChg chg="mod">
          <ac:chgData name="Vaught, Jacob" userId="3948bc58-7b81-44a4-9cf0-22ebac0213b4" providerId="ADAL" clId="{09B97CDC-728D-A646-B59A-3B66F423C4D6}" dt="2024-11-09T08:18:10.784" v="3134" actId="26606"/>
          <ac:spMkLst>
            <pc:docMk/>
            <pc:sldMk cId="0" sldId="273"/>
            <ac:spMk id="2" creationId="{00000000-0000-0000-0000-000000000000}"/>
          </ac:spMkLst>
        </pc:spChg>
        <pc:spChg chg="del mod">
          <ac:chgData name="Vaught, Jacob" userId="3948bc58-7b81-44a4-9cf0-22ebac0213b4" providerId="ADAL" clId="{09B97CDC-728D-A646-B59A-3B66F423C4D6}" dt="2024-11-09T08:11:00.612" v="3111"/>
          <ac:spMkLst>
            <pc:docMk/>
            <pc:sldMk cId="0" sldId="273"/>
            <ac:spMk id="3" creationId="{00000000-0000-0000-0000-000000000000}"/>
          </ac:spMkLst>
        </pc:spChg>
        <pc:spChg chg="add mod">
          <ac:chgData name="Vaught, Jacob" userId="3948bc58-7b81-44a4-9cf0-22ebac0213b4" providerId="ADAL" clId="{09B97CDC-728D-A646-B59A-3B66F423C4D6}" dt="2024-11-09T08:27:30.805" v="3395"/>
          <ac:spMkLst>
            <pc:docMk/>
            <pc:sldMk cId="0" sldId="273"/>
            <ac:spMk id="5" creationId="{17D73716-4B79-73B1-37B8-ECFA531E4F70}"/>
          </ac:spMkLst>
        </pc:spChg>
        <pc:spChg chg="add del">
          <ac:chgData name="Vaught, Jacob" userId="3948bc58-7b81-44a4-9cf0-22ebac0213b4" providerId="ADAL" clId="{09B97CDC-728D-A646-B59A-3B66F423C4D6}" dt="2024-11-09T08:18:10.784" v="3134" actId="26606"/>
          <ac:spMkLst>
            <pc:docMk/>
            <pc:sldMk cId="0" sldId="273"/>
            <ac:spMk id="6" creationId="{2B97F24A-32CE-4C1C-A50D-3016B394DCFB}"/>
          </ac:spMkLst>
        </pc:spChg>
        <pc:spChg chg="add del">
          <ac:chgData name="Vaught, Jacob" userId="3948bc58-7b81-44a4-9cf0-22ebac0213b4" providerId="ADAL" clId="{09B97CDC-728D-A646-B59A-3B66F423C4D6}" dt="2024-11-09T08:18:10.784" v="3134" actId="26606"/>
          <ac:spMkLst>
            <pc:docMk/>
            <pc:sldMk cId="0" sldId="273"/>
            <ac:spMk id="7" creationId="{CD8B4F24-440B-49E9-B85D-733523DC064B}"/>
          </ac:spMkLst>
        </pc:spChg>
        <pc:spChg chg="add del">
          <ac:chgData name="Vaught, Jacob" userId="3948bc58-7b81-44a4-9cf0-22ebac0213b4" providerId="ADAL" clId="{09B97CDC-728D-A646-B59A-3B66F423C4D6}" dt="2024-11-09T08:16:12.437" v="3115" actId="26606"/>
          <ac:spMkLst>
            <pc:docMk/>
            <pc:sldMk cId="0" sldId="273"/>
            <ac:spMk id="8" creationId="{EC12A48C-B525-D35B-C395-7CDD94026789}"/>
          </ac:spMkLst>
        </pc:spChg>
        <pc:spChg chg="add del">
          <ac:chgData name="Vaught, Jacob" userId="3948bc58-7b81-44a4-9cf0-22ebac0213b4" providerId="ADAL" clId="{09B97CDC-728D-A646-B59A-3B66F423C4D6}" dt="2024-11-09T08:16:09.653" v="3113" actId="26606"/>
          <ac:spMkLst>
            <pc:docMk/>
            <pc:sldMk cId="0" sldId="273"/>
            <ac:spMk id="9" creationId="{A8384FB5-9ADC-4DDC-881B-597D56F5B15D}"/>
          </ac:spMkLst>
        </pc:spChg>
        <pc:spChg chg="add mod ord">
          <ac:chgData name="Vaught, Jacob" userId="3948bc58-7b81-44a4-9cf0-22ebac0213b4" providerId="ADAL" clId="{09B97CDC-728D-A646-B59A-3B66F423C4D6}" dt="2024-11-09T08:18:10.784" v="3134" actId="26606"/>
          <ac:spMkLst>
            <pc:docMk/>
            <pc:sldMk cId="0" sldId="273"/>
            <ac:spMk id="10" creationId="{EC12A48C-B525-D35B-C395-7CDD94026789}"/>
          </ac:spMkLst>
        </pc:spChg>
        <pc:spChg chg="add del">
          <ac:chgData name="Vaught, Jacob" userId="3948bc58-7b81-44a4-9cf0-22ebac0213b4" providerId="ADAL" clId="{09B97CDC-728D-A646-B59A-3B66F423C4D6}" dt="2024-11-09T08:16:09.653" v="3113" actId="26606"/>
          <ac:spMkLst>
            <pc:docMk/>
            <pc:sldMk cId="0" sldId="273"/>
            <ac:spMk id="11" creationId="{91E5A9A7-95C6-4F4F-B00E-C82E07FE62EF}"/>
          </ac:spMkLst>
        </pc:spChg>
        <pc:spChg chg="add del">
          <ac:chgData name="Vaught, Jacob" userId="3948bc58-7b81-44a4-9cf0-22ebac0213b4" providerId="ADAL" clId="{09B97CDC-728D-A646-B59A-3B66F423C4D6}" dt="2024-11-09T08:18:03.819" v="3125" actId="26606"/>
          <ac:spMkLst>
            <pc:docMk/>
            <pc:sldMk cId="0" sldId="273"/>
            <ac:spMk id="12" creationId="{2B97F24A-32CE-4C1C-A50D-3016B394DCFB}"/>
          </ac:spMkLst>
        </pc:spChg>
        <pc:spChg chg="add del">
          <ac:chgData name="Vaught, Jacob" userId="3948bc58-7b81-44a4-9cf0-22ebac0213b4" providerId="ADAL" clId="{09B97CDC-728D-A646-B59A-3B66F423C4D6}" dt="2024-11-09T08:16:09.653" v="3113" actId="26606"/>
          <ac:spMkLst>
            <pc:docMk/>
            <pc:sldMk cId="0" sldId="273"/>
            <ac:spMk id="13" creationId="{D07DD2DE-F619-49DD-B5E7-03A290FF4ED1}"/>
          </ac:spMkLst>
        </pc:spChg>
        <pc:spChg chg="add del">
          <ac:chgData name="Vaught, Jacob" userId="3948bc58-7b81-44a4-9cf0-22ebac0213b4" providerId="ADAL" clId="{09B97CDC-728D-A646-B59A-3B66F423C4D6}" dt="2024-11-09T08:18:03.819" v="3125" actId="26606"/>
          <ac:spMkLst>
            <pc:docMk/>
            <pc:sldMk cId="0" sldId="273"/>
            <ac:spMk id="14" creationId="{CD8B4F24-440B-49E9-B85D-733523DC064B}"/>
          </ac:spMkLst>
        </pc:spChg>
        <pc:spChg chg="add del">
          <ac:chgData name="Vaught, Jacob" userId="3948bc58-7b81-44a4-9cf0-22ebac0213b4" providerId="ADAL" clId="{09B97CDC-728D-A646-B59A-3B66F423C4D6}" dt="2024-11-09T08:16:09.653" v="3113" actId="26606"/>
          <ac:spMkLst>
            <pc:docMk/>
            <pc:sldMk cId="0" sldId="273"/>
            <ac:spMk id="15" creationId="{85149191-5F60-4A28-AAFF-039F96B0F3EC}"/>
          </ac:spMkLst>
        </pc:spChg>
        <pc:spChg chg="add del">
          <ac:chgData name="Vaught, Jacob" userId="3948bc58-7b81-44a4-9cf0-22ebac0213b4" providerId="ADAL" clId="{09B97CDC-728D-A646-B59A-3B66F423C4D6}" dt="2024-11-09T08:18:04.700" v="3127" actId="26606"/>
          <ac:spMkLst>
            <pc:docMk/>
            <pc:sldMk cId="0" sldId="273"/>
            <ac:spMk id="16" creationId="{743AA782-23D1-4521-8CAD-47662984AA08}"/>
          </ac:spMkLst>
        </pc:spChg>
        <pc:spChg chg="add del">
          <ac:chgData name="Vaught, Jacob" userId="3948bc58-7b81-44a4-9cf0-22ebac0213b4" providerId="ADAL" clId="{09B97CDC-728D-A646-B59A-3B66F423C4D6}" dt="2024-11-09T08:16:09.653" v="3113" actId="26606"/>
          <ac:spMkLst>
            <pc:docMk/>
            <pc:sldMk cId="0" sldId="273"/>
            <ac:spMk id="17" creationId="{F8260ED5-17F7-4158-B241-D51DD4CF1B7E}"/>
          </ac:spMkLst>
        </pc:spChg>
        <pc:spChg chg="add del">
          <ac:chgData name="Vaught, Jacob" userId="3948bc58-7b81-44a4-9cf0-22ebac0213b4" providerId="ADAL" clId="{09B97CDC-728D-A646-B59A-3B66F423C4D6}" dt="2024-11-09T08:18:04.700" v="3127" actId="26606"/>
          <ac:spMkLst>
            <pc:docMk/>
            <pc:sldMk cId="0" sldId="273"/>
            <ac:spMk id="18" creationId="{71877DBC-BB60-40F0-AC93-2ACDBAAE60CE}"/>
          </ac:spMkLst>
        </pc:spChg>
        <pc:spChg chg="add del">
          <ac:chgData name="Vaught, Jacob" userId="3948bc58-7b81-44a4-9cf0-22ebac0213b4" providerId="ADAL" clId="{09B97CDC-728D-A646-B59A-3B66F423C4D6}" dt="2024-11-09T08:16:12.437" v="3115" actId="26606"/>
          <ac:spMkLst>
            <pc:docMk/>
            <pc:sldMk cId="0" sldId="273"/>
            <ac:spMk id="19" creationId="{2B97F24A-32CE-4C1C-A50D-3016B394DCFB}"/>
          </ac:spMkLst>
        </pc:spChg>
        <pc:spChg chg="add del">
          <ac:chgData name="Vaught, Jacob" userId="3948bc58-7b81-44a4-9cf0-22ebac0213b4" providerId="ADAL" clId="{09B97CDC-728D-A646-B59A-3B66F423C4D6}" dt="2024-11-09T08:16:12.437" v="3115" actId="26606"/>
          <ac:spMkLst>
            <pc:docMk/>
            <pc:sldMk cId="0" sldId="273"/>
            <ac:spMk id="20" creationId="{CD8B4F24-440B-49E9-B85D-733523DC064B}"/>
          </ac:spMkLst>
        </pc:spChg>
        <pc:spChg chg="add del">
          <ac:chgData name="Vaught, Jacob" userId="3948bc58-7b81-44a4-9cf0-22ebac0213b4" providerId="ADAL" clId="{09B97CDC-728D-A646-B59A-3B66F423C4D6}" dt="2024-11-09T08:18:08.448" v="3129" actId="26606"/>
          <ac:spMkLst>
            <pc:docMk/>
            <pc:sldMk cId="0" sldId="273"/>
            <ac:spMk id="21" creationId="{169CC832-2974-4E8D-90ED-3E2941BA7336}"/>
          </ac:spMkLst>
        </pc:spChg>
        <pc:spChg chg="add del">
          <ac:chgData name="Vaught, Jacob" userId="3948bc58-7b81-44a4-9cf0-22ebac0213b4" providerId="ADAL" clId="{09B97CDC-728D-A646-B59A-3B66F423C4D6}" dt="2024-11-09T08:18:08.448" v="3129" actId="26606"/>
          <ac:spMkLst>
            <pc:docMk/>
            <pc:sldMk cId="0" sldId="273"/>
            <ac:spMk id="22" creationId="{9A724DBA-D2D9-471E-8ED7-2015DDD950DF}"/>
          </ac:spMkLst>
        </pc:spChg>
        <pc:spChg chg="add del">
          <ac:chgData name="Vaught, Jacob" userId="3948bc58-7b81-44a4-9cf0-22ebac0213b4" providerId="ADAL" clId="{09B97CDC-728D-A646-B59A-3B66F423C4D6}" dt="2024-11-09T08:18:08.448" v="3129" actId="26606"/>
          <ac:spMkLst>
            <pc:docMk/>
            <pc:sldMk cId="0" sldId="273"/>
            <ac:spMk id="23" creationId="{55222F96-971A-4F90-B841-6BAB416C7AC1}"/>
          </ac:spMkLst>
        </pc:spChg>
        <pc:spChg chg="add del">
          <ac:chgData name="Vaught, Jacob" userId="3948bc58-7b81-44a4-9cf0-22ebac0213b4" providerId="ADAL" clId="{09B97CDC-728D-A646-B59A-3B66F423C4D6}" dt="2024-11-09T08:18:08.448" v="3129" actId="26606"/>
          <ac:spMkLst>
            <pc:docMk/>
            <pc:sldMk cId="0" sldId="273"/>
            <ac:spMk id="24" creationId="{08980754-6F4B-43C9-B9BE-127B6BED6586}"/>
          </ac:spMkLst>
        </pc:spChg>
        <pc:spChg chg="add del">
          <ac:chgData name="Vaught, Jacob" userId="3948bc58-7b81-44a4-9cf0-22ebac0213b4" providerId="ADAL" clId="{09B97CDC-728D-A646-B59A-3B66F423C4D6}" dt="2024-11-09T08:18:08.448" v="3129" actId="26606"/>
          <ac:spMkLst>
            <pc:docMk/>
            <pc:sldMk cId="0" sldId="273"/>
            <ac:spMk id="25" creationId="{2C1BBA94-3F40-40AA-8BB9-E69E25E537C1}"/>
          </ac:spMkLst>
        </pc:spChg>
        <pc:spChg chg="add del">
          <ac:chgData name="Vaught, Jacob" userId="3948bc58-7b81-44a4-9cf0-22ebac0213b4" providerId="ADAL" clId="{09B97CDC-728D-A646-B59A-3B66F423C4D6}" dt="2024-11-09T08:18:09.155" v="3131" actId="26606"/>
          <ac:spMkLst>
            <pc:docMk/>
            <pc:sldMk cId="0" sldId="273"/>
            <ac:spMk id="27" creationId="{84ECDE7A-6944-466D-8FFE-149A29BA6BAE}"/>
          </ac:spMkLst>
        </pc:spChg>
        <pc:spChg chg="add del">
          <ac:chgData name="Vaught, Jacob" userId="3948bc58-7b81-44a4-9cf0-22ebac0213b4" providerId="ADAL" clId="{09B97CDC-728D-A646-B59A-3B66F423C4D6}" dt="2024-11-09T08:18:09.155" v="3131" actId="26606"/>
          <ac:spMkLst>
            <pc:docMk/>
            <pc:sldMk cId="0" sldId="273"/>
            <ac:spMk id="28" creationId="{B3420082-9415-44EC-802E-C77D71D59C57}"/>
          </ac:spMkLst>
        </pc:spChg>
        <pc:spChg chg="add del">
          <ac:chgData name="Vaught, Jacob" userId="3948bc58-7b81-44a4-9cf0-22ebac0213b4" providerId="ADAL" clId="{09B97CDC-728D-A646-B59A-3B66F423C4D6}" dt="2024-11-09T08:18:09.155" v="3131" actId="26606"/>
          <ac:spMkLst>
            <pc:docMk/>
            <pc:sldMk cId="0" sldId="273"/>
            <ac:spMk id="29" creationId="{55A52C45-1FCB-4636-A80F-2849B8226C01}"/>
          </ac:spMkLst>
        </pc:spChg>
        <pc:spChg chg="add del">
          <ac:chgData name="Vaught, Jacob" userId="3948bc58-7b81-44a4-9cf0-22ebac0213b4" providerId="ADAL" clId="{09B97CDC-728D-A646-B59A-3B66F423C4D6}" dt="2024-11-09T08:18:09.155" v="3131" actId="26606"/>
          <ac:spMkLst>
            <pc:docMk/>
            <pc:sldMk cId="0" sldId="273"/>
            <ac:spMk id="30" creationId="{768EB4DD-3704-43AD-92B3-C4E0C6EA92CB}"/>
          </ac:spMkLst>
        </pc:spChg>
        <pc:spChg chg="add del">
          <ac:chgData name="Vaught, Jacob" userId="3948bc58-7b81-44a4-9cf0-22ebac0213b4" providerId="ADAL" clId="{09B97CDC-728D-A646-B59A-3B66F423C4D6}" dt="2024-11-09T08:18:10.776" v="3133" actId="26606"/>
          <ac:spMkLst>
            <pc:docMk/>
            <pc:sldMk cId="0" sldId="273"/>
            <ac:spMk id="32" creationId="{DBC6133C-0615-4CE4-9132-37E609A9BDFA}"/>
          </ac:spMkLst>
        </pc:spChg>
        <pc:spChg chg="add del">
          <ac:chgData name="Vaught, Jacob" userId="3948bc58-7b81-44a4-9cf0-22ebac0213b4" providerId="ADAL" clId="{09B97CDC-728D-A646-B59A-3B66F423C4D6}" dt="2024-11-09T08:18:10.776" v="3133" actId="26606"/>
          <ac:spMkLst>
            <pc:docMk/>
            <pc:sldMk cId="0" sldId="273"/>
            <ac:spMk id="33" creationId="{169CC832-2974-4E8D-90ED-3E2941BA7336}"/>
          </ac:spMkLst>
        </pc:spChg>
        <pc:spChg chg="add del">
          <ac:chgData name="Vaught, Jacob" userId="3948bc58-7b81-44a4-9cf0-22ebac0213b4" providerId="ADAL" clId="{09B97CDC-728D-A646-B59A-3B66F423C4D6}" dt="2024-11-09T08:18:10.776" v="3133" actId="26606"/>
          <ac:spMkLst>
            <pc:docMk/>
            <pc:sldMk cId="0" sldId="273"/>
            <ac:spMk id="34" creationId="{55222F96-971A-4F90-B841-6BAB416C7AC1}"/>
          </ac:spMkLst>
        </pc:spChg>
        <pc:spChg chg="add del">
          <ac:chgData name="Vaught, Jacob" userId="3948bc58-7b81-44a4-9cf0-22ebac0213b4" providerId="ADAL" clId="{09B97CDC-728D-A646-B59A-3B66F423C4D6}" dt="2024-11-09T08:18:10.776" v="3133" actId="26606"/>
          <ac:spMkLst>
            <pc:docMk/>
            <pc:sldMk cId="0" sldId="273"/>
            <ac:spMk id="35" creationId="{08980754-6F4B-43C9-B9BE-127B6BED6586}"/>
          </ac:spMkLst>
        </pc:spChg>
        <pc:spChg chg="add del">
          <ac:chgData name="Vaught, Jacob" userId="3948bc58-7b81-44a4-9cf0-22ebac0213b4" providerId="ADAL" clId="{09B97CDC-728D-A646-B59A-3B66F423C4D6}" dt="2024-11-09T08:18:10.776" v="3133" actId="26606"/>
          <ac:spMkLst>
            <pc:docMk/>
            <pc:sldMk cId="0" sldId="273"/>
            <ac:spMk id="36" creationId="{2C1BBA94-3F40-40AA-8BB9-E69E25E537C1}"/>
          </ac:spMkLst>
        </pc:spChg>
        <pc:spChg chg="add">
          <ac:chgData name="Vaught, Jacob" userId="3948bc58-7b81-44a4-9cf0-22ebac0213b4" providerId="ADAL" clId="{09B97CDC-728D-A646-B59A-3B66F423C4D6}" dt="2024-11-09T08:18:10.784" v="3134" actId="26606"/>
          <ac:spMkLst>
            <pc:docMk/>
            <pc:sldMk cId="0" sldId="273"/>
            <ac:spMk id="38" creationId="{2EB492CD-616E-47F8-933B-5E2D952A0593}"/>
          </ac:spMkLst>
        </pc:spChg>
        <pc:spChg chg="add">
          <ac:chgData name="Vaught, Jacob" userId="3948bc58-7b81-44a4-9cf0-22ebac0213b4" providerId="ADAL" clId="{09B97CDC-728D-A646-B59A-3B66F423C4D6}" dt="2024-11-09T08:18:10.784" v="3134" actId="26606"/>
          <ac:spMkLst>
            <pc:docMk/>
            <pc:sldMk cId="0" sldId="273"/>
            <ac:spMk id="39" creationId="{59383CF9-23B5-4335-9B21-1791C4CF1C75}"/>
          </ac:spMkLst>
        </pc:spChg>
        <pc:spChg chg="add">
          <ac:chgData name="Vaught, Jacob" userId="3948bc58-7b81-44a4-9cf0-22ebac0213b4" providerId="ADAL" clId="{09B97CDC-728D-A646-B59A-3B66F423C4D6}" dt="2024-11-09T08:18:10.784" v="3134" actId="26606"/>
          <ac:spMkLst>
            <pc:docMk/>
            <pc:sldMk cId="0" sldId="273"/>
            <ac:spMk id="40" creationId="{0007FE00-9498-4706-B255-6437B0252C02}"/>
          </ac:spMkLst>
        </pc:spChg>
        <pc:picChg chg="add mod">
          <ac:chgData name="Vaught, Jacob" userId="3948bc58-7b81-44a4-9cf0-22ebac0213b4" providerId="ADAL" clId="{09B97CDC-728D-A646-B59A-3B66F423C4D6}" dt="2024-11-09T08:18:10.784" v="3134" actId="26606"/>
          <ac:picMkLst>
            <pc:docMk/>
            <pc:sldMk cId="0" sldId="273"/>
            <ac:picMk id="4" creationId="{B3EE8302-AC6F-AD39-2B79-552D8D38CFB0}"/>
          </ac:picMkLst>
        </pc:picChg>
      </pc:sldChg>
      <pc:sldChg chg="addSp delSp modSp mod setBg">
        <pc:chgData name="Vaught, Jacob" userId="3948bc58-7b81-44a4-9cf0-22ebac0213b4" providerId="ADAL" clId="{09B97CDC-728D-A646-B59A-3B66F423C4D6}" dt="2024-11-09T08:27:30.805" v="3395"/>
        <pc:sldMkLst>
          <pc:docMk/>
          <pc:sldMk cId="0" sldId="274"/>
        </pc:sldMkLst>
        <pc:spChg chg="mod">
          <ac:chgData name="Vaught, Jacob" userId="3948bc58-7b81-44a4-9cf0-22ebac0213b4" providerId="ADAL" clId="{09B97CDC-728D-A646-B59A-3B66F423C4D6}" dt="2024-11-09T08:24:28.726" v="3346" actId="2711"/>
          <ac:spMkLst>
            <pc:docMk/>
            <pc:sldMk cId="0" sldId="274"/>
            <ac:spMk id="2" creationId="{00000000-0000-0000-0000-000000000000}"/>
          </ac:spMkLst>
        </pc:spChg>
        <pc:spChg chg="add del mod">
          <ac:chgData name="Vaught, Jacob" userId="3948bc58-7b81-44a4-9cf0-22ebac0213b4" providerId="ADAL" clId="{09B97CDC-728D-A646-B59A-3B66F423C4D6}" dt="2024-11-09T08:21:07.520" v="3157" actId="26606"/>
          <ac:spMkLst>
            <pc:docMk/>
            <pc:sldMk cId="0" sldId="274"/>
            <ac:spMk id="3" creationId="{00000000-0000-0000-0000-000000000000}"/>
          </ac:spMkLst>
        </pc:spChg>
        <pc:spChg chg="add mod">
          <ac:chgData name="Vaught, Jacob" userId="3948bc58-7b81-44a4-9cf0-22ebac0213b4" providerId="ADAL" clId="{09B97CDC-728D-A646-B59A-3B66F423C4D6}" dt="2024-11-09T08:27:30.805" v="3395"/>
          <ac:spMkLst>
            <pc:docMk/>
            <pc:sldMk cId="0" sldId="274"/>
            <ac:spMk id="4" creationId="{46BE445F-A877-4AD9-C8B5-DBDE2330D349}"/>
          </ac:spMkLst>
        </pc:spChg>
        <pc:spChg chg="add del">
          <ac:chgData name="Vaught, Jacob" userId="3948bc58-7b81-44a4-9cf0-22ebac0213b4" providerId="ADAL" clId="{09B97CDC-728D-A646-B59A-3B66F423C4D6}" dt="2024-11-09T08:20:52.107" v="3154" actId="26606"/>
          <ac:spMkLst>
            <pc:docMk/>
            <pc:sldMk cId="0" sldId="274"/>
            <ac:spMk id="9" creationId="{AE2B703B-46F9-481A-A605-82E2A828C4FA}"/>
          </ac:spMkLst>
        </pc:spChg>
        <pc:spChg chg="add del">
          <ac:chgData name="Vaught, Jacob" userId="3948bc58-7b81-44a4-9cf0-22ebac0213b4" providerId="ADAL" clId="{09B97CDC-728D-A646-B59A-3B66F423C4D6}" dt="2024-11-09T08:20:52.107" v="3154" actId="26606"/>
          <ac:spMkLst>
            <pc:docMk/>
            <pc:sldMk cId="0" sldId="274"/>
            <ac:spMk id="11" creationId="{F13BE4D7-0C3D-4906-B230-A1C5B4665CCF}"/>
          </ac:spMkLst>
        </pc:spChg>
        <pc:spChg chg="add del">
          <ac:chgData name="Vaught, Jacob" userId="3948bc58-7b81-44a4-9cf0-22ebac0213b4" providerId="ADAL" clId="{09B97CDC-728D-A646-B59A-3B66F423C4D6}" dt="2024-11-09T08:21:07.510" v="3156" actId="26606"/>
          <ac:spMkLst>
            <pc:docMk/>
            <pc:sldMk cId="0" sldId="274"/>
            <ac:spMk id="13" creationId="{9DECDBF4-02B6-4BB4-B65B-B8107AD6A9E8}"/>
          </ac:spMkLst>
        </pc:spChg>
        <pc:spChg chg="add del">
          <ac:chgData name="Vaught, Jacob" userId="3948bc58-7b81-44a4-9cf0-22ebac0213b4" providerId="ADAL" clId="{09B97CDC-728D-A646-B59A-3B66F423C4D6}" dt="2024-11-09T08:21:07.510" v="3156" actId="26606"/>
          <ac:spMkLst>
            <pc:docMk/>
            <pc:sldMk cId="0" sldId="274"/>
            <ac:spMk id="14" creationId="{53B021B3-DE93-4AB7-8A18-CF5F1CED88B8}"/>
          </ac:spMkLst>
        </pc:spChg>
        <pc:spChg chg="add del">
          <ac:chgData name="Vaught, Jacob" userId="3948bc58-7b81-44a4-9cf0-22ebac0213b4" providerId="ADAL" clId="{09B97CDC-728D-A646-B59A-3B66F423C4D6}" dt="2024-11-09T08:21:07.510" v="3156" actId="26606"/>
          <ac:spMkLst>
            <pc:docMk/>
            <pc:sldMk cId="0" sldId="274"/>
            <ac:spMk id="15" creationId="{52D502E5-F6B4-4D58-B4AE-FC466FF15EE8}"/>
          </ac:spMkLst>
        </pc:spChg>
        <pc:spChg chg="add">
          <ac:chgData name="Vaught, Jacob" userId="3948bc58-7b81-44a4-9cf0-22ebac0213b4" providerId="ADAL" clId="{09B97CDC-728D-A646-B59A-3B66F423C4D6}" dt="2024-11-09T08:21:07.520" v="3157" actId="26606"/>
          <ac:spMkLst>
            <pc:docMk/>
            <pc:sldMk cId="0" sldId="274"/>
            <ac:spMk id="18" creationId="{C0763A76-9F1C-4FC5-82B7-DD475DA461B2}"/>
          </ac:spMkLst>
        </pc:spChg>
        <pc:spChg chg="add">
          <ac:chgData name="Vaught, Jacob" userId="3948bc58-7b81-44a4-9cf0-22ebac0213b4" providerId="ADAL" clId="{09B97CDC-728D-A646-B59A-3B66F423C4D6}" dt="2024-11-09T08:21:07.520" v="3157" actId="26606"/>
          <ac:spMkLst>
            <pc:docMk/>
            <pc:sldMk cId="0" sldId="274"/>
            <ac:spMk id="19" creationId="{E81BF4F6-F2CF-4984-9D14-D6966D92F99F}"/>
          </ac:spMkLst>
        </pc:spChg>
        <pc:spChg chg="add mod">
          <ac:chgData name="Vaught, Jacob" userId="3948bc58-7b81-44a4-9cf0-22ebac0213b4" providerId="ADAL" clId="{09B97CDC-728D-A646-B59A-3B66F423C4D6}" dt="2024-11-09T08:24:28.726" v="3346" actId="2711"/>
          <ac:spMkLst>
            <pc:docMk/>
            <pc:sldMk cId="0" sldId="274"/>
            <ac:spMk id="20" creationId="{00000000-0000-0000-0000-000000000000}"/>
          </ac:spMkLst>
        </pc:spChg>
        <pc:graphicFrameChg chg="add del">
          <ac:chgData name="Vaught, Jacob" userId="3948bc58-7b81-44a4-9cf0-22ebac0213b4" providerId="ADAL" clId="{09B97CDC-728D-A646-B59A-3B66F423C4D6}" dt="2024-11-09T08:20:52.107" v="3154" actId="26606"/>
          <ac:graphicFrameMkLst>
            <pc:docMk/>
            <pc:sldMk cId="0" sldId="274"/>
            <ac:graphicFrameMk id="5" creationId="{09317DAA-DEBF-CC01-963C-E880B617050D}"/>
          </ac:graphicFrameMkLst>
        </pc:graphicFrameChg>
        <pc:graphicFrameChg chg="add del">
          <ac:chgData name="Vaught, Jacob" userId="3948bc58-7b81-44a4-9cf0-22ebac0213b4" providerId="ADAL" clId="{09B97CDC-728D-A646-B59A-3B66F423C4D6}" dt="2024-11-09T08:21:07.510" v="3156" actId="26606"/>
          <ac:graphicFrameMkLst>
            <pc:docMk/>
            <pc:sldMk cId="0" sldId="274"/>
            <ac:graphicFrameMk id="16" creationId="{D586DD08-5DD2-8A05-61B7-DF5C8C71A368}"/>
          </ac:graphicFrameMkLst>
        </pc:graphicFrameChg>
        <pc:picChg chg="add mod modCrop">
          <ac:chgData name="Vaught, Jacob" userId="3948bc58-7b81-44a4-9cf0-22ebac0213b4" providerId="ADAL" clId="{09B97CDC-728D-A646-B59A-3B66F423C4D6}" dt="2024-11-09T08:21:47.975" v="3161" actId="18131"/>
          <ac:picMkLst>
            <pc:docMk/>
            <pc:sldMk cId="0" sldId="274"/>
            <ac:picMk id="21" creationId="{E64097B5-D76A-85F4-F004-8A097B75B334}"/>
          </ac:picMkLst>
        </pc:picChg>
      </pc:sldChg>
      <pc:sldChg chg="addSp delSp modSp add mod setBg">
        <pc:chgData name="Vaught, Jacob" userId="3948bc58-7b81-44a4-9cf0-22ebac0213b4" providerId="ADAL" clId="{09B97CDC-728D-A646-B59A-3B66F423C4D6}" dt="2024-11-09T08:27:30.805" v="3395"/>
        <pc:sldMkLst>
          <pc:docMk/>
          <pc:sldMk cId="1566664784" sldId="275"/>
        </pc:sldMkLst>
        <pc:spChg chg="mod">
          <ac:chgData name="Vaught, Jacob" userId="3948bc58-7b81-44a4-9cf0-22ebac0213b4" providerId="ADAL" clId="{09B97CDC-728D-A646-B59A-3B66F423C4D6}" dt="2024-11-09T02:52:17.809" v="77" actId="26606"/>
          <ac:spMkLst>
            <pc:docMk/>
            <pc:sldMk cId="1566664784" sldId="275"/>
            <ac:spMk id="2" creationId="{295965AF-1948-C718-2002-5CFA0E1CCBEB}"/>
          </ac:spMkLst>
        </pc:spChg>
        <pc:spChg chg="add mod">
          <ac:chgData name="Vaught, Jacob" userId="3948bc58-7b81-44a4-9cf0-22ebac0213b4" providerId="ADAL" clId="{09B97CDC-728D-A646-B59A-3B66F423C4D6}" dt="2024-11-09T08:27:30.805" v="3395"/>
          <ac:spMkLst>
            <pc:docMk/>
            <pc:sldMk cId="1566664784" sldId="275"/>
            <ac:spMk id="3" creationId="{D90FA95A-BB0C-F8E1-5D63-B08976D85A84}"/>
          </ac:spMkLst>
        </pc:spChg>
        <pc:spChg chg="add del mod">
          <ac:chgData name="Vaught, Jacob" userId="3948bc58-7b81-44a4-9cf0-22ebac0213b4" providerId="ADAL" clId="{09B97CDC-728D-A646-B59A-3B66F423C4D6}" dt="2024-11-09T02:52:17.809" v="77" actId="26606"/>
          <ac:spMkLst>
            <pc:docMk/>
            <pc:sldMk cId="1566664784" sldId="275"/>
            <ac:spMk id="3" creationId="{F75429C0-6CDA-DA64-2E74-C9F0C12AEF9D}"/>
          </ac:spMkLst>
        </pc:spChg>
        <pc:spChg chg="add del">
          <ac:chgData name="Vaught, Jacob" userId="3948bc58-7b81-44a4-9cf0-22ebac0213b4" providerId="ADAL" clId="{09B97CDC-728D-A646-B59A-3B66F423C4D6}" dt="2024-11-09T02:49:10.165" v="52" actId="26606"/>
          <ac:spMkLst>
            <pc:docMk/>
            <pc:sldMk cId="1566664784" sldId="275"/>
            <ac:spMk id="9" creationId="{BACC6370-2D7E-4714-9D71-7542949D7D5D}"/>
          </ac:spMkLst>
        </pc:spChg>
        <pc:spChg chg="add del">
          <ac:chgData name="Vaught, Jacob" userId="3948bc58-7b81-44a4-9cf0-22ebac0213b4" providerId="ADAL" clId="{09B97CDC-728D-A646-B59A-3B66F423C4D6}" dt="2024-11-09T02:52:17.809" v="77" actId="26606"/>
          <ac:spMkLst>
            <pc:docMk/>
            <pc:sldMk cId="1566664784" sldId="275"/>
            <ac:spMk id="10" creationId="{D93394DA-E684-47C2-9020-13225823F40A}"/>
          </ac:spMkLst>
        </pc:spChg>
        <pc:spChg chg="add del">
          <ac:chgData name="Vaught, Jacob" userId="3948bc58-7b81-44a4-9cf0-22ebac0213b4" providerId="ADAL" clId="{09B97CDC-728D-A646-B59A-3B66F423C4D6}" dt="2024-11-09T02:49:10.165" v="52" actId="26606"/>
          <ac:spMkLst>
            <pc:docMk/>
            <pc:sldMk cId="1566664784" sldId="275"/>
            <ac:spMk id="11" creationId="{F68B3F68-107C-434F-AA38-110D5EA91B85}"/>
          </ac:spMkLst>
        </pc:spChg>
        <pc:spChg chg="add del">
          <ac:chgData name="Vaught, Jacob" userId="3948bc58-7b81-44a4-9cf0-22ebac0213b4" providerId="ADAL" clId="{09B97CDC-728D-A646-B59A-3B66F423C4D6}" dt="2024-11-09T02:49:10.165" v="52" actId="26606"/>
          <ac:spMkLst>
            <pc:docMk/>
            <pc:sldMk cId="1566664784" sldId="275"/>
            <ac:spMk id="13" creationId="{AAD0DBB9-1A4B-4391-81D4-CB19F9AB918A}"/>
          </ac:spMkLst>
        </pc:spChg>
        <pc:spChg chg="add del">
          <ac:chgData name="Vaught, Jacob" userId="3948bc58-7b81-44a4-9cf0-22ebac0213b4" providerId="ADAL" clId="{09B97CDC-728D-A646-B59A-3B66F423C4D6}" dt="2024-11-09T02:49:10.165" v="52" actId="26606"/>
          <ac:spMkLst>
            <pc:docMk/>
            <pc:sldMk cId="1566664784" sldId="275"/>
            <ac:spMk id="15" creationId="{063BBA22-50EA-4C4D-BE05-F1CE4E63AA56}"/>
          </ac:spMkLst>
        </pc:spChg>
        <pc:graphicFrameChg chg="add del">
          <ac:chgData name="Vaught, Jacob" userId="3948bc58-7b81-44a4-9cf0-22ebac0213b4" providerId="ADAL" clId="{09B97CDC-728D-A646-B59A-3B66F423C4D6}" dt="2024-11-09T02:49:10.165" v="52" actId="26606"/>
          <ac:graphicFrameMkLst>
            <pc:docMk/>
            <pc:sldMk cId="1566664784" sldId="275"/>
            <ac:graphicFrameMk id="5" creationId="{492807C3-0BFF-017D-1B59-B04AA9D4646F}"/>
          </ac:graphicFrameMkLst>
        </pc:graphicFrameChg>
        <pc:graphicFrameChg chg="add del">
          <ac:chgData name="Vaught, Jacob" userId="3948bc58-7b81-44a4-9cf0-22ebac0213b4" providerId="ADAL" clId="{09B97CDC-728D-A646-B59A-3B66F423C4D6}" dt="2024-11-09T02:52:17.809" v="77" actId="26606"/>
          <ac:graphicFrameMkLst>
            <pc:docMk/>
            <pc:sldMk cId="1566664784" sldId="275"/>
            <ac:graphicFrameMk id="17" creationId="{19105C08-EB55-FD77-E368-D8FDDE8EF93F}"/>
          </ac:graphicFrameMkLst>
        </pc:graphicFrameChg>
        <pc:picChg chg="add del mod modCrop">
          <ac:chgData name="Vaught, Jacob" userId="3948bc58-7b81-44a4-9cf0-22ebac0213b4" providerId="ADAL" clId="{09B97CDC-728D-A646-B59A-3B66F423C4D6}" dt="2024-11-09T02:52:18.909" v="80" actId="18131"/>
          <ac:picMkLst>
            <pc:docMk/>
            <pc:sldMk cId="1566664784" sldId="275"/>
            <ac:picMk id="6" creationId="{A2586C2E-EDA6-C768-A3E8-25CB2BC5C28A}"/>
          </ac:picMkLst>
        </pc:picChg>
      </pc:sldChg>
      <pc:sldChg chg="addSp delSp modSp add mod setBg">
        <pc:chgData name="Vaught, Jacob" userId="3948bc58-7b81-44a4-9cf0-22ebac0213b4" providerId="ADAL" clId="{09B97CDC-728D-A646-B59A-3B66F423C4D6}" dt="2024-11-09T08:27:30.805" v="3395"/>
        <pc:sldMkLst>
          <pc:docMk/>
          <pc:sldMk cId="422498591" sldId="276"/>
        </pc:sldMkLst>
        <pc:spChg chg="mod">
          <ac:chgData name="Vaught, Jacob" userId="3948bc58-7b81-44a4-9cf0-22ebac0213b4" providerId="ADAL" clId="{09B97CDC-728D-A646-B59A-3B66F423C4D6}" dt="2024-11-09T02:54:59.056" v="115" actId="26606"/>
          <ac:spMkLst>
            <pc:docMk/>
            <pc:sldMk cId="422498591" sldId="276"/>
            <ac:spMk id="2" creationId="{075196FB-B515-A962-1603-EA9DAA2295C4}"/>
          </ac:spMkLst>
        </pc:spChg>
        <pc:spChg chg="add mod">
          <ac:chgData name="Vaught, Jacob" userId="3948bc58-7b81-44a4-9cf0-22ebac0213b4" providerId="ADAL" clId="{09B97CDC-728D-A646-B59A-3B66F423C4D6}" dt="2024-11-09T08:27:30.805" v="3395"/>
          <ac:spMkLst>
            <pc:docMk/>
            <pc:sldMk cId="422498591" sldId="276"/>
            <ac:spMk id="3" creationId="{3AA72798-C671-FE6D-1DBE-FE293CCF2839}"/>
          </ac:spMkLst>
        </pc:spChg>
        <pc:spChg chg="del">
          <ac:chgData name="Vaught, Jacob" userId="3948bc58-7b81-44a4-9cf0-22ebac0213b4" providerId="ADAL" clId="{09B97CDC-728D-A646-B59A-3B66F423C4D6}" dt="2024-11-09T02:54:02.610" v="108" actId="478"/>
          <ac:spMkLst>
            <pc:docMk/>
            <pc:sldMk cId="422498591" sldId="276"/>
            <ac:spMk id="3" creationId="{BAEEB205-9AA9-D0EA-F119-4D08B10A197B}"/>
          </ac:spMkLst>
        </pc:spChg>
        <pc:spChg chg="add del mod">
          <ac:chgData name="Vaught, Jacob" userId="3948bc58-7b81-44a4-9cf0-22ebac0213b4" providerId="ADAL" clId="{09B97CDC-728D-A646-B59A-3B66F423C4D6}" dt="2024-11-09T02:54:04.884" v="109"/>
          <ac:spMkLst>
            <pc:docMk/>
            <pc:sldMk cId="422498591" sldId="276"/>
            <ac:spMk id="5" creationId="{61E3AA75-0C6F-9750-F361-072401E2AF12}"/>
          </ac:spMkLst>
        </pc:spChg>
        <pc:spChg chg="add mod">
          <ac:chgData name="Vaught, Jacob" userId="3948bc58-7b81-44a4-9cf0-22ebac0213b4" providerId="ADAL" clId="{09B97CDC-728D-A646-B59A-3B66F423C4D6}" dt="2024-11-09T02:56:35.597" v="218" actId="20577"/>
          <ac:spMkLst>
            <pc:docMk/>
            <pc:sldMk cId="422498591" sldId="276"/>
            <ac:spMk id="12" creationId="{2C94D372-DFA0-D567-DA9E-773F3C943EEE}"/>
          </ac:spMkLst>
        </pc:spChg>
        <pc:spChg chg="add">
          <ac:chgData name="Vaught, Jacob" userId="3948bc58-7b81-44a4-9cf0-22ebac0213b4" providerId="ADAL" clId="{09B97CDC-728D-A646-B59A-3B66F423C4D6}" dt="2024-11-09T02:54:59.056" v="115" actId="26606"/>
          <ac:spMkLst>
            <pc:docMk/>
            <pc:sldMk cId="422498591" sldId="276"/>
            <ac:spMk id="15" creationId="{38468727-63BE-4191-B4A6-C30C82C0E986}"/>
          </ac:spMkLst>
        </pc:spChg>
        <pc:spChg chg="add">
          <ac:chgData name="Vaught, Jacob" userId="3948bc58-7b81-44a4-9cf0-22ebac0213b4" providerId="ADAL" clId="{09B97CDC-728D-A646-B59A-3B66F423C4D6}" dt="2024-11-09T02:54:59.056" v="115" actId="26606"/>
          <ac:spMkLst>
            <pc:docMk/>
            <pc:sldMk cId="422498591" sldId="276"/>
            <ac:spMk id="17" creationId="{9D355BB6-1BB8-4828-B246-CFB31742D7B8}"/>
          </ac:spMkLst>
        </pc:spChg>
        <pc:spChg chg="add">
          <ac:chgData name="Vaught, Jacob" userId="3948bc58-7b81-44a4-9cf0-22ebac0213b4" providerId="ADAL" clId="{09B97CDC-728D-A646-B59A-3B66F423C4D6}" dt="2024-11-09T02:54:59.056" v="115" actId="26606"/>
          <ac:spMkLst>
            <pc:docMk/>
            <pc:sldMk cId="422498591" sldId="276"/>
            <ac:spMk id="19" creationId="{CA52A9B9-B2B3-46F0-9D53-0EFF9905BF8F}"/>
          </ac:spMkLst>
        </pc:spChg>
        <pc:picChg chg="add mod ord">
          <ac:chgData name="Vaught, Jacob" userId="3948bc58-7b81-44a4-9cf0-22ebac0213b4" providerId="ADAL" clId="{09B97CDC-728D-A646-B59A-3B66F423C4D6}" dt="2024-11-09T02:54:59.056" v="115" actId="26606"/>
          <ac:picMkLst>
            <pc:docMk/>
            <pc:sldMk cId="422498591" sldId="276"/>
            <ac:picMk id="7" creationId="{43B4ADF3-C27A-D9F5-79B9-3247B19BFAE8}"/>
          </ac:picMkLst>
        </pc:picChg>
        <pc:picChg chg="add mod modCrop">
          <ac:chgData name="Vaught, Jacob" userId="3948bc58-7b81-44a4-9cf0-22ebac0213b4" providerId="ADAL" clId="{09B97CDC-728D-A646-B59A-3B66F423C4D6}" dt="2024-11-09T02:55:08.509" v="116" actId="18131"/>
          <ac:picMkLst>
            <pc:docMk/>
            <pc:sldMk cId="422498591" sldId="276"/>
            <ac:picMk id="8" creationId="{A8D4BF5F-84BC-1DD9-1F44-9750CCF52B94}"/>
          </ac:picMkLst>
        </pc:picChg>
      </pc:sldChg>
      <pc:sldChg chg="addSp delSp modSp add del mod setBg delDesignElem">
        <pc:chgData name="Vaught, Jacob" userId="3948bc58-7b81-44a4-9cf0-22ebac0213b4" providerId="ADAL" clId="{09B97CDC-728D-A646-B59A-3B66F423C4D6}" dt="2024-11-09T03:41:33.686" v="459" actId="2696"/>
        <pc:sldMkLst>
          <pc:docMk/>
          <pc:sldMk cId="203726945" sldId="277"/>
        </pc:sldMkLst>
        <pc:spChg chg="mod">
          <ac:chgData name="Vaught, Jacob" userId="3948bc58-7b81-44a4-9cf0-22ebac0213b4" providerId="ADAL" clId="{09B97CDC-728D-A646-B59A-3B66F423C4D6}" dt="2024-11-09T03:34:53.524" v="363" actId="26606"/>
          <ac:spMkLst>
            <pc:docMk/>
            <pc:sldMk cId="203726945" sldId="277"/>
            <ac:spMk id="2" creationId="{40AFB892-FE1C-6227-B0CA-D0E75B9A2CDD}"/>
          </ac:spMkLst>
        </pc:spChg>
        <pc:spChg chg="add del mod">
          <ac:chgData name="Vaught, Jacob" userId="3948bc58-7b81-44a4-9cf0-22ebac0213b4" providerId="ADAL" clId="{09B97CDC-728D-A646-B59A-3B66F423C4D6}" dt="2024-11-09T03:38:28.028" v="425"/>
          <ac:spMkLst>
            <pc:docMk/>
            <pc:sldMk cId="203726945" sldId="277"/>
            <ac:spMk id="4" creationId="{60A6396E-5CCB-A570-950B-4031F3084EA5}"/>
          </ac:spMkLst>
        </pc:spChg>
        <pc:spChg chg="del">
          <ac:chgData name="Vaught, Jacob" userId="3948bc58-7b81-44a4-9cf0-22ebac0213b4" providerId="ADAL" clId="{09B97CDC-728D-A646-B59A-3B66F423C4D6}" dt="2024-11-09T03:34:11.116" v="348"/>
          <ac:spMkLst>
            <pc:docMk/>
            <pc:sldMk cId="203726945" sldId="277"/>
            <ac:spMk id="10" creationId="{589B6A89-B3BC-7D5A-CA84-D73065B1966C}"/>
          </ac:spMkLst>
        </pc:spChg>
        <pc:spChg chg="add del">
          <ac:chgData name="Vaught, Jacob" userId="3948bc58-7b81-44a4-9cf0-22ebac0213b4" providerId="ADAL" clId="{09B97CDC-728D-A646-B59A-3B66F423C4D6}" dt="2024-11-09T03:34:53.485" v="362" actId="26606"/>
          <ac:spMkLst>
            <pc:docMk/>
            <pc:sldMk cId="203726945" sldId="277"/>
            <ac:spMk id="20" creationId="{6C4028FD-8BAA-4A19-BFDE-594D991B7552}"/>
          </ac:spMkLst>
        </pc:spChg>
        <pc:spChg chg="add">
          <ac:chgData name="Vaught, Jacob" userId="3948bc58-7b81-44a4-9cf0-22ebac0213b4" providerId="ADAL" clId="{09B97CDC-728D-A646-B59A-3B66F423C4D6}" dt="2024-11-09T03:34:53.524" v="363" actId="26606"/>
          <ac:spMkLst>
            <pc:docMk/>
            <pc:sldMk cId="203726945" sldId="277"/>
            <ac:spMk id="22" creationId="{F68B3F68-107C-434F-AA38-110D5EA91B85}"/>
          </ac:spMkLst>
        </pc:spChg>
        <pc:spChg chg="add">
          <ac:chgData name="Vaught, Jacob" userId="3948bc58-7b81-44a4-9cf0-22ebac0213b4" providerId="ADAL" clId="{09B97CDC-728D-A646-B59A-3B66F423C4D6}" dt="2024-11-09T03:34:53.524" v="363" actId="26606"/>
          <ac:spMkLst>
            <pc:docMk/>
            <pc:sldMk cId="203726945" sldId="277"/>
            <ac:spMk id="23" creationId="{BACC6370-2D7E-4714-9D71-7542949D7D5D}"/>
          </ac:spMkLst>
        </pc:spChg>
        <pc:spChg chg="add">
          <ac:chgData name="Vaught, Jacob" userId="3948bc58-7b81-44a4-9cf0-22ebac0213b4" providerId="ADAL" clId="{09B97CDC-728D-A646-B59A-3B66F423C4D6}" dt="2024-11-09T03:34:53.524" v="363" actId="26606"/>
          <ac:spMkLst>
            <pc:docMk/>
            <pc:sldMk cId="203726945" sldId="277"/>
            <ac:spMk id="24" creationId="{AAD0DBB9-1A4B-4391-81D4-CB19F9AB918A}"/>
          </ac:spMkLst>
        </pc:spChg>
        <pc:spChg chg="add">
          <ac:chgData name="Vaught, Jacob" userId="3948bc58-7b81-44a4-9cf0-22ebac0213b4" providerId="ADAL" clId="{09B97CDC-728D-A646-B59A-3B66F423C4D6}" dt="2024-11-09T03:34:53.524" v="363" actId="26606"/>
          <ac:spMkLst>
            <pc:docMk/>
            <pc:sldMk cId="203726945" sldId="277"/>
            <ac:spMk id="26" creationId="{063BBA22-50EA-4C4D-BE05-F1CE4E63AA56}"/>
          </ac:spMkLst>
        </pc:spChg>
        <pc:graphicFrameChg chg="add mod">
          <ac:chgData name="Vaught, Jacob" userId="3948bc58-7b81-44a4-9cf0-22ebac0213b4" providerId="ADAL" clId="{09B97CDC-728D-A646-B59A-3B66F423C4D6}" dt="2024-11-09T03:38:25.407" v="424"/>
          <ac:graphicFrameMkLst>
            <pc:docMk/>
            <pc:sldMk cId="203726945" sldId="277"/>
            <ac:graphicFrameMk id="5" creationId="{41AA98E9-AFF4-67C3-78CC-6771AA003721}"/>
          </ac:graphicFrameMkLst>
        </pc:graphicFrameChg>
        <pc:graphicFrameChg chg="add mod">
          <ac:chgData name="Vaught, Jacob" userId="3948bc58-7b81-44a4-9cf0-22ebac0213b4" providerId="ADAL" clId="{09B97CDC-728D-A646-B59A-3B66F423C4D6}" dt="2024-11-09T03:38:32.048" v="426" actId="14100"/>
          <ac:graphicFrameMkLst>
            <pc:docMk/>
            <pc:sldMk cId="203726945" sldId="277"/>
            <ac:graphicFrameMk id="7" creationId="{3EFFF075-2623-6B31-078A-F94D70F304C0}"/>
          </ac:graphicFrameMkLst>
        </pc:graphicFrameChg>
        <pc:graphicFrameChg chg="del mod modGraphic">
          <ac:chgData name="Vaught, Jacob" userId="3948bc58-7b81-44a4-9cf0-22ebac0213b4" providerId="ADAL" clId="{09B97CDC-728D-A646-B59A-3B66F423C4D6}" dt="2024-11-09T03:38:24.947" v="423" actId="478"/>
          <ac:graphicFrameMkLst>
            <pc:docMk/>
            <pc:sldMk cId="203726945" sldId="277"/>
            <ac:graphicFrameMk id="15" creationId="{31535451-1BD4-60DA-7020-180FD06E3772}"/>
          </ac:graphicFrameMkLst>
        </pc:graphicFrameChg>
        <pc:picChg chg="del">
          <ac:chgData name="Vaught, Jacob" userId="3948bc58-7b81-44a4-9cf0-22ebac0213b4" providerId="ADAL" clId="{09B97CDC-728D-A646-B59A-3B66F423C4D6}" dt="2024-11-09T03:34:44.301" v="360" actId="478"/>
          <ac:picMkLst>
            <pc:docMk/>
            <pc:sldMk cId="203726945" sldId="277"/>
            <ac:picMk id="6" creationId="{E243B52B-C6B2-BD6F-52A4-9B7281DB941E}"/>
          </ac:picMkLst>
        </pc:picChg>
      </pc:sldChg>
      <pc:sldChg chg="addSp delSp modSp add mod setBg modClrScheme chgLayout modNotesTx">
        <pc:chgData name="Vaught, Jacob" userId="3948bc58-7b81-44a4-9cf0-22ebac0213b4" providerId="ADAL" clId="{09B97CDC-728D-A646-B59A-3B66F423C4D6}" dt="2024-11-09T08:27:30.805" v="3395"/>
        <pc:sldMkLst>
          <pc:docMk/>
          <pc:sldMk cId="702907771" sldId="277"/>
        </pc:sldMkLst>
        <pc:spChg chg="mod ord">
          <ac:chgData name="Vaught, Jacob" userId="3948bc58-7b81-44a4-9cf0-22ebac0213b4" providerId="ADAL" clId="{09B97CDC-728D-A646-B59A-3B66F423C4D6}" dt="2024-11-09T04:46:12.827" v="1425" actId="26606"/>
          <ac:spMkLst>
            <pc:docMk/>
            <pc:sldMk cId="702907771" sldId="277"/>
            <ac:spMk id="2" creationId="{9BB117FC-8E7C-2453-88AD-7E661346152E}"/>
          </ac:spMkLst>
        </pc:spChg>
        <pc:spChg chg="del mod ord">
          <ac:chgData name="Vaught, Jacob" userId="3948bc58-7b81-44a4-9cf0-22ebac0213b4" providerId="ADAL" clId="{09B97CDC-728D-A646-B59A-3B66F423C4D6}" dt="2024-11-09T06:16:16.808" v="1426" actId="26606"/>
          <ac:spMkLst>
            <pc:docMk/>
            <pc:sldMk cId="702907771" sldId="277"/>
            <ac:spMk id="3" creationId="{388B407C-6A5E-F32E-EBE0-251480A6D926}"/>
          </ac:spMkLst>
        </pc:spChg>
        <pc:spChg chg="del mod">
          <ac:chgData name="Vaught, Jacob" userId="3948bc58-7b81-44a4-9cf0-22ebac0213b4" providerId="ADAL" clId="{09B97CDC-728D-A646-B59A-3B66F423C4D6}" dt="2024-11-09T04:45:16.181" v="1404" actId="700"/>
          <ac:spMkLst>
            <pc:docMk/>
            <pc:sldMk cId="702907771" sldId="277"/>
            <ac:spMk id="4" creationId="{CB436C43-70D3-9A67-AF36-F56ED2414100}"/>
          </ac:spMkLst>
        </pc:spChg>
        <pc:spChg chg="add">
          <ac:chgData name="Vaught, Jacob" userId="3948bc58-7b81-44a4-9cf0-22ebac0213b4" providerId="ADAL" clId="{09B97CDC-728D-A646-B59A-3B66F423C4D6}" dt="2024-11-09T04:46:12.827" v="1425" actId="26606"/>
          <ac:spMkLst>
            <pc:docMk/>
            <pc:sldMk cId="702907771" sldId="277"/>
            <ac:spMk id="6" creationId="{2C61293E-6EBE-43EF-A52C-9BEBFD7679D4}"/>
          </ac:spMkLst>
        </pc:spChg>
        <pc:spChg chg="add">
          <ac:chgData name="Vaught, Jacob" userId="3948bc58-7b81-44a4-9cf0-22ebac0213b4" providerId="ADAL" clId="{09B97CDC-728D-A646-B59A-3B66F423C4D6}" dt="2024-11-09T04:46:12.827" v="1425" actId="26606"/>
          <ac:spMkLst>
            <pc:docMk/>
            <pc:sldMk cId="702907771" sldId="277"/>
            <ac:spMk id="8" creationId="{21540236-BFD5-4A9D-8840-4703E7F76825}"/>
          </ac:spMkLst>
        </pc:spChg>
        <pc:spChg chg="add del">
          <ac:chgData name="Vaught, Jacob" userId="3948bc58-7b81-44a4-9cf0-22ebac0213b4" providerId="ADAL" clId="{09B97CDC-728D-A646-B59A-3B66F423C4D6}" dt="2024-11-09T04:45:31.465" v="1407" actId="26606"/>
          <ac:spMkLst>
            <pc:docMk/>
            <pc:sldMk cId="702907771" sldId="277"/>
            <ac:spMk id="9" creationId="{2C61293E-6EBE-43EF-A52C-9BEBFD7679D4}"/>
          </ac:spMkLst>
        </pc:spChg>
        <pc:spChg chg="add del">
          <ac:chgData name="Vaught, Jacob" userId="3948bc58-7b81-44a4-9cf0-22ebac0213b4" providerId="ADAL" clId="{09B97CDC-728D-A646-B59A-3B66F423C4D6}" dt="2024-11-09T04:45:31.465" v="1407" actId="26606"/>
          <ac:spMkLst>
            <pc:docMk/>
            <pc:sldMk cId="702907771" sldId="277"/>
            <ac:spMk id="11" creationId="{21540236-BFD5-4A9D-8840-4703E7F76825}"/>
          </ac:spMkLst>
        </pc:spChg>
        <pc:spChg chg="add mod">
          <ac:chgData name="Vaught, Jacob" userId="3948bc58-7b81-44a4-9cf0-22ebac0213b4" providerId="ADAL" clId="{09B97CDC-728D-A646-B59A-3B66F423C4D6}" dt="2024-11-09T08:27:30.805" v="3395"/>
          <ac:spMkLst>
            <pc:docMk/>
            <pc:sldMk cId="702907771" sldId="277"/>
            <ac:spMk id="12" creationId="{FDC21927-35FE-65B4-7B28-277FFCE63FDF}"/>
          </ac:spMkLst>
        </pc:spChg>
        <pc:graphicFrameChg chg="add">
          <ac:chgData name="Vaught, Jacob" userId="3948bc58-7b81-44a4-9cf0-22ebac0213b4" providerId="ADAL" clId="{09B97CDC-728D-A646-B59A-3B66F423C4D6}" dt="2024-11-09T06:16:16.808" v="1426" actId="26606"/>
          <ac:graphicFrameMkLst>
            <pc:docMk/>
            <pc:sldMk cId="702907771" sldId="277"/>
            <ac:graphicFrameMk id="10" creationId="{19632323-28AD-9669-5AFF-33BE84949F2F}"/>
          </ac:graphicFrameMkLst>
        </pc:graphicFrameChg>
        <pc:picChg chg="add del">
          <ac:chgData name="Vaught, Jacob" userId="3948bc58-7b81-44a4-9cf0-22ebac0213b4" providerId="ADAL" clId="{09B97CDC-728D-A646-B59A-3B66F423C4D6}" dt="2024-11-09T04:45:31.465" v="1407" actId="26606"/>
          <ac:picMkLst>
            <pc:docMk/>
            <pc:sldMk cId="702907771" sldId="277"/>
            <ac:picMk id="5" creationId="{CC847DD3-4CEC-ADCC-3E5A-57B0F183F225}"/>
          </ac:picMkLst>
        </pc:picChg>
        <pc:picChg chg="add mod modCrop">
          <ac:chgData name="Vaught, Jacob" userId="3948bc58-7b81-44a4-9cf0-22ebac0213b4" providerId="ADAL" clId="{09B97CDC-728D-A646-B59A-3B66F423C4D6}" dt="2024-11-09T06:23:16.594" v="1428" actId="18131"/>
          <ac:picMkLst>
            <pc:docMk/>
            <pc:sldMk cId="702907771" sldId="277"/>
            <ac:picMk id="7" creationId="{72EFB449-3CD8-DC67-01DE-9BBBCDD28C10}"/>
          </ac:picMkLst>
        </pc:picChg>
      </pc:sldChg>
      <pc:sldChg chg="addSp delSp modSp add mod setBg modNotesTx">
        <pc:chgData name="Vaught, Jacob" userId="3948bc58-7b81-44a4-9cf0-22ebac0213b4" providerId="ADAL" clId="{09B97CDC-728D-A646-B59A-3B66F423C4D6}" dt="2024-11-09T08:27:30.805" v="3395"/>
        <pc:sldMkLst>
          <pc:docMk/>
          <pc:sldMk cId="561759652" sldId="278"/>
        </pc:sldMkLst>
        <pc:spChg chg="mod">
          <ac:chgData name="Vaught, Jacob" userId="3948bc58-7b81-44a4-9cf0-22ebac0213b4" providerId="ADAL" clId="{09B97CDC-728D-A646-B59A-3B66F423C4D6}" dt="2024-11-09T06:25:11.865" v="1516" actId="26606"/>
          <ac:spMkLst>
            <pc:docMk/>
            <pc:sldMk cId="561759652" sldId="278"/>
            <ac:spMk id="2" creationId="{42DFD6E9-8786-F519-5284-8C02234CC5CC}"/>
          </ac:spMkLst>
        </pc:spChg>
        <pc:spChg chg="add mod">
          <ac:chgData name="Vaught, Jacob" userId="3948bc58-7b81-44a4-9cf0-22ebac0213b4" providerId="ADAL" clId="{09B97CDC-728D-A646-B59A-3B66F423C4D6}" dt="2024-11-09T08:27:30.805" v="3395"/>
          <ac:spMkLst>
            <pc:docMk/>
            <pc:sldMk cId="561759652" sldId="278"/>
            <ac:spMk id="5" creationId="{192D45C3-A7CA-AE99-BBE1-CB1E89E9D559}"/>
          </ac:spMkLst>
        </pc:spChg>
        <pc:spChg chg="add del">
          <ac:chgData name="Vaught, Jacob" userId="3948bc58-7b81-44a4-9cf0-22ebac0213b4" providerId="ADAL" clId="{09B97CDC-728D-A646-B59A-3B66F423C4D6}" dt="2024-11-09T06:25:11.865" v="1516" actId="26606"/>
          <ac:spMkLst>
            <pc:docMk/>
            <pc:sldMk cId="561759652" sldId="278"/>
            <ac:spMk id="9" creationId="{5DCB5928-DC7D-4612-9922-441966E15627}"/>
          </ac:spMkLst>
        </pc:spChg>
        <pc:spChg chg="add del">
          <ac:chgData name="Vaught, Jacob" userId="3948bc58-7b81-44a4-9cf0-22ebac0213b4" providerId="ADAL" clId="{09B97CDC-728D-A646-B59A-3B66F423C4D6}" dt="2024-11-09T06:25:11.865" v="1516" actId="26606"/>
          <ac:spMkLst>
            <pc:docMk/>
            <pc:sldMk cId="561759652" sldId="278"/>
            <ac:spMk id="11" creationId="{682C1161-1736-45EC-99B7-33F3CAE9D517}"/>
          </ac:spMkLst>
        </pc:spChg>
        <pc:spChg chg="add del">
          <ac:chgData name="Vaught, Jacob" userId="3948bc58-7b81-44a4-9cf0-22ebac0213b4" providerId="ADAL" clId="{09B97CDC-728D-A646-B59A-3B66F423C4D6}" dt="2024-11-09T06:25:11.865" v="1516" actId="26606"/>
          <ac:spMkLst>
            <pc:docMk/>
            <pc:sldMk cId="561759652" sldId="278"/>
            <ac:spMk id="13" creationId="{84D4DDB8-B68F-45B0-9F62-C4279996F672}"/>
          </ac:spMkLst>
        </pc:spChg>
        <pc:spChg chg="add del">
          <ac:chgData name="Vaught, Jacob" userId="3948bc58-7b81-44a4-9cf0-22ebac0213b4" providerId="ADAL" clId="{09B97CDC-728D-A646-B59A-3B66F423C4D6}" dt="2024-11-09T06:25:11.865" v="1516" actId="26606"/>
          <ac:spMkLst>
            <pc:docMk/>
            <pc:sldMk cId="561759652" sldId="278"/>
            <ac:spMk id="15" creationId="{AF2F604E-43BE-4DC3-B983-E071523364F8}"/>
          </ac:spMkLst>
        </pc:spChg>
        <pc:spChg chg="add del">
          <ac:chgData name="Vaught, Jacob" userId="3948bc58-7b81-44a4-9cf0-22ebac0213b4" providerId="ADAL" clId="{09B97CDC-728D-A646-B59A-3B66F423C4D6}" dt="2024-11-09T06:25:11.865" v="1516" actId="26606"/>
          <ac:spMkLst>
            <pc:docMk/>
            <pc:sldMk cId="561759652" sldId="278"/>
            <ac:spMk id="17" creationId="{08C9B587-E65E-4B52-B37C-ABEBB6E87928}"/>
          </ac:spMkLst>
        </pc:spChg>
        <pc:spChg chg="add">
          <ac:chgData name="Vaught, Jacob" userId="3948bc58-7b81-44a4-9cf0-22ebac0213b4" providerId="ADAL" clId="{09B97CDC-728D-A646-B59A-3B66F423C4D6}" dt="2024-11-09T06:25:11.865" v="1516" actId="26606"/>
          <ac:spMkLst>
            <pc:docMk/>
            <pc:sldMk cId="561759652" sldId="278"/>
            <ac:spMk id="22" creationId="{A8384FB5-9ADC-4DDC-881B-597D56F5B15D}"/>
          </ac:spMkLst>
        </pc:spChg>
        <pc:spChg chg="add">
          <ac:chgData name="Vaught, Jacob" userId="3948bc58-7b81-44a4-9cf0-22ebac0213b4" providerId="ADAL" clId="{09B97CDC-728D-A646-B59A-3B66F423C4D6}" dt="2024-11-09T06:25:11.865" v="1516" actId="26606"/>
          <ac:spMkLst>
            <pc:docMk/>
            <pc:sldMk cId="561759652" sldId="278"/>
            <ac:spMk id="24" creationId="{91E5A9A7-95C6-4F4F-B00E-C82E07FE62EF}"/>
          </ac:spMkLst>
        </pc:spChg>
        <pc:spChg chg="add">
          <ac:chgData name="Vaught, Jacob" userId="3948bc58-7b81-44a4-9cf0-22ebac0213b4" providerId="ADAL" clId="{09B97CDC-728D-A646-B59A-3B66F423C4D6}" dt="2024-11-09T06:25:11.865" v="1516" actId="26606"/>
          <ac:spMkLst>
            <pc:docMk/>
            <pc:sldMk cId="561759652" sldId="278"/>
            <ac:spMk id="26" creationId="{D07DD2DE-F619-49DD-B5E7-03A290FF4ED1}"/>
          </ac:spMkLst>
        </pc:spChg>
        <pc:spChg chg="add">
          <ac:chgData name="Vaught, Jacob" userId="3948bc58-7b81-44a4-9cf0-22ebac0213b4" providerId="ADAL" clId="{09B97CDC-728D-A646-B59A-3B66F423C4D6}" dt="2024-11-09T06:25:11.865" v="1516" actId="26606"/>
          <ac:spMkLst>
            <pc:docMk/>
            <pc:sldMk cId="561759652" sldId="278"/>
            <ac:spMk id="28" creationId="{85149191-5F60-4A28-AAFF-039F96B0F3EC}"/>
          </ac:spMkLst>
        </pc:spChg>
        <pc:spChg chg="add">
          <ac:chgData name="Vaught, Jacob" userId="3948bc58-7b81-44a4-9cf0-22ebac0213b4" providerId="ADAL" clId="{09B97CDC-728D-A646-B59A-3B66F423C4D6}" dt="2024-11-09T06:25:11.865" v="1516" actId="26606"/>
          <ac:spMkLst>
            <pc:docMk/>
            <pc:sldMk cId="561759652" sldId="278"/>
            <ac:spMk id="30" creationId="{F8260ED5-17F7-4158-B241-D51DD4CF1B7E}"/>
          </ac:spMkLst>
        </pc:spChg>
        <pc:picChg chg="add mod">
          <ac:chgData name="Vaught, Jacob" userId="3948bc58-7b81-44a4-9cf0-22ebac0213b4" providerId="ADAL" clId="{09B97CDC-728D-A646-B59A-3B66F423C4D6}" dt="2024-11-09T06:25:11.865" v="1516" actId="26606"/>
          <ac:picMkLst>
            <pc:docMk/>
            <pc:sldMk cId="561759652" sldId="278"/>
            <ac:picMk id="4" creationId="{02A9C32C-6F97-2978-6D5C-B1305572B725}"/>
          </ac:picMkLst>
        </pc:picChg>
      </pc:sldChg>
      <pc:sldChg chg="addSp delSp modSp add mod ord setBg delDesignElem modNotesTx">
        <pc:chgData name="Vaught, Jacob" userId="3948bc58-7b81-44a4-9cf0-22ebac0213b4" providerId="ADAL" clId="{09B97CDC-728D-A646-B59A-3B66F423C4D6}" dt="2024-11-09T08:27:30.805" v="3395"/>
        <pc:sldMkLst>
          <pc:docMk/>
          <pc:sldMk cId="2913819454" sldId="279"/>
        </pc:sldMkLst>
        <pc:spChg chg="mod ord">
          <ac:chgData name="Vaught, Jacob" userId="3948bc58-7b81-44a4-9cf0-22ebac0213b4" providerId="ADAL" clId="{09B97CDC-728D-A646-B59A-3B66F423C4D6}" dt="2024-11-09T06:29:25.915" v="1612" actId="26606"/>
          <ac:spMkLst>
            <pc:docMk/>
            <pc:sldMk cId="2913819454" sldId="279"/>
            <ac:spMk id="2" creationId="{ACD9F378-C91C-D3AD-3B9B-4F85FB53DF9D}"/>
          </ac:spMkLst>
        </pc:spChg>
        <pc:spChg chg="mod">
          <ac:chgData name="Vaught, Jacob" userId="3948bc58-7b81-44a4-9cf0-22ebac0213b4" providerId="ADAL" clId="{09B97CDC-728D-A646-B59A-3B66F423C4D6}" dt="2024-11-09T06:29:30.265" v="1613" actId="113"/>
          <ac:spMkLst>
            <pc:docMk/>
            <pc:sldMk cId="2913819454" sldId="279"/>
            <ac:spMk id="3" creationId="{1F029E6B-EE94-8BA2-12D9-4EF6184111E9}"/>
          </ac:spMkLst>
        </pc:spChg>
        <pc:spChg chg="add mod">
          <ac:chgData name="Vaught, Jacob" userId="3948bc58-7b81-44a4-9cf0-22ebac0213b4" providerId="ADAL" clId="{09B97CDC-728D-A646-B59A-3B66F423C4D6}" dt="2024-11-09T08:27:30.805" v="3395"/>
          <ac:spMkLst>
            <pc:docMk/>
            <pc:sldMk cId="2913819454" sldId="279"/>
            <ac:spMk id="4" creationId="{505DA4BA-81DE-914F-31C4-5CF3D7C84499}"/>
          </ac:spMkLst>
        </pc:spChg>
        <pc:spChg chg="add">
          <ac:chgData name="Vaught, Jacob" userId="3948bc58-7b81-44a4-9cf0-22ebac0213b4" providerId="ADAL" clId="{09B97CDC-728D-A646-B59A-3B66F423C4D6}" dt="2024-11-09T06:29:25.915" v="1612" actId="26606"/>
          <ac:spMkLst>
            <pc:docMk/>
            <pc:sldMk cId="2913819454" sldId="279"/>
            <ac:spMk id="10" creationId="{04812C46-200A-4DEB-A05E-3ED6C68C2387}"/>
          </ac:spMkLst>
        </pc:spChg>
        <pc:spChg chg="add">
          <ac:chgData name="Vaught, Jacob" userId="3948bc58-7b81-44a4-9cf0-22ebac0213b4" providerId="ADAL" clId="{09B97CDC-728D-A646-B59A-3B66F423C4D6}" dt="2024-11-09T06:29:25.915" v="1612" actId="26606"/>
          <ac:spMkLst>
            <pc:docMk/>
            <pc:sldMk cId="2913819454" sldId="279"/>
            <ac:spMk id="12" creationId="{D1EA859B-E555-4109-94F3-6700E046E008}"/>
          </ac:spMkLst>
        </pc:spChg>
        <pc:picChg chg="mod">
          <ac:chgData name="Vaught, Jacob" userId="3948bc58-7b81-44a4-9cf0-22ebac0213b4" providerId="ADAL" clId="{09B97CDC-728D-A646-B59A-3B66F423C4D6}" dt="2024-11-09T06:30:32.009" v="1614" actId="14826"/>
          <ac:picMkLst>
            <pc:docMk/>
            <pc:sldMk cId="2913819454" sldId="279"/>
            <ac:picMk id="5" creationId="{50C1A134-A9E8-1AF3-053C-D2641F54FC59}"/>
          </ac:picMkLst>
        </pc:picChg>
        <pc:cxnChg chg="del">
          <ac:chgData name="Vaught, Jacob" userId="3948bc58-7b81-44a4-9cf0-22ebac0213b4" providerId="ADAL" clId="{09B97CDC-728D-A646-B59A-3B66F423C4D6}" dt="2024-11-09T06:26:11.261" v="1542"/>
          <ac:cxnSpMkLst>
            <pc:docMk/>
            <pc:sldMk cId="2913819454" sldId="279"/>
            <ac:cxnSpMk id="9" creationId="{A5F0FCDA-5DE7-1C52-CA9D-5FE6E7669547}"/>
          </ac:cxnSpMkLst>
        </pc:cxnChg>
      </pc:sldChg>
      <pc:sldChg chg="add del">
        <pc:chgData name="Vaught, Jacob" userId="3948bc58-7b81-44a4-9cf0-22ebac0213b4" providerId="ADAL" clId="{09B97CDC-728D-A646-B59A-3B66F423C4D6}" dt="2024-11-09T06:45:06.106" v="1978" actId="2696"/>
        <pc:sldMkLst>
          <pc:docMk/>
          <pc:sldMk cId="2157715306" sldId="280"/>
        </pc:sldMkLst>
      </pc:sldChg>
      <pc:sldChg chg="addSp delSp modSp add del mod">
        <pc:chgData name="Vaught, Jacob" userId="3948bc58-7b81-44a4-9cf0-22ebac0213b4" providerId="ADAL" clId="{09B97CDC-728D-A646-B59A-3B66F423C4D6}" dt="2024-11-09T07:51:54.993" v="2671" actId="2696"/>
        <pc:sldMkLst>
          <pc:docMk/>
          <pc:sldMk cId="2443257267" sldId="281"/>
        </pc:sldMkLst>
        <pc:spChg chg="mod">
          <ac:chgData name="Vaught, Jacob" userId="3948bc58-7b81-44a4-9cf0-22ebac0213b4" providerId="ADAL" clId="{09B97CDC-728D-A646-B59A-3B66F423C4D6}" dt="2024-11-09T06:44:57.438" v="1975" actId="20577"/>
          <ac:spMkLst>
            <pc:docMk/>
            <pc:sldMk cId="2443257267" sldId="281"/>
            <ac:spMk id="2" creationId="{778F31D0-4A48-609C-B52D-DF97820DA9B4}"/>
          </ac:spMkLst>
        </pc:spChg>
        <pc:spChg chg="del">
          <ac:chgData name="Vaught, Jacob" userId="3948bc58-7b81-44a4-9cf0-22ebac0213b4" providerId="ADAL" clId="{09B97CDC-728D-A646-B59A-3B66F423C4D6}" dt="2024-11-09T06:45:03.230" v="1976" actId="931"/>
          <ac:spMkLst>
            <pc:docMk/>
            <pc:sldMk cId="2443257267" sldId="281"/>
            <ac:spMk id="3" creationId="{5FCA253A-7FC5-A951-F469-B4C24D240CC4}"/>
          </ac:spMkLst>
        </pc:spChg>
        <pc:picChg chg="add mod">
          <ac:chgData name="Vaught, Jacob" userId="3948bc58-7b81-44a4-9cf0-22ebac0213b4" providerId="ADAL" clId="{09B97CDC-728D-A646-B59A-3B66F423C4D6}" dt="2024-11-09T06:45:04.437" v="1977" actId="27614"/>
          <ac:picMkLst>
            <pc:docMk/>
            <pc:sldMk cId="2443257267" sldId="281"/>
            <ac:picMk id="5" creationId="{61758BC9-48F5-1DC5-1839-E02278357F52}"/>
          </ac:picMkLst>
        </pc:picChg>
      </pc:sldChg>
      <pc:sldChg chg="addSp delSp modSp add mod">
        <pc:chgData name="Vaught, Jacob" userId="3948bc58-7b81-44a4-9cf0-22ebac0213b4" providerId="ADAL" clId="{09B97CDC-728D-A646-B59A-3B66F423C4D6}" dt="2024-11-09T08:27:30.805" v="3395"/>
        <pc:sldMkLst>
          <pc:docMk/>
          <pc:sldMk cId="3085768103" sldId="282"/>
        </pc:sldMkLst>
        <pc:spChg chg="mod">
          <ac:chgData name="Vaught, Jacob" userId="3948bc58-7b81-44a4-9cf0-22ebac0213b4" providerId="ADAL" clId="{09B97CDC-728D-A646-B59A-3B66F423C4D6}" dt="2024-11-09T07:48:57.693" v="2637" actId="20577"/>
          <ac:spMkLst>
            <pc:docMk/>
            <pc:sldMk cId="3085768103" sldId="282"/>
            <ac:spMk id="2" creationId="{55C387AB-2FF7-E49C-6713-A862ABF1FAFC}"/>
          </ac:spMkLst>
        </pc:spChg>
        <pc:spChg chg="add mod">
          <ac:chgData name="Vaught, Jacob" userId="3948bc58-7b81-44a4-9cf0-22ebac0213b4" providerId="ADAL" clId="{09B97CDC-728D-A646-B59A-3B66F423C4D6}" dt="2024-11-09T08:27:30.805" v="3395"/>
          <ac:spMkLst>
            <pc:docMk/>
            <pc:sldMk cId="3085768103" sldId="282"/>
            <ac:spMk id="6" creationId="{83DE28D0-144B-41B0-9C58-46216DD43C2A}"/>
          </ac:spMkLst>
        </pc:spChg>
        <pc:spChg chg="mod">
          <ac:chgData name="Vaught, Jacob" userId="3948bc58-7b81-44a4-9cf0-22ebac0213b4" providerId="ADAL" clId="{09B97CDC-728D-A646-B59A-3B66F423C4D6}" dt="2024-11-09T07:49:09.246" v="2640" actId="20577"/>
          <ac:spMkLst>
            <pc:docMk/>
            <pc:sldMk cId="3085768103" sldId="282"/>
            <ac:spMk id="9" creationId="{12982DE6-ECCB-A26E-E3F1-BA5C7B99CCBD}"/>
          </ac:spMkLst>
        </pc:spChg>
        <pc:picChg chg="add mod">
          <ac:chgData name="Vaught, Jacob" userId="3948bc58-7b81-44a4-9cf0-22ebac0213b4" providerId="ADAL" clId="{09B97CDC-728D-A646-B59A-3B66F423C4D6}" dt="2024-11-09T07:48:17.619" v="2627"/>
          <ac:picMkLst>
            <pc:docMk/>
            <pc:sldMk cId="3085768103" sldId="282"/>
            <ac:picMk id="3" creationId="{BC409F20-AFF8-9DE6-4FC0-9CBCA2F90C58}"/>
          </ac:picMkLst>
        </pc:picChg>
        <pc:picChg chg="add mod">
          <ac:chgData name="Vaught, Jacob" userId="3948bc58-7b81-44a4-9cf0-22ebac0213b4" providerId="ADAL" clId="{09B97CDC-728D-A646-B59A-3B66F423C4D6}" dt="2024-11-09T07:48:46.102" v="2636" actId="1076"/>
          <ac:picMkLst>
            <pc:docMk/>
            <pc:sldMk cId="3085768103" sldId="282"/>
            <ac:picMk id="4" creationId="{CE731413-B8BF-A19E-36FB-87ADB7BA6CB0}"/>
          </ac:picMkLst>
        </pc:picChg>
        <pc:picChg chg="add del mod">
          <ac:chgData name="Vaught, Jacob" userId="3948bc58-7b81-44a4-9cf0-22ebac0213b4" providerId="ADAL" clId="{09B97CDC-728D-A646-B59A-3B66F423C4D6}" dt="2024-11-09T07:48:34.092" v="2632" actId="478"/>
          <ac:picMkLst>
            <pc:docMk/>
            <pc:sldMk cId="3085768103" sldId="282"/>
            <ac:picMk id="5" creationId="{04E371E5-A6A8-6D11-DC93-8986A148B489}"/>
          </ac:picMkLst>
        </pc:picChg>
      </pc:sldChg>
      <pc:sldChg chg="addSp delSp modSp add mod">
        <pc:chgData name="Vaught, Jacob" userId="3948bc58-7b81-44a4-9cf0-22ebac0213b4" providerId="ADAL" clId="{09B97CDC-728D-A646-B59A-3B66F423C4D6}" dt="2024-11-09T08:27:30.805" v="3395"/>
        <pc:sldMkLst>
          <pc:docMk/>
          <pc:sldMk cId="1604190799" sldId="283"/>
        </pc:sldMkLst>
        <pc:spChg chg="mod">
          <ac:chgData name="Vaught, Jacob" userId="3948bc58-7b81-44a4-9cf0-22ebac0213b4" providerId="ADAL" clId="{09B97CDC-728D-A646-B59A-3B66F423C4D6}" dt="2024-11-09T07:50:06.274" v="2653" actId="166"/>
          <ac:spMkLst>
            <pc:docMk/>
            <pc:sldMk cId="1604190799" sldId="283"/>
            <ac:spMk id="2" creationId="{29AC6746-B0C6-CE4A-A586-F68DAE91D577}"/>
          </ac:spMkLst>
        </pc:spChg>
        <pc:spChg chg="add mod">
          <ac:chgData name="Vaught, Jacob" userId="3948bc58-7b81-44a4-9cf0-22ebac0213b4" providerId="ADAL" clId="{09B97CDC-728D-A646-B59A-3B66F423C4D6}" dt="2024-11-09T08:27:30.805" v="3395"/>
          <ac:spMkLst>
            <pc:docMk/>
            <pc:sldMk cId="1604190799" sldId="283"/>
            <ac:spMk id="5" creationId="{5BD66ADC-9BED-68ED-E122-47D18C7706EE}"/>
          </ac:spMkLst>
        </pc:spChg>
        <pc:spChg chg="mod">
          <ac:chgData name="Vaught, Jacob" userId="3948bc58-7b81-44a4-9cf0-22ebac0213b4" providerId="ADAL" clId="{09B97CDC-728D-A646-B59A-3B66F423C4D6}" dt="2024-11-09T07:49:46.046" v="2649"/>
          <ac:spMkLst>
            <pc:docMk/>
            <pc:sldMk cId="1604190799" sldId="283"/>
            <ac:spMk id="9" creationId="{80A240A1-33CD-EEFA-461E-ECD88D736B55}"/>
          </ac:spMkLst>
        </pc:spChg>
        <pc:picChg chg="add mod">
          <ac:chgData name="Vaught, Jacob" userId="3948bc58-7b81-44a4-9cf0-22ebac0213b4" providerId="ADAL" clId="{09B97CDC-728D-A646-B59A-3B66F423C4D6}" dt="2024-11-09T07:50:00.708" v="2652" actId="167"/>
          <ac:picMkLst>
            <pc:docMk/>
            <pc:sldMk cId="1604190799" sldId="283"/>
            <ac:picMk id="3" creationId="{F22DAA52-2B8F-A61E-248D-0785685B46ED}"/>
          </ac:picMkLst>
        </pc:picChg>
        <pc:picChg chg="del">
          <ac:chgData name="Vaught, Jacob" userId="3948bc58-7b81-44a4-9cf0-22ebac0213b4" providerId="ADAL" clId="{09B97CDC-728D-A646-B59A-3B66F423C4D6}" dt="2024-11-09T07:49:25.306" v="2644" actId="478"/>
          <ac:picMkLst>
            <pc:docMk/>
            <pc:sldMk cId="1604190799" sldId="283"/>
            <ac:picMk id="4" creationId="{0526EC71-D407-53CC-7FBA-5BA179220AE9}"/>
          </ac:picMkLst>
        </pc:picChg>
      </pc:sldChg>
      <pc:sldChg chg="addSp delSp modSp add mod">
        <pc:chgData name="Vaught, Jacob" userId="3948bc58-7b81-44a4-9cf0-22ebac0213b4" providerId="ADAL" clId="{09B97CDC-728D-A646-B59A-3B66F423C4D6}" dt="2024-11-09T08:27:30.805" v="3395"/>
        <pc:sldMkLst>
          <pc:docMk/>
          <pc:sldMk cId="3072047135" sldId="284"/>
        </pc:sldMkLst>
        <pc:spChg chg="mod">
          <ac:chgData name="Vaught, Jacob" userId="3948bc58-7b81-44a4-9cf0-22ebac0213b4" providerId="ADAL" clId="{09B97CDC-728D-A646-B59A-3B66F423C4D6}" dt="2024-11-09T07:51:15.266" v="2664" actId="27636"/>
          <ac:spMkLst>
            <pc:docMk/>
            <pc:sldMk cId="3072047135" sldId="284"/>
            <ac:spMk id="2" creationId="{151114F6-351C-3026-4000-A9DA8E2669FC}"/>
          </ac:spMkLst>
        </pc:spChg>
        <pc:spChg chg="add mod">
          <ac:chgData name="Vaught, Jacob" userId="3948bc58-7b81-44a4-9cf0-22ebac0213b4" providerId="ADAL" clId="{09B97CDC-728D-A646-B59A-3B66F423C4D6}" dt="2024-11-09T08:27:30.805" v="3395"/>
          <ac:spMkLst>
            <pc:docMk/>
            <pc:sldMk cId="3072047135" sldId="284"/>
            <ac:spMk id="5" creationId="{053CBFFB-BF13-5A13-3B27-FE080F04D1FF}"/>
          </ac:spMkLst>
        </pc:spChg>
        <pc:spChg chg="mod">
          <ac:chgData name="Vaught, Jacob" userId="3948bc58-7b81-44a4-9cf0-22ebac0213b4" providerId="ADAL" clId="{09B97CDC-728D-A646-B59A-3B66F423C4D6}" dt="2024-11-09T07:50:26.887" v="2655"/>
          <ac:spMkLst>
            <pc:docMk/>
            <pc:sldMk cId="3072047135" sldId="284"/>
            <ac:spMk id="9" creationId="{91528C04-BFB6-530C-DFE5-D1F234076BBE}"/>
          </ac:spMkLst>
        </pc:spChg>
        <pc:picChg chg="add mod">
          <ac:chgData name="Vaught, Jacob" userId="3948bc58-7b81-44a4-9cf0-22ebac0213b4" providerId="ADAL" clId="{09B97CDC-728D-A646-B59A-3B66F423C4D6}" dt="2024-11-09T07:50:46.444" v="2662" actId="1076"/>
          <ac:picMkLst>
            <pc:docMk/>
            <pc:sldMk cId="3072047135" sldId="284"/>
            <ac:picMk id="3" creationId="{51079453-A804-FF98-019A-A193C3825FFB}"/>
          </ac:picMkLst>
        </pc:picChg>
        <pc:picChg chg="del">
          <ac:chgData name="Vaught, Jacob" userId="3948bc58-7b81-44a4-9cf0-22ebac0213b4" providerId="ADAL" clId="{09B97CDC-728D-A646-B59A-3B66F423C4D6}" dt="2024-11-09T07:50:34.077" v="2656" actId="478"/>
          <ac:picMkLst>
            <pc:docMk/>
            <pc:sldMk cId="3072047135" sldId="284"/>
            <ac:picMk id="4" creationId="{FF438AA4-3EAC-6A75-4001-CB2C1CB94EFC}"/>
          </ac:picMkLst>
        </pc:picChg>
      </pc:sldChg>
      <pc:sldChg chg="addSp modSp add mod">
        <pc:chgData name="Vaught, Jacob" userId="3948bc58-7b81-44a4-9cf0-22ebac0213b4" providerId="ADAL" clId="{09B97CDC-728D-A646-B59A-3B66F423C4D6}" dt="2024-11-09T08:27:30.805" v="3395"/>
        <pc:sldMkLst>
          <pc:docMk/>
          <pc:sldMk cId="3279469469" sldId="285"/>
        </pc:sldMkLst>
        <pc:spChg chg="mod">
          <ac:chgData name="Vaught, Jacob" userId="3948bc58-7b81-44a4-9cf0-22ebac0213b4" providerId="ADAL" clId="{09B97CDC-728D-A646-B59A-3B66F423C4D6}" dt="2024-11-09T07:51:39.748" v="2670" actId="404"/>
          <ac:spMkLst>
            <pc:docMk/>
            <pc:sldMk cId="3279469469" sldId="285"/>
            <ac:spMk id="2" creationId="{7EA0A663-8701-5116-FEDE-ADE77B6BB5D1}"/>
          </ac:spMkLst>
        </pc:spChg>
        <pc:spChg chg="add mod">
          <ac:chgData name="Vaught, Jacob" userId="3948bc58-7b81-44a4-9cf0-22ebac0213b4" providerId="ADAL" clId="{09B97CDC-728D-A646-B59A-3B66F423C4D6}" dt="2024-11-09T08:27:30.805" v="3395"/>
          <ac:spMkLst>
            <pc:docMk/>
            <pc:sldMk cId="3279469469" sldId="285"/>
            <ac:spMk id="4" creationId="{1595DBB8-430D-518A-EAA9-CFA8EB835EBE}"/>
          </ac:spMkLst>
        </pc:spChg>
        <pc:spChg chg="mod">
          <ac:chgData name="Vaught, Jacob" userId="3948bc58-7b81-44a4-9cf0-22ebac0213b4" providerId="ADAL" clId="{09B97CDC-728D-A646-B59A-3B66F423C4D6}" dt="2024-11-09T07:52:46.151" v="2735" actId="20577"/>
          <ac:spMkLst>
            <pc:docMk/>
            <pc:sldMk cId="3279469469" sldId="285"/>
            <ac:spMk id="9" creationId="{C6115B84-0628-A897-CBC2-D5B6BAD3871D}"/>
          </ac:spMkLst>
        </pc:spChg>
        <pc:picChg chg="mod">
          <ac:chgData name="Vaught, Jacob" userId="3948bc58-7b81-44a4-9cf0-22ebac0213b4" providerId="ADAL" clId="{09B97CDC-728D-A646-B59A-3B66F423C4D6}" dt="2024-11-09T07:51:28.041" v="2667" actId="14826"/>
          <ac:picMkLst>
            <pc:docMk/>
            <pc:sldMk cId="3279469469" sldId="285"/>
            <ac:picMk id="3" creationId="{92246AA4-20C5-F29B-3447-0E24DC97C966}"/>
          </ac:picMkLst>
        </pc:picChg>
      </pc:sldChg>
      <pc:sldChg chg="addSp delSp modSp new mod setBg">
        <pc:chgData name="Vaught, Jacob" userId="3948bc58-7b81-44a4-9cf0-22ebac0213b4" providerId="ADAL" clId="{09B97CDC-728D-A646-B59A-3B66F423C4D6}" dt="2024-11-09T08:27:30.805" v="3395"/>
        <pc:sldMkLst>
          <pc:docMk/>
          <pc:sldMk cId="207124053" sldId="286"/>
        </pc:sldMkLst>
        <pc:spChg chg="mod">
          <ac:chgData name="Vaught, Jacob" userId="3948bc58-7b81-44a4-9cf0-22ebac0213b4" providerId="ADAL" clId="{09B97CDC-728D-A646-B59A-3B66F423C4D6}" dt="2024-11-09T08:24:19.779" v="3345" actId="2711"/>
          <ac:spMkLst>
            <pc:docMk/>
            <pc:sldMk cId="207124053" sldId="286"/>
            <ac:spMk id="2" creationId="{A54E9C4F-331B-CB92-BE5F-A137AB678E51}"/>
          </ac:spMkLst>
        </pc:spChg>
        <pc:spChg chg="del mod">
          <ac:chgData name="Vaught, Jacob" userId="3948bc58-7b81-44a4-9cf0-22ebac0213b4" providerId="ADAL" clId="{09B97CDC-728D-A646-B59A-3B66F423C4D6}" dt="2024-11-09T08:23:16.777" v="3334" actId="26606"/>
          <ac:spMkLst>
            <pc:docMk/>
            <pc:sldMk cId="207124053" sldId="286"/>
            <ac:spMk id="3" creationId="{84A901DE-6DCC-34EF-34D3-ADB93B189C68}"/>
          </ac:spMkLst>
        </pc:spChg>
        <pc:spChg chg="add mod">
          <ac:chgData name="Vaught, Jacob" userId="3948bc58-7b81-44a4-9cf0-22ebac0213b4" providerId="ADAL" clId="{09B97CDC-728D-A646-B59A-3B66F423C4D6}" dt="2024-11-09T08:27:30.805" v="3395"/>
          <ac:spMkLst>
            <pc:docMk/>
            <pc:sldMk cId="207124053" sldId="286"/>
            <ac:spMk id="4" creationId="{32C88E44-EAC5-D103-7DBA-A9213F020DE3}"/>
          </ac:spMkLst>
        </pc:spChg>
        <pc:spChg chg="add mod">
          <ac:chgData name="Vaught, Jacob" userId="3948bc58-7b81-44a4-9cf0-22ebac0213b4" providerId="ADAL" clId="{09B97CDC-728D-A646-B59A-3B66F423C4D6}" dt="2024-11-09T08:24:19.779" v="3345" actId="2711"/>
          <ac:spMkLst>
            <pc:docMk/>
            <pc:sldMk cId="207124053" sldId="286"/>
            <ac:spMk id="10" creationId="{E51BA4DF-2BD4-4EC2-B1DB-B27C8AC71864}"/>
          </ac:spMkLst>
        </pc:spChg>
        <pc:graphicFrameChg chg="add mod">
          <ac:chgData name="Vaught, Jacob" userId="3948bc58-7b81-44a4-9cf0-22ebac0213b4" providerId="ADAL" clId="{09B97CDC-728D-A646-B59A-3B66F423C4D6}" dt="2024-11-09T08:24:19.779" v="3345" actId="2711"/>
          <ac:graphicFrameMkLst>
            <pc:docMk/>
            <pc:sldMk cId="207124053" sldId="286"/>
            <ac:graphicFrameMk id="5" creationId="{0E9A27D8-8412-31F3-C0A0-F3D4BE04C06D}"/>
          </ac:graphicFrameMkLst>
        </pc:graphicFrameChg>
        <pc:picChg chg="add mod">
          <ac:chgData name="Vaught, Jacob" userId="3948bc58-7b81-44a4-9cf0-22ebac0213b4" providerId="ADAL" clId="{09B97CDC-728D-A646-B59A-3B66F423C4D6}" dt="2024-11-09T08:24:19.779" v="3345" actId="2711"/>
          <ac:picMkLst>
            <pc:docMk/>
            <pc:sldMk cId="207124053" sldId="286"/>
            <ac:picMk id="6" creationId="{E178116A-EF44-48D7-9153-207456EA5615}"/>
          </ac:picMkLst>
        </pc:picChg>
      </pc:sldChg>
    </pc:docChg>
  </pc:docChgLst>
</pc:chgInfo>
</file>

<file path=ppt/diagrams/_rels/data3.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_rels/data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4" Type="http://schemas.openxmlformats.org/officeDocument/2006/relationships/image" Target="../media/image22.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_rels/drawing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E79279-7E9A-41C1-A9FF-A7A0D358143A}" type="doc">
      <dgm:prSet loTypeId="urn:microsoft.com/office/officeart/2005/8/layout/vList5" loCatId="list" qsTypeId="urn:microsoft.com/office/officeart/2005/8/quickstyle/simple1" qsCatId="simple" csTypeId="urn:microsoft.com/office/officeart/2005/8/colors/accent3_2" csCatId="accent3"/>
      <dgm:spPr/>
      <dgm:t>
        <a:bodyPr/>
        <a:lstStyle/>
        <a:p>
          <a:endParaRPr lang="en-US"/>
        </a:p>
      </dgm:t>
    </dgm:pt>
    <dgm:pt modelId="{83421401-B81F-4EDE-B212-7358259BF763}">
      <dgm:prSet/>
      <dgm:spPr/>
      <dgm:t>
        <a:bodyPr/>
        <a:lstStyle/>
        <a:p>
          <a:r>
            <a:rPr lang="en-US" b="1"/>
            <a:t>Industry Relevance:</a:t>
          </a:r>
          <a:endParaRPr lang="en-US"/>
        </a:p>
      </dgm:t>
    </dgm:pt>
    <dgm:pt modelId="{A5117492-5D29-4D46-90A3-3677D9CC68B2}" type="parTrans" cxnId="{64C78C5B-CC21-4E5C-900A-10CD05C4D7C5}">
      <dgm:prSet/>
      <dgm:spPr/>
      <dgm:t>
        <a:bodyPr/>
        <a:lstStyle/>
        <a:p>
          <a:endParaRPr lang="en-US"/>
        </a:p>
      </dgm:t>
    </dgm:pt>
    <dgm:pt modelId="{ABDAA3AC-AE9A-43BA-8E09-4206EA078C1F}" type="sibTrans" cxnId="{64C78C5B-CC21-4E5C-900A-10CD05C4D7C5}">
      <dgm:prSet/>
      <dgm:spPr/>
      <dgm:t>
        <a:bodyPr/>
        <a:lstStyle/>
        <a:p>
          <a:endParaRPr lang="en-US"/>
        </a:p>
      </dgm:t>
    </dgm:pt>
    <dgm:pt modelId="{9479168D-0275-4CD1-836E-0170D7912430}">
      <dgm:prSet/>
      <dgm:spPr/>
      <dgm:t>
        <a:bodyPr/>
        <a:lstStyle/>
        <a:p>
          <a:r>
            <a:rPr lang="en-US"/>
            <a:t>Aligns with sustainable urban agriculture practices.</a:t>
          </a:r>
        </a:p>
      </dgm:t>
    </dgm:pt>
    <dgm:pt modelId="{9EE30615-DEB5-4A03-9DC0-17D4CD91988B}" type="parTrans" cxnId="{5C8224E0-A1D1-4151-967A-916C22D5B819}">
      <dgm:prSet/>
      <dgm:spPr/>
      <dgm:t>
        <a:bodyPr/>
        <a:lstStyle/>
        <a:p>
          <a:endParaRPr lang="en-US"/>
        </a:p>
      </dgm:t>
    </dgm:pt>
    <dgm:pt modelId="{75EA31E3-5A98-4CE8-A5A3-50BF7EB629EA}" type="sibTrans" cxnId="{5C8224E0-A1D1-4151-967A-916C22D5B819}">
      <dgm:prSet/>
      <dgm:spPr/>
      <dgm:t>
        <a:bodyPr/>
        <a:lstStyle/>
        <a:p>
          <a:endParaRPr lang="en-US"/>
        </a:p>
      </dgm:t>
    </dgm:pt>
    <dgm:pt modelId="{9A536165-F052-4FB0-BA38-531734EADE17}">
      <dgm:prSet/>
      <dgm:spPr/>
      <dgm:t>
        <a:bodyPr/>
        <a:lstStyle/>
        <a:p>
          <a:r>
            <a:rPr lang="en-US" b="1"/>
            <a:t>Connection to Challenges:</a:t>
          </a:r>
          <a:endParaRPr lang="en-US"/>
        </a:p>
      </dgm:t>
    </dgm:pt>
    <dgm:pt modelId="{4B094F6E-9766-4CE4-B72F-8E5326556811}" type="parTrans" cxnId="{D8B75F40-1DE5-41B7-BF5B-0851C4A06B64}">
      <dgm:prSet/>
      <dgm:spPr/>
      <dgm:t>
        <a:bodyPr/>
        <a:lstStyle/>
        <a:p>
          <a:endParaRPr lang="en-US"/>
        </a:p>
      </dgm:t>
    </dgm:pt>
    <dgm:pt modelId="{4CA55F35-5DC7-4DE0-B2E2-29285C775388}" type="sibTrans" cxnId="{D8B75F40-1DE5-41B7-BF5B-0851C4A06B64}">
      <dgm:prSet/>
      <dgm:spPr/>
      <dgm:t>
        <a:bodyPr/>
        <a:lstStyle/>
        <a:p>
          <a:endParaRPr lang="en-US"/>
        </a:p>
      </dgm:t>
    </dgm:pt>
    <dgm:pt modelId="{1A1C14CD-E439-42DB-906C-1CAF5FD70907}">
      <dgm:prSet/>
      <dgm:spPr/>
      <dgm:t>
        <a:bodyPr/>
        <a:lstStyle/>
        <a:p>
          <a:r>
            <a:rPr lang="en-US"/>
            <a:t>Addressing efficient water delivery while maintaining environmental stewardship.</a:t>
          </a:r>
        </a:p>
      </dgm:t>
    </dgm:pt>
    <dgm:pt modelId="{1A679E97-A321-4C9F-8410-514654D34351}" type="parTrans" cxnId="{6F34767C-BE84-4E57-92EA-9890C85252DA}">
      <dgm:prSet/>
      <dgm:spPr/>
      <dgm:t>
        <a:bodyPr/>
        <a:lstStyle/>
        <a:p>
          <a:endParaRPr lang="en-US"/>
        </a:p>
      </dgm:t>
    </dgm:pt>
    <dgm:pt modelId="{EEC0852D-A140-4B62-BAD7-093A947B7576}" type="sibTrans" cxnId="{6F34767C-BE84-4E57-92EA-9890C85252DA}">
      <dgm:prSet/>
      <dgm:spPr/>
      <dgm:t>
        <a:bodyPr/>
        <a:lstStyle/>
        <a:p>
          <a:endParaRPr lang="en-US"/>
        </a:p>
      </dgm:t>
    </dgm:pt>
    <dgm:pt modelId="{81DE12AA-88E7-4F64-9880-C368B1EB018F}">
      <dgm:prSet/>
      <dgm:spPr/>
      <dgm:t>
        <a:bodyPr/>
        <a:lstStyle/>
        <a:p>
          <a:r>
            <a:rPr lang="en-US" b="1"/>
            <a:t>Team Members:</a:t>
          </a:r>
          <a:endParaRPr lang="en-US"/>
        </a:p>
      </dgm:t>
    </dgm:pt>
    <dgm:pt modelId="{FE32C8CC-4590-4492-A523-55960675D133}" type="parTrans" cxnId="{72A8AA63-7B32-4FE1-9944-F8C49AE364BC}">
      <dgm:prSet/>
      <dgm:spPr/>
      <dgm:t>
        <a:bodyPr/>
        <a:lstStyle/>
        <a:p>
          <a:endParaRPr lang="en-US"/>
        </a:p>
      </dgm:t>
    </dgm:pt>
    <dgm:pt modelId="{92E68499-2C91-42AD-83DB-6B7665D8A573}" type="sibTrans" cxnId="{72A8AA63-7B32-4FE1-9944-F8C49AE364BC}">
      <dgm:prSet/>
      <dgm:spPr/>
      <dgm:t>
        <a:bodyPr/>
        <a:lstStyle/>
        <a:p>
          <a:endParaRPr lang="en-US"/>
        </a:p>
      </dgm:t>
    </dgm:pt>
    <dgm:pt modelId="{9E0812ED-D8EF-466D-B8A5-ED56FAE18254}">
      <dgm:prSet/>
      <dgm:spPr/>
      <dgm:t>
        <a:bodyPr/>
        <a:lstStyle/>
        <a:p>
          <a:r>
            <a:rPr lang="en-US"/>
            <a:t>Tanner Harmon, William Wenzel, Presston McConnell, Jacob Vaught</a:t>
          </a:r>
        </a:p>
      </dgm:t>
    </dgm:pt>
    <dgm:pt modelId="{9E22A2AB-2F44-466B-8977-3B238A71113E}" type="parTrans" cxnId="{FB78EF37-5FE6-4345-9301-6988F6642F4E}">
      <dgm:prSet/>
      <dgm:spPr/>
      <dgm:t>
        <a:bodyPr/>
        <a:lstStyle/>
        <a:p>
          <a:endParaRPr lang="en-US"/>
        </a:p>
      </dgm:t>
    </dgm:pt>
    <dgm:pt modelId="{25DE7D28-8EB1-407A-AA85-ABCE922D6FFA}" type="sibTrans" cxnId="{FB78EF37-5FE6-4345-9301-6988F6642F4E}">
      <dgm:prSet/>
      <dgm:spPr/>
      <dgm:t>
        <a:bodyPr/>
        <a:lstStyle/>
        <a:p>
          <a:endParaRPr lang="en-US"/>
        </a:p>
      </dgm:t>
    </dgm:pt>
    <dgm:pt modelId="{20205C8C-D82C-2344-9B4E-F2B4A34FA8BF}" type="pres">
      <dgm:prSet presAssocID="{5AE79279-7E9A-41C1-A9FF-A7A0D358143A}" presName="Name0" presStyleCnt="0">
        <dgm:presLayoutVars>
          <dgm:dir/>
          <dgm:animLvl val="lvl"/>
          <dgm:resizeHandles val="exact"/>
        </dgm:presLayoutVars>
      </dgm:prSet>
      <dgm:spPr/>
    </dgm:pt>
    <dgm:pt modelId="{2D1FCE22-C5D3-C546-905B-7AA1307962B1}" type="pres">
      <dgm:prSet presAssocID="{83421401-B81F-4EDE-B212-7358259BF763}" presName="linNode" presStyleCnt="0"/>
      <dgm:spPr/>
    </dgm:pt>
    <dgm:pt modelId="{0FF8B11E-2FA2-874B-B545-727D85D1A37F}" type="pres">
      <dgm:prSet presAssocID="{83421401-B81F-4EDE-B212-7358259BF763}" presName="parentText" presStyleLbl="node1" presStyleIdx="0" presStyleCnt="3">
        <dgm:presLayoutVars>
          <dgm:chMax val="1"/>
          <dgm:bulletEnabled val="1"/>
        </dgm:presLayoutVars>
      </dgm:prSet>
      <dgm:spPr/>
    </dgm:pt>
    <dgm:pt modelId="{CAE51DB9-4973-5F4B-AB04-CF01BB5CA0DB}" type="pres">
      <dgm:prSet presAssocID="{83421401-B81F-4EDE-B212-7358259BF763}" presName="descendantText" presStyleLbl="alignAccFollowNode1" presStyleIdx="0" presStyleCnt="3">
        <dgm:presLayoutVars>
          <dgm:bulletEnabled val="1"/>
        </dgm:presLayoutVars>
      </dgm:prSet>
      <dgm:spPr/>
    </dgm:pt>
    <dgm:pt modelId="{44FE847D-9D1E-1A40-866C-C8F686A14F70}" type="pres">
      <dgm:prSet presAssocID="{ABDAA3AC-AE9A-43BA-8E09-4206EA078C1F}" presName="sp" presStyleCnt="0"/>
      <dgm:spPr/>
    </dgm:pt>
    <dgm:pt modelId="{89341A14-89B3-434A-8FB4-48946F7FBB9E}" type="pres">
      <dgm:prSet presAssocID="{9A536165-F052-4FB0-BA38-531734EADE17}" presName="linNode" presStyleCnt="0"/>
      <dgm:spPr/>
    </dgm:pt>
    <dgm:pt modelId="{9A1BD1ED-44B2-0E4F-B58B-937D227056E1}" type="pres">
      <dgm:prSet presAssocID="{9A536165-F052-4FB0-BA38-531734EADE17}" presName="parentText" presStyleLbl="node1" presStyleIdx="1" presStyleCnt="3">
        <dgm:presLayoutVars>
          <dgm:chMax val="1"/>
          <dgm:bulletEnabled val="1"/>
        </dgm:presLayoutVars>
      </dgm:prSet>
      <dgm:spPr/>
    </dgm:pt>
    <dgm:pt modelId="{D3F02E3C-58CC-FD4B-9C91-1ABCD7397B86}" type="pres">
      <dgm:prSet presAssocID="{9A536165-F052-4FB0-BA38-531734EADE17}" presName="descendantText" presStyleLbl="alignAccFollowNode1" presStyleIdx="1" presStyleCnt="3">
        <dgm:presLayoutVars>
          <dgm:bulletEnabled val="1"/>
        </dgm:presLayoutVars>
      </dgm:prSet>
      <dgm:spPr/>
    </dgm:pt>
    <dgm:pt modelId="{B534331B-5593-904B-915C-79251B438DFC}" type="pres">
      <dgm:prSet presAssocID="{4CA55F35-5DC7-4DE0-B2E2-29285C775388}" presName="sp" presStyleCnt="0"/>
      <dgm:spPr/>
    </dgm:pt>
    <dgm:pt modelId="{448F86D2-CA53-B04D-AD4D-C9AE2CC74BD2}" type="pres">
      <dgm:prSet presAssocID="{81DE12AA-88E7-4F64-9880-C368B1EB018F}" presName="linNode" presStyleCnt="0"/>
      <dgm:spPr/>
    </dgm:pt>
    <dgm:pt modelId="{AC3BE114-DE8B-8E4C-8BC6-0EC0753BAF35}" type="pres">
      <dgm:prSet presAssocID="{81DE12AA-88E7-4F64-9880-C368B1EB018F}" presName="parentText" presStyleLbl="node1" presStyleIdx="2" presStyleCnt="3">
        <dgm:presLayoutVars>
          <dgm:chMax val="1"/>
          <dgm:bulletEnabled val="1"/>
        </dgm:presLayoutVars>
      </dgm:prSet>
      <dgm:spPr/>
    </dgm:pt>
    <dgm:pt modelId="{FCA11265-8F79-334C-AED4-AA4A90388DEA}" type="pres">
      <dgm:prSet presAssocID="{81DE12AA-88E7-4F64-9880-C368B1EB018F}" presName="descendantText" presStyleLbl="alignAccFollowNode1" presStyleIdx="2" presStyleCnt="3">
        <dgm:presLayoutVars>
          <dgm:bulletEnabled val="1"/>
        </dgm:presLayoutVars>
      </dgm:prSet>
      <dgm:spPr/>
    </dgm:pt>
  </dgm:ptLst>
  <dgm:cxnLst>
    <dgm:cxn modelId="{C9A9C52A-E97C-5F4D-9014-EC036539C234}" type="presOf" srcId="{5AE79279-7E9A-41C1-A9FF-A7A0D358143A}" destId="{20205C8C-D82C-2344-9B4E-F2B4A34FA8BF}" srcOrd="0" destOrd="0" presId="urn:microsoft.com/office/officeart/2005/8/layout/vList5"/>
    <dgm:cxn modelId="{B262C934-06A6-8447-8285-D26B7F3A32E5}" type="presOf" srcId="{81DE12AA-88E7-4F64-9880-C368B1EB018F}" destId="{AC3BE114-DE8B-8E4C-8BC6-0EC0753BAF35}" srcOrd="0" destOrd="0" presId="urn:microsoft.com/office/officeart/2005/8/layout/vList5"/>
    <dgm:cxn modelId="{AE3DEC35-34E8-9D4D-821F-CA105C56FD50}" type="presOf" srcId="{9E0812ED-D8EF-466D-B8A5-ED56FAE18254}" destId="{FCA11265-8F79-334C-AED4-AA4A90388DEA}" srcOrd="0" destOrd="0" presId="urn:microsoft.com/office/officeart/2005/8/layout/vList5"/>
    <dgm:cxn modelId="{FB78EF37-5FE6-4345-9301-6988F6642F4E}" srcId="{81DE12AA-88E7-4F64-9880-C368B1EB018F}" destId="{9E0812ED-D8EF-466D-B8A5-ED56FAE18254}" srcOrd="0" destOrd="0" parTransId="{9E22A2AB-2F44-466B-8977-3B238A71113E}" sibTransId="{25DE7D28-8EB1-407A-AA85-ABCE922D6FFA}"/>
    <dgm:cxn modelId="{D8B75F40-1DE5-41B7-BF5B-0851C4A06B64}" srcId="{5AE79279-7E9A-41C1-A9FF-A7A0D358143A}" destId="{9A536165-F052-4FB0-BA38-531734EADE17}" srcOrd="1" destOrd="0" parTransId="{4B094F6E-9766-4CE4-B72F-8E5326556811}" sibTransId="{4CA55F35-5DC7-4DE0-B2E2-29285C775388}"/>
    <dgm:cxn modelId="{64C78C5B-CC21-4E5C-900A-10CD05C4D7C5}" srcId="{5AE79279-7E9A-41C1-A9FF-A7A0D358143A}" destId="{83421401-B81F-4EDE-B212-7358259BF763}" srcOrd="0" destOrd="0" parTransId="{A5117492-5D29-4D46-90A3-3677D9CC68B2}" sibTransId="{ABDAA3AC-AE9A-43BA-8E09-4206EA078C1F}"/>
    <dgm:cxn modelId="{72A8AA63-7B32-4FE1-9944-F8C49AE364BC}" srcId="{5AE79279-7E9A-41C1-A9FF-A7A0D358143A}" destId="{81DE12AA-88E7-4F64-9880-C368B1EB018F}" srcOrd="2" destOrd="0" parTransId="{FE32C8CC-4590-4492-A523-55960675D133}" sibTransId="{92E68499-2C91-42AD-83DB-6B7665D8A573}"/>
    <dgm:cxn modelId="{D6FC1277-80F7-6B4A-AF9B-E7660AD44124}" type="presOf" srcId="{9A536165-F052-4FB0-BA38-531734EADE17}" destId="{9A1BD1ED-44B2-0E4F-B58B-937D227056E1}" srcOrd="0" destOrd="0" presId="urn:microsoft.com/office/officeart/2005/8/layout/vList5"/>
    <dgm:cxn modelId="{6F34767C-BE84-4E57-92EA-9890C85252DA}" srcId="{9A536165-F052-4FB0-BA38-531734EADE17}" destId="{1A1C14CD-E439-42DB-906C-1CAF5FD70907}" srcOrd="0" destOrd="0" parTransId="{1A679E97-A321-4C9F-8410-514654D34351}" sibTransId="{EEC0852D-A140-4B62-BAD7-093A947B7576}"/>
    <dgm:cxn modelId="{697CFCD3-205E-6B4E-9928-B0E5C5C0B204}" type="presOf" srcId="{83421401-B81F-4EDE-B212-7358259BF763}" destId="{0FF8B11E-2FA2-874B-B545-727D85D1A37F}" srcOrd="0" destOrd="0" presId="urn:microsoft.com/office/officeart/2005/8/layout/vList5"/>
    <dgm:cxn modelId="{D3D6D7D8-2ACE-1F4B-8EE9-DFD40AA048E0}" type="presOf" srcId="{9479168D-0275-4CD1-836E-0170D7912430}" destId="{CAE51DB9-4973-5F4B-AB04-CF01BB5CA0DB}" srcOrd="0" destOrd="0" presId="urn:microsoft.com/office/officeart/2005/8/layout/vList5"/>
    <dgm:cxn modelId="{376671DE-AA8B-EA43-8631-A8A5AD167297}" type="presOf" srcId="{1A1C14CD-E439-42DB-906C-1CAF5FD70907}" destId="{D3F02E3C-58CC-FD4B-9C91-1ABCD7397B86}" srcOrd="0" destOrd="0" presId="urn:microsoft.com/office/officeart/2005/8/layout/vList5"/>
    <dgm:cxn modelId="{5C8224E0-A1D1-4151-967A-916C22D5B819}" srcId="{83421401-B81F-4EDE-B212-7358259BF763}" destId="{9479168D-0275-4CD1-836E-0170D7912430}" srcOrd="0" destOrd="0" parTransId="{9EE30615-DEB5-4A03-9DC0-17D4CD91988B}" sibTransId="{75EA31E3-5A98-4CE8-A5A3-50BF7EB629EA}"/>
    <dgm:cxn modelId="{A2E02A17-B101-AD45-B9A5-0E9EFF5CE219}" type="presParOf" srcId="{20205C8C-D82C-2344-9B4E-F2B4A34FA8BF}" destId="{2D1FCE22-C5D3-C546-905B-7AA1307962B1}" srcOrd="0" destOrd="0" presId="urn:microsoft.com/office/officeart/2005/8/layout/vList5"/>
    <dgm:cxn modelId="{30803E87-FF38-F641-BA34-693CC34FFD6A}" type="presParOf" srcId="{2D1FCE22-C5D3-C546-905B-7AA1307962B1}" destId="{0FF8B11E-2FA2-874B-B545-727D85D1A37F}" srcOrd="0" destOrd="0" presId="urn:microsoft.com/office/officeart/2005/8/layout/vList5"/>
    <dgm:cxn modelId="{F80B1964-9B05-F046-A2A7-AEC6A53B9079}" type="presParOf" srcId="{2D1FCE22-C5D3-C546-905B-7AA1307962B1}" destId="{CAE51DB9-4973-5F4B-AB04-CF01BB5CA0DB}" srcOrd="1" destOrd="0" presId="urn:microsoft.com/office/officeart/2005/8/layout/vList5"/>
    <dgm:cxn modelId="{162FE4FB-34A2-0F4B-A8C6-8761AFEBC3F8}" type="presParOf" srcId="{20205C8C-D82C-2344-9B4E-F2B4A34FA8BF}" destId="{44FE847D-9D1E-1A40-866C-C8F686A14F70}" srcOrd="1" destOrd="0" presId="urn:microsoft.com/office/officeart/2005/8/layout/vList5"/>
    <dgm:cxn modelId="{5A2A5CD2-9676-624E-BCA5-0BA758DFD062}" type="presParOf" srcId="{20205C8C-D82C-2344-9B4E-F2B4A34FA8BF}" destId="{89341A14-89B3-434A-8FB4-48946F7FBB9E}" srcOrd="2" destOrd="0" presId="urn:microsoft.com/office/officeart/2005/8/layout/vList5"/>
    <dgm:cxn modelId="{61840DD9-A046-AD47-AC84-DBF5DAC79110}" type="presParOf" srcId="{89341A14-89B3-434A-8FB4-48946F7FBB9E}" destId="{9A1BD1ED-44B2-0E4F-B58B-937D227056E1}" srcOrd="0" destOrd="0" presId="urn:microsoft.com/office/officeart/2005/8/layout/vList5"/>
    <dgm:cxn modelId="{DFC22985-E990-2845-93ED-DB5C5699D945}" type="presParOf" srcId="{89341A14-89B3-434A-8FB4-48946F7FBB9E}" destId="{D3F02E3C-58CC-FD4B-9C91-1ABCD7397B86}" srcOrd="1" destOrd="0" presId="urn:microsoft.com/office/officeart/2005/8/layout/vList5"/>
    <dgm:cxn modelId="{4194A069-4537-BA49-AFE7-3A8CFFC50B1A}" type="presParOf" srcId="{20205C8C-D82C-2344-9B4E-F2B4A34FA8BF}" destId="{B534331B-5593-904B-915C-79251B438DFC}" srcOrd="3" destOrd="0" presId="urn:microsoft.com/office/officeart/2005/8/layout/vList5"/>
    <dgm:cxn modelId="{8E8D753D-5CA4-E349-9A99-9C3C66089183}" type="presParOf" srcId="{20205C8C-D82C-2344-9B4E-F2B4A34FA8BF}" destId="{448F86D2-CA53-B04D-AD4D-C9AE2CC74BD2}" srcOrd="4" destOrd="0" presId="urn:microsoft.com/office/officeart/2005/8/layout/vList5"/>
    <dgm:cxn modelId="{47DCF68F-79DA-F646-BC5A-6EDA93E41AF1}" type="presParOf" srcId="{448F86D2-CA53-B04D-AD4D-C9AE2CC74BD2}" destId="{AC3BE114-DE8B-8E4C-8BC6-0EC0753BAF35}" srcOrd="0" destOrd="0" presId="urn:microsoft.com/office/officeart/2005/8/layout/vList5"/>
    <dgm:cxn modelId="{D8378DA2-47D4-0D4D-A730-E50954901BA2}" type="presParOf" srcId="{448F86D2-CA53-B04D-AD4D-C9AE2CC74BD2}" destId="{FCA11265-8F79-334C-AED4-AA4A90388DEA}"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920BE40-19B4-4015-B07E-5F28C8DFFB4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2F8BF9D4-A9BA-4F82-8710-96C768C49862}">
      <dgm:prSet/>
      <dgm:spPr/>
      <dgm:t>
        <a:bodyPr/>
        <a:lstStyle/>
        <a:p>
          <a:r>
            <a:rPr lang="en-US"/>
            <a:t>Current system:</a:t>
          </a:r>
        </a:p>
      </dgm:t>
    </dgm:pt>
    <dgm:pt modelId="{63A26934-E217-4088-9F51-A5DC5F5FB555}" type="parTrans" cxnId="{89D3C86D-AAE9-4248-A973-17AF845496FD}">
      <dgm:prSet/>
      <dgm:spPr/>
      <dgm:t>
        <a:bodyPr/>
        <a:lstStyle/>
        <a:p>
          <a:endParaRPr lang="en-US"/>
        </a:p>
      </dgm:t>
    </dgm:pt>
    <dgm:pt modelId="{FD6CA03A-4FC3-4D6E-907A-FC20854310C0}" type="sibTrans" cxnId="{89D3C86D-AAE9-4248-A973-17AF845496FD}">
      <dgm:prSet/>
      <dgm:spPr/>
      <dgm:t>
        <a:bodyPr/>
        <a:lstStyle/>
        <a:p>
          <a:endParaRPr lang="en-US"/>
        </a:p>
      </dgm:t>
    </dgm:pt>
    <dgm:pt modelId="{E2B6DDE8-0C56-444D-98F3-23850D213609}">
      <dgm:prSet/>
      <dgm:spPr/>
      <dgm:t>
        <a:bodyPr/>
        <a:lstStyle/>
        <a:p>
          <a:r>
            <a:rPr lang="en-US"/>
            <a:t>Manual watering with 2-gallon cans (55 seconds per fill).</a:t>
          </a:r>
        </a:p>
      </dgm:t>
    </dgm:pt>
    <dgm:pt modelId="{BA57B731-C5B4-41A0-9D07-FAAF7FDFAFE2}" type="parTrans" cxnId="{1FC1A193-1C79-48C4-9FDE-D3F22172E575}">
      <dgm:prSet/>
      <dgm:spPr/>
      <dgm:t>
        <a:bodyPr/>
        <a:lstStyle/>
        <a:p>
          <a:endParaRPr lang="en-US"/>
        </a:p>
      </dgm:t>
    </dgm:pt>
    <dgm:pt modelId="{AE80B54F-E7BE-4233-95D6-A5101FA4DC29}" type="sibTrans" cxnId="{1FC1A193-1C79-48C4-9FDE-D3F22172E575}">
      <dgm:prSet/>
      <dgm:spPr/>
      <dgm:t>
        <a:bodyPr/>
        <a:lstStyle/>
        <a:p>
          <a:endParaRPr lang="en-US"/>
        </a:p>
      </dgm:t>
    </dgm:pt>
    <dgm:pt modelId="{A85B8834-8FF1-44D4-8625-9835C93B8E03}">
      <dgm:prSet/>
      <dgm:spPr/>
      <dgm:t>
        <a:bodyPr/>
        <a:lstStyle/>
        <a:p>
          <a:r>
            <a:rPr lang="en-US"/>
            <a:t>Labor-intensive and inefficient for frequent use.</a:t>
          </a:r>
        </a:p>
      </dgm:t>
    </dgm:pt>
    <dgm:pt modelId="{67C5F75D-4140-47E0-B53A-EC1F9927C36E}" type="parTrans" cxnId="{F1594672-0F31-491F-84FB-74BB0BD17646}">
      <dgm:prSet/>
      <dgm:spPr/>
      <dgm:t>
        <a:bodyPr/>
        <a:lstStyle/>
        <a:p>
          <a:endParaRPr lang="en-US"/>
        </a:p>
      </dgm:t>
    </dgm:pt>
    <dgm:pt modelId="{8D9B4BFE-1D14-40AC-A0FA-273938C6C2CF}" type="sibTrans" cxnId="{F1594672-0F31-491F-84FB-74BB0BD17646}">
      <dgm:prSet/>
      <dgm:spPr/>
      <dgm:t>
        <a:bodyPr/>
        <a:lstStyle/>
        <a:p>
          <a:endParaRPr lang="en-US"/>
        </a:p>
      </dgm:t>
    </dgm:pt>
    <dgm:pt modelId="{1C08A2B7-B763-4C08-8252-5A7EEC180B5E}">
      <dgm:prSet/>
      <dgm:spPr/>
      <dgm:t>
        <a:bodyPr/>
        <a:lstStyle/>
        <a:p>
          <a:r>
            <a:rPr lang="en-US"/>
            <a:t>Stakeholder observations:</a:t>
          </a:r>
        </a:p>
      </dgm:t>
    </dgm:pt>
    <dgm:pt modelId="{69294093-4977-4C0E-942F-F5B67FDBF7E6}" type="parTrans" cxnId="{ECD8D35F-D6B2-41B1-85DC-641E4C52C7BA}">
      <dgm:prSet/>
      <dgm:spPr/>
      <dgm:t>
        <a:bodyPr/>
        <a:lstStyle/>
        <a:p>
          <a:endParaRPr lang="en-US"/>
        </a:p>
      </dgm:t>
    </dgm:pt>
    <dgm:pt modelId="{40B9A9B9-CFD1-4815-BA69-B466543FB4FF}" type="sibTrans" cxnId="{ECD8D35F-D6B2-41B1-85DC-641E4C52C7BA}">
      <dgm:prSet/>
      <dgm:spPr/>
      <dgm:t>
        <a:bodyPr/>
        <a:lstStyle/>
        <a:p>
          <a:endParaRPr lang="en-US"/>
        </a:p>
      </dgm:t>
    </dgm:pt>
    <dgm:pt modelId="{68170C86-D084-46C1-A661-98571F919F46}">
      <dgm:prSet/>
      <dgm:spPr/>
      <dgm:t>
        <a:bodyPr/>
        <a:lstStyle/>
        <a:p>
          <a:r>
            <a:rPr lang="en-US"/>
            <a:t>Need for faster, easier water transfer.</a:t>
          </a:r>
        </a:p>
      </dgm:t>
    </dgm:pt>
    <dgm:pt modelId="{8E6124CF-5252-43A4-8DF2-29EE1773B58D}" type="parTrans" cxnId="{570A35B9-608B-4DD3-BACA-78DFD74F7E20}">
      <dgm:prSet/>
      <dgm:spPr/>
      <dgm:t>
        <a:bodyPr/>
        <a:lstStyle/>
        <a:p>
          <a:endParaRPr lang="en-US"/>
        </a:p>
      </dgm:t>
    </dgm:pt>
    <dgm:pt modelId="{9EDD29A8-383A-4E5A-B1C6-A7D88E98D7FE}" type="sibTrans" cxnId="{570A35B9-608B-4DD3-BACA-78DFD74F7E20}">
      <dgm:prSet/>
      <dgm:spPr/>
      <dgm:t>
        <a:bodyPr/>
        <a:lstStyle/>
        <a:p>
          <a:endParaRPr lang="en-US"/>
        </a:p>
      </dgm:t>
    </dgm:pt>
    <dgm:pt modelId="{E3A9FA5F-661F-4AB4-81E3-495ED7102036}">
      <dgm:prSet/>
      <dgm:spPr/>
      <dgm:t>
        <a:bodyPr/>
        <a:lstStyle/>
        <a:p>
          <a:r>
            <a:rPr lang="en-US"/>
            <a:t>Desire for an eco-friendly solution that aligns with sustainability goals.</a:t>
          </a:r>
        </a:p>
      </dgm:t>
    </dgm:pt>
    <dgm:pt modelId="{16E6457E-1D0B-4B5D-8E6A-FFD7136BCD30}" type="parTrans" cxnId="{30CF6489-CEA6-46B9-BE83-83E2D9DC875B}">
      <dgm:prSet/>
      <dgm:spPr/>
      <dgm:t>
        <a:bodyPr/>
        <a:lstStyle/>
        <a:p>
          <a:endParaRPr lang="en-US"/>
        </a:p>
      </dgm:t>
    </dgm:pt>
    <dgm:pt modelId="{83A243DC-55B9-44D3-9CAE-FE80CEE356C3}" type="sibTrans" cxnId="{30CF6489-CEA6-46B9-BE83-83E2D9DC875B}">
      <dgm:prSet/>
      <dgm:spPr/>
      <dgm:t>
        <a:bodyPr/>
        <a:lstStyle/>
        <a:p>
          <a:endParaRPr lang="en-US"/>
        </a:p>
      </dgm:t>
    </dgm:pt>
    <dgm:pt modelId="{6BAB7D9F-C116-4124-873A-202D87518FE0}">
      <dgm:prSet/>
      <dgm:spPr/>
      <dgm:t>
        <a:bodyPr/>
        <a:lstStyle/>
        <a:p>
          <a:r>
            <a:rPr lang="en-US"/>
            <a:t>Preference for a low-maintenance system usable by anyone.</a:t>
          </a:r>
        </a:p>
      </dgm:t>
    </dgm:pt>
    <dgm:pt modelId="{C73DF061-3F62-4FCD-A1E3-A4BED6BF0D46}" type="parTrans" cxnId="{ADA847A7-7D39-40E9-ADAC-839E982C5434}">
      <dgm:prSet/>
      <dgm:spPr/>
      <dgm:t>
        <a:bodyPr/>
        <a:lstStyle/>
        <a:p>
          <a:endParaRPr lang="en-US"/>
        </a:p>
      </dgm:t>
    </dgm:pt>
    <dgm:pt modelId="{F431E1BC-6352-49BA-98E1-BF28EF61BA54}" type="sibTrans" cxnId="{ADA847A7-7D39-40E9-ADAC-839E982C5434}">
      <dgm:prSet/>
      <dgm:spPr/>
      <dgm:t>
        <a:bodyPr/>
        <a:lstStyle/>
        <a:p>
          <a:endParaRPr lang="en-US"/>
        </a:p>
      </dgm:t>
    </dgm:pt>
    <dgm:pt modelId="{D87A99BC-6B22-4237-B172-B294B70A875F}">
      <dgm:prSet/>
      <dgm:spPr/>
      <dgm:t>
        <a:bodyPr/>
        <a:lstStyle/>
        <a:p>
          <a:r>
            <a:rPr lang="en-US"/>
            <a:t>User goals:</a:t>
          </a:r>
        </a:p>
      </dgm:t>
    </dgm:pt>
    <dgm:pt modelId="{4D1ECA18-1ADE-4F14-B0DC-5228716329F4}" type="parTrans" cxnId="{FE8B5CAB-D2FA-403E-BA14-E36BB7943E39}">
      <dgm:prSet/>
      <dgm:spPr/>
      <dgm:t>
        <a:bodyPr/>
        <a:lstStyle/>
        <a:p>
          <a:endParaRPr lang="en-US"/>
        </a:p>
      </dgm:t>
    </dgm:pt>
    <dgm:pt modelId="{6B77999E-AC25-4275-A3B8-BA89E0117842}" type="sibTrans" cxnId="{FE8B5CAB-D2FA-403E-BA14-E36BB7943E39}">
      <dgm:prSet/>
      <dgm:spPr/>
      <dgm:t>
        <a:bodyPr/>
        <a:lstStyle/>
        <a:p>
          <a:endParaRPr lang="en-US"/>
        </a:p>
      </dgm:t>
    </dgm:pt>
    <dgm:pt modelId="{D0B9B7A5-3A21-49B3-A4EC-84571B457BC8}">
      <dgm:prSet/>
      <dgm:spPr/>
      <dgm:t>
        <a:bodyPr/>
        <a:lstStyle/>
        <a:p>
          <a:r>
            <a:rPr lang="en-US"/>
            <a:t>Consistent water delivery with minimal physical effort.</a:t>
          </a:r>
        </a:p>
      </dgm:t>
    </dgm:pt>
    <dgm:pt modelId="{3FAECB48-BBD1-4252-B80A-4DD8B98A9808}" type="parTrans" cxnId="{26D74E75-14A1-41EB-A98B-A636012C2EFF}">
      <dgm:prSet/>
      <dgm:spPr/>
      <dgm:t>
        <a:bodyPr/>
        <a:lstStyle/>
        <a:p>
          <a:endParaRPr lang="en-US"/>
        </a:p>
      </dgm:t>
    </dgm:pt>
    <dgm:pt modelId="{834BDC61-AE88-43B9-A99D-AE3AC345E044}" type="sibTrans" cxnId="{26D74E75-14A1-41EB-A98B-A636012C2EFF}">
      <dgm:prSet/>
      <dgm:spPr/>
      <dgm:t>
        <a:bodyPr/>
        <a:lstStyle/>
        <a:p>
          <a:endParaRPr lang="en-US"/>
        </a:p>
      </dgm:t>
    </dgm:pt>
    <dgm:pt modelId="{9F210FA2-D759-4CF2-A8AE-47B025DDC244}">
      <dgm:prSet/>
      <dgm:spPr/>
      <dgm:t>
        <a:bodyPr/>
        <a:lstStyle/>
        <a:p>
          <a:r>
            <a:rPr lang="en-US"/>
            <a:t>Flexibility for varying schedules and garden needs.</a:t>
          </a:r>
        </a:p>
      </dgm:t>
    </dgm:pt>
    <dgm:pt modelId="{5E4AE849-6ADE-442E-9FB0-B06DCEEA8E4C}" type="parTrans" cxnId="{D2CF02FC-E0E6-4117-90C9-06B8E26F3A9E}">
      <dgm:prSet/>
      <dgm:spPr/>
      <dgm:t>
        <a:bodyPr/>
        <a:lstStyle/>
        <a:p>
          <a:endParaRPr lang="en-US"/>
        </a:p>
      </dgm:t>
    </dgm:pt>
    <dgm:pt modelId="{611066AE-AFE2-4E7B-9FAF-AC12B6C1C01B}" type="sibTrans" cxnId="{D2CF02FC-E0E6-4117-90C9-06B8E26F3A9E}">
      <dgm:prSet/>
      <dgm:spPr/>
      <dgm:t>
        <a:bodyPr/>
        <a:lstStyle/>
        <a:p>
          <a:endParaRPr lang="en-US"/>
        </a:p>
      </dgm:t>
    </dgm:pt>
    <dgm:pt modelId="{9EE00BA0-249A-1E45-B999-A1FDC609016E}" type="pres">
      <dgm:prSet presAssocID="{C920BE40-19B4-4015-B07E-5F28C8DFFB44}" presName="linear" presStyleCnt="0">
        <dgm:presLayoutVars>
          <dgm:animLvl val="lvl"/>
          <dgm:resizeHandles val="exact"/>
        </dgm:presLayoutVars>
      </dgm:prSet>
      <dgm:spPr/>
    </dgm:pt>
    <dgm:pt modelId="{8F8C8B3A-5770-C748-BE42-7A58A70274A8}" type="pres">
      <dgm:prSet presAssocID="{2F8BF9D4-A9BA-4F82-8710-96C768C49862}" presName="parentText" presStyleLbl="node1" presStyleIdx="0" presStyleCnt="3">
        <dgm:presLayoutVars>
          <dgm:chMax val="0"/>
          <dgm:bulletEnabled val="1"/>
        </dgm:presLayoutVars>
      </dgm:prSet>
      <dgm:spPr/>
    </dgm:pt>
    <dgm:pt modelId="{DD4FDC3C-C680-BD4D-A7DD-8F7DD429D408}" type="pres">
      <dgm:prSet presAssocID="{2F8BF9D4-A9BA-4F82-8710-96C768C49862}" presName="childText" presStyleLbl="revTx" presStyleIdx="0" presStyleCnt="3">
        <dgm:presLayoutVars>
          <dgm:bulletEnabled val="1"/>
        </dgm:presLayoutVars>
      </dgm:prSet>
      <dgm:spPr/>
    </dgm:pt>
    <dgm:pt modelId="{28373C2D-4AB7-8144-935E-E4882D7AF626}" type="pres">
      <dgm:prSet presAssocID="{1C08A2B7-B763-4C08-8252-5A7EEC180B5E}" presName="parentText" presStyleLbl="node1" presStyleIdx="1" presStyleCnt="3">
        <dgm:presLayoutVars>
          <dgm:chMax val="0"/>
          <dgm:bulletEnabled val="1"/>
        </dgm:presLayoutVars>
      </dgm:prSet>
      <dgm:spPr/>
    </dgm:pt>
    <dgm:pt modelId="{E6730875-E3A6-1943-B56C-99CEF6509B91}" type="pres">
      <dgm:prSet presAssocID="{1C08A2B7-B763-4C08-8252-5A7EEC180B5E}" presName="childText" presStyleLbl="revTx" presStyleIdx="1" presStyleCnt="3">
        <dgm:presLayoutVars>
          <dgm:bulletEnabled val="1"/>
        </dgm:presLayoutVars>
      </dgm:prSet>
      <dgm:spPr/>
    </dgm:pt>
    <dgm:pt modelId="{55E41C8F-6A6E-E046-9C8F-EBDE03086982}" type="pres">
      <dgm:prSet presAssocID="{D87A99BC-6B22-4237-B172-B294B70A875F}" presName="parentText" presStyleLbl="node1" presStyleIdx="2" presStyleCnt="3">
        <dgm:presLayoutVars>
          <dgm:chMax val="0"/>
          <dgm:bulletEnabled val="1"/>
        </dgm:presLayoutVars>
      </dgm:prSet>
      <dgm:spPr/>
    </dgm:pt>
    <dgm:pt modelId="{D1DE5EDE-0328-3046-9755-4F65449B5390}" type="pres">
      <dgm:prSet presAssocID="{D87A99BC-6B22-4237-B172-B294B70A875F}" presName="childText" presStyleLbl="revTx" presStyleIdx="2" presStyleCnt="3">
        <dgm:presLayoutVars>
          <dgm:bulletEnabled val="1"/>
        </dgm:presLayoutVars>
      </dgm:prSet>
      <dgm:spPr/>
    </dgm:pt>
  </dgm:ptLst>
  <dgm:cxnLst>
    <dgm:cxn modelId="{2FE17B4F-3D2F-414F-B102-ED238B3905B6}" type="presOf" srcId="{C920BE40-19B4-4015-B07E-5F28C8DFFB44}" destId="{9EE00BA0-249A-1E45-B999-A1FDC609016E}" srcOrd="0" destOrd="0" presId="urn:microsoft.com/office/officeart/2005/8/layout/vList2"/>
    <dgm:cxn modelId="{ECD8D35F-D6B2-41B1-85DC-641E4C52C7BA}" srcId="{C920BE40-19B4-4015-B07E-5F28C8DFFB44}" destId="{1C08A2B7-B763-4C08-8252-5A7EEC180B5E}" srcOrd="1" destOrd="0" parTransId="{69294093-4977-4C0E-942F-F5B67FDBF7E6}" sibTransId="{40B9A9B9-CFD1-4815-BA69-B466543FB4FF}"/>
    <dgm:cxn modelId="{FDE58062-A7DE-3644-B2D2-B278C288C596}" type="presOf" srcId="{68170C86-D084-46C1-A661-98571F919F46}" destId="{E6730875-E3A6-1943-B56C-99CEF6509B91}" srcOrd="0" destOrd="0" presId="urn:microsoft.com/office/officeart/2005/8/layout/vList2"/>
    <dgm:cxn modelId="{90B4D568-93A0-7E43-A685-57491BE227BA}" type="presOf" srcId="{6BAB7D9F-C116-4124-873A-202D87518FE0}" destId="{E6730875-E3A6-1943-B56C-99CEF6509B91}" srcOrd="0" destOrd="2" presId="urn:microsoft.com/office/officeart/2005/8/layout/vList2"/>
    <dgm:cxn modelId="{89D3C86D-AAE9-4248-A973-17AF845496FD}" srcId="{C920BE40-19B4-4015-B07E-5F28C8DFFB44}" destId="{2F8BF9D4-A9BA-4F82-8710-96C768C49862}" srcOrd="0" destOrd="0" parTransId="{63A26934-E217-4088-9F51-A5DC5F5FB555}" sibTransId="{FD6CA03A-4FC3-4D6E-907A-FC20854310C0}"/>
    <dgm:cxn modelId="{F1594672-0F31-491F-84FB-74BB0BD17646}" srcId="{2F8BF9D4-A9BA-4F82-8710-96C768C49862}" destId="{A85B8834-8FF1-44D4-8625-9835C93B8E03}" srcOrd="1" destOrd="0" parTransId="{67C5F75D-4140-47E0-B53A-EC1F9927C36E}" sibTransId="{8D9B4BFE-1D14-40AC-A0FA-273938C6C2CF}"/>
    <dgm:cxn modelId="{26D74E75-14A1-41EB-A98B-A636012C2EFF}" srcId="{D87A99BC-6B22-4237-B172-B294B70A875F}" destId="{D0B9B7A5-3A21-49B3-A4EC-84571B457BC8}" srcOrd="0" destOrd="0" parTransId="{3FAECB48-BBD1-4252-B80A-4DD8B98A9808}" sibTransId="{834BDC61-AE88-43B9-A99D-AE3AC345E044}"/>
    <dgm:cxn modelId="{B7D83B79-ED76-3E4D-A1F9-29BD1E66B622}" type="presOf" srcId="{9F210FA2-D759-4CF2-A8AE-47B025DDC244}" destId="{D1DE5EDE-0328-3046-9755-4F65449B5390}" srcOrd="0" destOrd="1" presId="urn:microsoft.com/office/officeart/2005/8/layout/vList2"/>
    <dgm:cxn modelId="{30CF6489-CEA6-46B9-BE83-83E2D9DC875B}" srcId="{1C08A2B7-B763-4C08-8252-5A7EEC180B5E}" destId="{E3A9FA5F-661F-4AB4-81E3-495ED7102036}" srcOrd="1" destOrd="0" parTransId="{16E6457E-1D0B-4B5D-8E6A-FFD7136BCD30}" sibTransId="{83A243DC-55B9-44D3-9CAE-FE80CEE356C3}"/>
    <dgm:cxn modelId="{A063E492-5E9F-F640-975F-761C7D44F766}" type="presOf" srcId="{D87A99BC-6B22-4237-B172-B294B70A875F}" destId="{55E41C8F-6A6E-E046-9C8F-EBDE03086982}" srcOrd="0" destOrd="0" presId="urn:microsoft.com/office/officeart/2005/8/layout/vList2"/>
    <dgm:cxn modelId="{1FC1A193-1C79-48C4-9FDE-D3F22172E575}" srcId="{2F8BF9D4-A9BA-4F82-8710-96C768C49862}" destId="{E2B6DDE8-0C56-444D-98F3-23850D213609}" srcOrd="0" destOrd="0" parTransId="{BA57B731-C5B4-41A0-9D07-FAAF7FDFAFE2}" sibTransId="{AE80B54F-E7BE-4233-95D6-A5101FA4DC29}"/>
    <dgm:cxn modelId="{A48253A2-9673-6640-B916-617ABE220218}" type="presOf" srcId="{2F8BF9D4-A9BA-4F82-8710-96C768C49862}" destId="{8F8C8B3A-5770-C748-BE42-7A58A70274A8}" srcOrd="0" destOrd="0" presId="urn:microsoft.com/office/officeart/2005/8/layout/vList2"/>
    <dgm:cxn modelId="{80B22AA4-8EBE-0D47-93EE-7C393015A5F4}" type="presOf" srcId="{D0B9B7A5-3A21-49B3-A4EC-84571B457BC8}" destId="{D1DE5EDE-0328-3046-9755-4F65449B5390}" srcOrd="0" destOrd="0" presId="urn:microsoft.com/office/officeart/2005/8/layout/vList2"/>
    <dgm:cxn modelId="{ADA847A7-7D39-40E9-ADAC-839E982C5434}" srcId="{1C08A2B7-B763-4C08-8252-5A7EEC180B5E}" destId="{6BAB7D9F-C116-4124-873A-202D87518FE0}" srcOrd="2" destOrd="0" parTransId="{C73DF061-3F62-4FCD-A1E3-A4BED6BF0D46}" sibTransId="{F431E1BC-6352-49BA-98E1-BF28EF61BA54}"/>
    <dgm:cxn modelId="{76A707A8-1DC1-6B48-8FDD-605ACB9E919B}" type="presOf" srcId="{E2B6DDE8-0C56-444D-98F3-23850D213609}" destId="{DD4FDC3C-C680-BD4D-A7DD-8F7DD429D408}" srcOrd="0" destOrd="0" presId="urn:microsoft.com/office/officeart/2005/8/layout/vList2"/>
    <dgm:cxn modelId="{FE8B5CAB-D2FA-403E-BA14-E36BB7943E39}" srcId="{C920BE40-19B4-4015-B07E-5F28C8DFFB44}" destId="{D87A99BC-6B22-4237-B172-B294B70A875F}" srcOrd="2" destOrd="0" parTransId="{4D1ECA18-1ADE-4F14-B0DC-5228716329F4}" sibTransId="{6B77999E-AC25-4275-A3B8-BA89E0117842}"/>
    <dgm:cxn modelId="{570A35B9-608B-4DD3-BACA-78DFD74F7E20}" srcId="{1C08A2B7-B763-4C08-8252-5A7EEC180B5E}" destId="{68170C86-D084-46C1-A661-98571F919F46}" srcOrd="0" destOrd="0" parTransId="{8E6124CF-5252-43A4-8DF2-29EE1773B58D}" sibTransId="{9EDD29A8-383A-4E5A-B1C6-A7D88E98D7FE}"/>
    <dgm:cxn modelId="{5C8765BD-0EC0-804C-B078-950CB9A0D070}" type="presOf" srcId="{A85B8834-8FF1-44D4-8625-9835C93B8E03}" destId="{DD4FDC3C-C680-BD4D-A7DD-8F7DD429D408}" srcOrd="0" destOrd="1" presId="urn:microsoft.com/office/officeart/2005/8/layout/vList2"/>
    <dgm:cxn modelId="{688771C3-7AE5-0641-B8FB-0C0CFD6816B8}" type="presOf" srcId="{1C08A2B7-B763-4C08-8252-5A7EEC180B5E}" destId="{28373C2D-4AB7-8144-935E-E4882D7AF626}" srcOrd="0" destOrd="0" presId="urn:microsoft.com/office/officeart/2005/8/layout/vList2"/>
    <dgm:cxn modelId="{4E3129DA-3551-B340-928F-D222086EE32D}" type="presOf" srcId="{E3A9FA5F-661F-4AB4-81E3-495ED7102036}" destId="{E6730875-E3A6-1943-B56C-99CEF6509B91}" srcOrd="0" destOrd="1" presId="urn:microsoft.com/office/officeart/2005/8/layout/vList2"/>
    <dgm:cxn modelId="{D2CF02FC-E0E6-4117-90C9-06B8E26F3A9E}" srcId="{D87A99BC-6B22-4237-B172-B294B70A875F}" destId="{9F210FA2-D759-4CF2-A8AE-47B025DDC244}" srcOrd="1" destOrd="0" parTransId="{5E4AE849-6ADE-442E-9FB0-B06DCEEA8E4C}" sibTransId="{611066AE-AFE2-4E7B-9FAF-AC12B6C1C01B}"/>
    <dgm:cxn modelId="{A55B7AF6-E80C-1E4D-BB33-20E9C951733B}" type="presParOf" srcId="{9EE00BA0-249A-1E45-B999-A1FDC609016E}" destId="{8F8C8B3A-5770-C748-BE42-7A58A70274A8}" srcOrd="0" destOrd="0" presId="urn:microsoft.com/office/officeart/2005/8/layout/vList2"/>
    <dgm:cxn modelId="{9EC38018-CAA1-784B-AF6C-B2FB565A00CD}" type="presParOf" srcId="{9EE00BA0-249A-1E45-B999-A1FDC609016E}" destId="{DD4FDC3C-C680-BD4D-A7DD-8F7DD429D408}" srcOrd="1" destOrd="0" presId="urn:microsoft.com/office/officeart/2005/8/layout/vList2"/>
    <dgm:cxn modelId="{A8E66B8B-363E-F04E-BAC6-2942FF2357E9}" type="presParOf" srcId="{9EE00BA0-249A-1E45-B999-A1FDC609016E}" destId="{28373C2D-4AB7-8144-935E-E4882D7AF626}" srcOrd="2" destOrd="0" presId="urn:microsoft.com/office/officeart/2005/8/layout/vList2"/>
    <dgm:cxn modelId="{571CCE36-60B2-BF49-AED0-84BDD1DEBBDD}" type="presParOf" srcId="{9EE00BA0-249A-1E45-B999-A1FDC609016E}" destId="{E6730875-E3A6-1943-B56C-99CEF6509B91}" srcOrd="3" destOrd="0" presId="urn:microsoft.com/office/officeart/2005/8/layout/vList2"/>
    <dgm:cxn modelId="{47EEC9F2-4DB2-3C4F-907D-5E4BEEF28303}" type="presParOf" srcId="{9EE00BA0-249A-1E45-B999-A1FDC609016E}" destId="{55E41C8F-6A6E-E046-9C8F-EBDE03086982}" srcOrd="4" destOrd="0" presId="urn:microsoft.com/office/officeart/2005/8/layout/vList2"/>
    <dgm:cxn modelId="{103E3FE7-C88A-E24A-986D-AB4E86DBC8E8}" type="presParOf" srcId="{9EE00BA0-249A-1E45-B999-A1FDC609016E}" destId="{D1DE5EDE-0328-3046-9755-4F65449B5390}" srcOrd="5"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EC690EE-11E2-4234-A789-400D1F389157}" type="doc">
      <dgm:prSet loTypeId="urn:microsoft.com/office/officeart/2018/2/layout/IconLabelList" loCatId="icon" qsTypeId="urn:microsoft.com/office/officeart/2005/8/quickstyle/simple1" qsCatId="simple" csTypeId="urn:microsoft.com/office/officeart/2018/5/colors/Iconchunking_neutralbg_accent2_2" csCatId="accent2" phldr="1"/>
      <dgm:spPr/>
      <dgm:t>
        <a:bodyPr/>
        <a:lstStyle/>
        <a:p>
          <a:endParaRPr lang="en-US"/>
        </a:p>
      </dgm:t>
    </dgm:pt>
    <dgm:pt modelId="{10F79F5F-1DCE-4D13-A683-C57C5D6F3A62}">
      <dgm:prSet/>
      <dgm:spPr/>
      <dgm:t>
        <a:bodyPr/>
        <a:lstStyle/>
        <a:p>
          <a:r>
            <a:rPr lang="en-US" b="1"/>
            <a:t>1. Efficiency</a:t>
          </a:r>
          <a:endParaRPr lang="en-US"/>
        </a:p>
      </dgm:t>
    </dgm:pt>
    <dgm:pt modelId="{FD32DD8F-730F-4C2C-BFC4-DAE12C3908F4}" type="parTrans" cxnId="{BCEACEB1-E8A4-419C-9EBD-6300BB505B3C}">
      <dgm:prSet/>
      <dgm:spPr/>
      <dgm:t>
        <a:bodyPr/>
        <a:lstStyle/>
        <a:p>
          <a:endParaRPr lang="en-US"/>
        </a:p>
      </dgm:t>
    </dgm:pt>
    <dgm:pt modelId="{6BAEA276-004F-420F-9528-95EAE679E3D6}" type="sibTrans" cxnId="{BCEACEB1-E8A4-419C-9EBD-6300BB505B3C}">
      <dgm:prSet/>
      <dgm:spPr/>
      <dgm:t>
        <a:bodyPr/>
        <a:lstStyle/>
        <a:p>
          <a:endParaRPr lang="en-US"/>
        </a:p>
      </dgm:t>
    </dgm:pt>
    <dgm:pt modelId="{C385CD4B-A357-EF4E-9DBA-25341C357FB1}">
      <dgm:prSet/>
      <dgm:spPr/>
      <dgm:t>
        <a:bodyPr/>
        <a:lstStyle/>
        <a:p>
          <a:r>
            <a:rPr lang="en-US" b="1"/>
            <a:t>5. Safety</a:t>
          </a:r>
          <a:endParaRPr lang="en-US"/>
        </a:p>
      </dgm:t>
    </dgm:pt>
    <dgm:pt modelId="{300DEFF8-51E5-F744-B5BA-E07577A103C4}" type="parTrans" cxnId="{73BD2D5C-ACB4-C146-A027-4F0E3CC65196}">
      <dgm:prSet/>
      <dgm:spPr/>
      <dgm:t>
        <a:bodyPr/>
        <a:lstStyle/>
        <a:p>
          <a:endParaRPr lang="en-US"/>
        </a:p>
      </dgm:t>
    </dgm:pt>
    <dgm:pt modelId="{491F446A-8CE1-EB45-BB3B-968828F8A8A0}" type="sibTrans" cxnId="{73BD2D5C-ACB4-C146-A027-4F0E3CC65196}">
      <dgm:prSet/>
      <dgm:spPr/>
      <dgm:t>
        <a:bodyPr/>
        <a:lstStyle/>
        <a:p>
          <a:endParaRPr lang="en-US"/>
        </a:p>
      </dgm:t>
    </dgm:pt>
    <dgm:pt modelId="{7EED322B-8A74-9945-9145-54C1F2DF9A2A}">
      <dgm:prSet/>
      <dgm:spPr/>
      <dgm:t>
        <a:bodyPr/>
        <a:lstStyle/>
        <a:p>
          <a:r>
            <a:rPr lang="en-US" b="1" dirty="0"/>
            <a:t>4. Sustainability</a:t>
          </a:r>
          <a:endParaRPr lang="en-US" dirty="0"/>
        </a:p>
      </dgm:t>
    </dgm:pt>
    <dgm:pt modelId="{7BF931C6-5106-A244-8437-3FF857488D76}" type="parTrans" cxnId="{9226CAC0-7C70-3E49-9AFC-9AC64AE46FED}">
      <dgm:prSet/>
      <dgm:spPr/>
      <dgm:t>
        <a:bodyPr/>
        <a:lstStyle/>
        <a:p>
          <a:endParaRPr lang="en-US"/>
        </a:p>
      </dgm:t>
    </dgm:pt>
    <dgm:pt modelId="{2A051450-2B4F-ED4E-8229-42C3A2D12F12}" type="sibTrans" cxnId="{9226CAC0-7C70-3E49-9AFC-9AC64AE46FED}">
      <dgm:prSet/>
      <dgm:spPr/>
      <dgm:t>
        <a:bodyPr/>
        <a:lstStyle/>
        <a:p>
          <a:endParaRPr lang="en-US"/>
        </a:p>
      </dgm:t>
    </dgm:pt>
    <dgm:pt modelId="{D1BECF5A-6E3D-4E41-8F66-8FD62900EA5D}">
      <dgm:prSet/>
      <dgm:spPr/>
      <dgm:t>
        <a:bodyPr/>
        <a:lstStyle/>
        <a:p>
          <a:r>
            <a:rPr lang="en-US" b="1"/>
            <a:t>3. Noise</a:t>
          </a:r>
          <a:endParaRPr lang="en-US"/>
        </a:p>
      </dgm:t>
    </dgm:pt>
    <dgm:pt modelId="{8A949CA6-516D-7C46-B739-5A810ACE7034}" type="parTrans" cxnId="{D48BD7CA-08CC-C644-A411-B1F7450D69E9}">
      <dgm:prSet/>
      <dgm:spPr/>
      <dgm:t>
        <a:bodyPr/>
        <a:lstStyle/>
        <a:p>
          <a:endParaRPr lang="en-US"/>
        </a:p>
      </dgm:t>
    </dgm:pt>
    <dgm:pt modelId="{AF278085-85CF-AA42-A8F7-CD55B38C4342}" type="sibTrans" cxnId="{D48BD7CA-08CC-C644-A411-B1F7450D69E9}">
      <dgm:prSet/>
      <dgm:spPr/>
      <dgm:t>
        <a:bodyPr/>
        <a:lstStyle/>
        <a:p>
          <a:endParaRPr lang="en-US"/>
        </a:p>
      </dgm:t>
    </dgm:pt>
    <dgm:pt modelId="{AB016FDF-E67A-F84F-A568-F841CBF87598}">
      <dgm:prSet/>
      <dgm:spPr/>
      <dgm:t>
        <a:bodyPr/>
        <a:lstStyle/>
        <a:p>
          <a:r>
            <a:rPr lang="en-US" b="1"/>
            <a:t>2. Pressure</a:t>
          </a:r>
          <a:endParaRPr lang="en-US"/>
        </a:p>
      </dgm:t>
    </dgm:pt>
    <dgm:pt modelId="{273789B2-F777-0147-BFDE-9B08D656DAA1}" type="parTrans" cxnId="{ED2A7DBF-5E64-6D44-8209-857B47D5E5A1}">
      <dgm:prSet/>
      <dgm:spPr/>
      <dgm:t>
        <a:bodyPr/>
        <a:lstStyle/>
        <a:p>
          <a:endParaRPr lang="en-US"/>
        </a:p>
      </dgm:t>
    </dgm:pt>
    <dgm:pt modelId="{A5DF6BBD-C4F5-D644-ABD8-55AD3E56698D}" type="sibTrans" cxnId="{ED2A7DBF-5E64-6D44-8209-857B47D5E5A1}">
      <dgm:prSet/>
      <dgm:spPr/>
      <dgm:t>
        <a:bodyPr/>
        <a:lstStyle/>
        <a:p>
          <a:endParaRPr lang="en-US"/>
        </a:p>
      </dgm:t>
    </dgm:pt>
    <dgm:pt modelId="{B011032E-6926-4ACA-9CA3-B4CE8771F1F4}" type="pres">
      <dgm:prSet presAssocID="{5EC690EE-11E2-4234-A789-400D1F389157}" presName="root" presStyleCnt="0">
        <dgm:presLayoutVars>
          <dgm:dir/>
          <dgm:resizeHandles val="exact"/>
        </dgm:presLayoutVars>
      </dgm:prSet>
      <dgm:spPr/>
    </dgm:pt>
    <dgm:pt modelId="{1E042AAD-6733-4CF2-A2CE-D5F71BD13C85}" type="pres">
      <dgm:prSet presAssocID="{10F79F5F-1DCE-4D13-A683-C57C5D6F3A62}" presName="compNode" presStyleCnt="0"/>
      <dgm:spPr/>
    </dgm:pt>
    <dgm:pt modelId="{E474017E-C66D-47D3-A83A-DF524B238E48}" type="pres">
      <dgm:prSet presAssocID="{10F79F5F-1DCE-4D13-A683-C57C5D6F3A62}"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62BF3D58-50F1-4217-8EBA-AE10C317782B}" type="pres">
      <dgm:prSet presAssocID="{10F79F5F-1DCE-4D13-A683-C57C5D6F3A62}" presName="spaceRect" presStyleCnt="0"/>
      <dgm:spPr/>
    </dgm:pt>
    <dgm:pt modelId="{FFDCD8F3-72A8-4CA0-9AA2-342D211440F1}" type="pres">
      <dgm:prSet presAssocID="{10F79F5F-1DCE-4D13-A683-C57C5D6F3A62}" presName="textRect" presStyleLbl="revTx" presStyleIdx="0" presStyleCnt="5">
        <dgm:presLayoutVars>
          <dgm:chMax val="1"/>
          <dgm:chPref val="1"/>
        </dgm:presLayoutVars>
      </dgm:prSet>
      <dgm:spPr/>
    </dgm:pt>
    <dgm:pt modelId="{2BB50004-C641-42A6-BE9D-A82709E1436F}" type="pres">
      <dgm:prSet presAssocID="{6BAEA276-004F-420F-9528-95EAE679E3D6}" presName="sibTrans" presStyleCnt="0"/>
      <dgm:spPr/>
    </dgm:pt>
    <dgm:pt modelId="{7DFAEF58-3884-4ED4-9B06-DF85D3E480E5}" type="pres">
      <dgm:prSet presAssocID="{AB016FDF-E67A-F84F-A568-F841CBF87598}" presName="compNode" presStyleCnt="0"/>
      <dgm:spPr/>
    </dgm:pt>
    <dgm:pt modelId="{FFD45E2B-CAAC-4BCD-8FEA-6DB88E23268F}" type="pres">
      <dgm:prSet presAssocID="{AB016FDF-E67A-F84F-A568-F841CBF87598}" presName="iconRect" presStyleLbl="node1" presStyleIdx="1" presStyleCnt="5"/>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Handwashing with solid fill"/>
        </a:ext>
      </dgm:extLst>
    </dgm:pt>
    <dgm:pt modelId="{BDFB95AD-7D23-4AEF-9E36-2E600D4D8519}" type="pres">
      <dgm:prSet presAssocID="{AB016FDF-E67A-F84F-A568-F841CBF87598}" presName="spaceRect" presStyleCnt="0"/>
      <dgm:spPr/>
    </dgm:pt>
    <dgm:pt modelId="{B0ECAB33-C407-4908-9344-09BCE3BD8519}" type="pres">
      <dgm:prSet presAssocID="{AB016FDF-E67A-F84F-A568-F841CBF87598}" presName="textRect" presStyleLbl="revTx" presStyleIdx="1" presStyleCnt="5">
        <dgm:presLayoutVars>
          <dgm:chMax val="1"/>
          <dgm:chPref val="1"/>
        </dgm:presLayoutVars>
      </dgm:prSet>
      <dgm:spPr/>
    </dgm:pt>
    <dgm:pt modelId="{D3934F9D-022C-4472-97AF-6F0CDC4F76EC}" type="pres">
      <dgm:prSet presAssocID="{A5DF6BBD-C4F5-D644-ABD8-55AD3E56698D}" presName="sibTrans" presStyleCnt="0"/>
      <dgm:spPr/>
    </dgm:pt>
    <dgm:pt modelId="{1B48E3A2-9447-4B91-BE0C-9760158E62EA}" type="pres">
      <dgm:prSet presAssocID="{D1BECF5A-6E3D-4E41-8F66-8FD62900EA5D}" presName="compNode" presStyleCnt="0"/>
      <dgm:spPr/>
    </dgm:pt>
    <dgm:pt modelId="{276FCB3F-176F-4A7D-B5D3-D2B41D12591E}" type="pres">
      <dgm:prSet presAssocID="{D1BECF5A-6E3D-4E41-8F66-8FD62900EA5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eaf"/>
        </a:ext>
      </dgm:extLst>
    </dgm:pt>
    <dgm:pt modelId="{977D0DE5-0DAF-4033-B6CC-BC55B4D6A036}" type="pres">
      <dgm:prSet presAssocID="{D1BECF5A-6E3D-4E41-8F66-8FD62900EA5D}" presName="spaceRect" presStyleCnt="0"/>
      <dgm:spPr/>
    </dgm:pt>
    <dgm:pt modelId="{5672E8E4-12B8-43F5-9408-4B27E19AD5CE}" type="pres">
      <dgm:prSet presAssocID="{D1BECF5A-6E3D-4E41-8F66-8FD62900EA5D}" presName="textRect" presStyleLbl="revTx" presStyleIdx="2" presStyleCnt="5">
        <dgm:presLayoutVars>
          <dgm:chMax val="1"/>
          <dgm:chPref val="1"/>
        </dgm:presLayoutVars>
      </dgm:prSet>
      <dgm:spPr/>
    </dgm:pt>
    <dgm:pt modelId="{DEF69522-8E63-4993-AFD5-0E8CA882A056}" type="pres">
      <dgm:prSet presAssocID="{AF278085-85CF-AA42-A8F7-CD55B38C4342}" presName="sibTrans" presStyleCnt="0"/>
      <dgm:spPr/>
    </dgm:pt>
    <dgm:pt modelId="{9B13947E-7A2C-45E5-969A-905E36077904}" type="pres">
      <dgm:prSet presAssocID="{7EED322B-8A74-9945-9145-54C1F2DF9A2A}" presName="compNode" presStyleCnt="0"/>
      <dgm:spPr/>
    </dgm:pt>
    <dgm:pt modelId="{7E1CC5C9-9D83-4F69-961D-22664CA6E906}" type="pres">
      <dgm:prSet presAssocID="{7EED322B-8A74-9945-9145-54C1F2DF9A2A}"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ustainability"/>
        </a:ext>
      </dgm:extLst>
    </dgm:pt>
    <dgm:pt modelId="{43BB6B24-3754-468B-BDF8-A22EA0D5D9C2}" type="pres">
      <dgm:prSet presAssocID="{7EED322B-8A74-9945-9145-54C1F2DF9A2A}" presName="spaceRect" presStyleCnt="0"/>
      <dgm:spPr/>
    </dgm:pt>
    <dgm:pt modelId="{480000B1-F047-4B81-AB51-BA63BCE207D7}" type="pres">
      <dgm:prSet presAssocID="{7EED322B-8A74-9945-9145-54C1F2DF9A2A}" presName="textRect" presStyleLbl="revTx" presStyleIdx="3" presStyleCnt="5" custScaleX="124312">
        <dgm:presLayoutVars>
          <dgm:chMax val="1"/>
          <dgm:chPref val="1"/>
        </dgm:presLayoutVars>
      </dgm:prSet>
      <dgm:spPr/>
    </dgm:pt>
    <dgm:pt modelId="{18017D58-8BED-45C8-A340-127476E0DAA4}" type="pres">
      <dgm:prSet presAssocID="{2A051450-2B4F-ED4E-8229-42C3A2D12F12}" presName="sibTrans" presStyleCnt="0"/>
      <dgm:spPr/>
    </dgm:pt>
    <dgm:pt modelId="{B633EDFE-64A1-4732-81D9-8ACA4FC47AD9}" type="pres">
      <dgm:prSet presAssocID="{C385CD4B-A357-EF4E-9DBA-25341C357FB1}" presName="compNode" presStyleCnt="0"/>
      <dgm:spPr/>
    </dgm:pt>
    <dgm:pt modelId="{725EB06C-FD8A-4D12-B7E8-191475109E13}" type="pres">
      <dgm:prSet presAssocID="{C385CD4B-A357-EF4E-9DBA-25341C357FB1}" presName="iconRect" presStyleLbl="node1" presStyleIdx="4" presStyleCnt="5"/>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Health And Safety with solid fill"/>
        </a:ext>
      </dgm:extLst>
    </dgm:pt>
    <dgm:pt modelId="{567C8C13-0ADA-4CC0-844A-BB741AE07AD1}" type="pres">
      <dgm:prSet presAssocID="{C385CD4B-A357-EF4E-9DBA-25341C357FB1}" presName="spaceRect" presStyleCnt="0"/>
      <dgm:spPr/>
    </dgm:pt>
    <dgm:pt modelId="{2650DAF1-2394-4A1D-A684-6C95EE72FE93}" type="pres">
      <dgm:prSet presAssocID="{C385CD4B-A357-EF4E-9DBA-25341C357FB1}" presName="textRect" presStyleLbl="revTx" presStyleIdx="4" presStyleCnt="5">
        <dgm:presLayoutVars>
          <dgm:chMax val="1"/>
          <dgm:chPref val="1"/>
        </dgm:presLayoutVars>
      </dgm:prSet>
      <dgm:spPr/>
    </dgm:pt>
  </dgm:ptLst>
  <dgm:cxnLst>
    <dgm:cxn modelId="{FB088910-BC4D-D645-B4BC-42B7DA789174}" type="presOf" srcId="{7EED322B-8A74-9945-9145-54C1F2DF9A2A}" destId="{480000B1-F047-4B81-AB51-BA63BCE207D7}" srcOrd="0" destOrd="0" presId="urn:microsoft.com/office/officeart/2018/2/layout/IconLabelList"/>
    <dgm:cxn modelId="{A3200235-317A-0E41-8448-9F9976FDD8E8}" type="presOf" srcId="{D1BECF5A-6E3D-4E41-8F66-8FD62900EA5D}" destId="{5672E8E4-12B8-43F5-9408-4B27E19AD5CE}" srcOrd="0" destOrd="0" presId="urn:microsoft.com/office/officeart/2018/2/layout/IconLabelList"/>
    <dgm:cxn modelId="{4486D54F-1F28-AF40-B834-E30DBCE39312}" type="presOf" srcId="{C385CD4B-A357-EF4E-9DBA-25341C357FB1}" destId="{2650DAF1-2394-4A1D-A684-6C95EE72FE93}" srcOrd="0" destOrd="0" presId="urn:microsoft.com/office/officeart/2018/2/layout/IconLabelList"/>
    <dgm:cxn modelId="{73BD2D5C-ACB4-C146-A027-4F0E3CC65196}" srcId="{5EC690EE-11E2-4234-A789-400D1F389157}" destId="{C385CD4B-A357-EF4E-9DBA-25341C357FB1}" srcOrd="4" destOrd="0" parTransId="{300DEFF8-51E5-F744-B5BA-E07577A103C4}" sibTransId="{491F446A-8CE1-EB45-BB3B-968828F8A8A0}"/>
    <dgm:cxn modelId="{E678D575-8DC8-AF43-AB96-B3EE24D508AC}" type="presOf" srcId="{5EC690EE-11E2-4234-A789-400D1F389157}" destId="{B011032E-6926-4ACA-9CA3-B4CE8771F1F4}" srcOrd="0" destOrd="0" presId="urn:microsoft.com/office/officeart/2018/2/layout/IconLabelList"/>
    <dgm:cxn modelId="{BCEACEB1-E8A4-419C-9EBD-6300BB505B3C}" srcId="{5EC690EE-11E2-4234-A789-400D1F389157}" destId="{10F79F5F-1DCE-4D13-A683-C57C5D6F3A62}" srcOrd="0" destOrd="0" parTransId="{FD32DD8F-730F-4C2C-BFC4-DAE12C3908F4}" sibTransId="{6BAEA276-004F-420F-9528-95EAE679E3D6}"/>
    <dgm:cxn modelId="{ED2A7DBF-5E64-6D44-8209-857B47D5E5A1}" srcId="{5EC690EE-11E2-4234-A789-400D1F389157}" destId="{AB016FDF-E67A-F84F-A568-F841CBF87598}" srcOrd="1" destOrd="0" parTransId="{273789B2-F777-0147-BFDE-9B08D656DAA1}" sibTransId="{A5DF6BBD-C4F5-D644-ABD8-55AD3E56698D}"/>
    <dgm:cxn modelId="{9226CAC0-7C70-3E49-9AFC-9AC64AE46FED}" srcId="{5EC690EE-11E2-4234-A789-400D1F389157}" destId="{7EED322B-8A74-9945-9145-54C1F2DF9A2A}" srcOrd="3" destOrd="0" parTransId="{7BF931C6-5106-A244-8437-3FF857488D76}" sibTransId="{2A051450-2B4F-ED4E-8229-42C3A2D12F12}"/>
    <dgm:cxn modelId="{D48BD7CA-08CC-C644-A411-B1F7450D69E9}" srcId="{5EC690EE-11E2-4234-A789-400D1F389157}" destId="{D1BECF5A-6E3D-4E41-8F66-8FD62900EA5D}" srcOrd="2" destOrd="0" parTransId="{8A949CA6-516D-7C46-B739-5A810ACE7034}" sibTransId="{AF278085-85CF-AA42-A8F7-CD55B38C4342}"/>
    <dgm:cxn modelId="{6B877EEC-A3C0-6641-9363-8DDBB2A623BD}" type="presOf" srcId="{AB016FDF-E67A-F84F-A568-F841CBF87598}" destId="{B0ECAB33-C407-4908-9344-09BCE3BD8519}" srcOrd="0" destOrd="0" presId="urn:microsoft.com/office/officeart/2018/2/layout/IconLabelList"/>
    <dgm:cxn modelId="{EBDCE3F3-0D20-5347-8AA5-1587B31A4778}" type="presOf" srcId="{10F79F5F-1DCE-4D13-A683-C57C5D6F3A62}" destId="{FFDCD8F3-72A8-4CA0-9AA2-342D211440F1}" srcOrd="0" destOrd="0" presId="urn:microsoft.com/office/officeart/2018/2/layout/IconLabelList"/>
    <dgm:cxn modelId="{5682CBA2-D0A6-114F-A56A-EA068B396553}" type="presParOf" srcId="{B011032E-6926-4ACA-9CA3-B4CE8771F1F4}" destId="{1E042AAD-6733-4CF2-A2CE-D5F71BD13C85}" srcOrd="0" destOrd="0" presId="urn:microsoft.com/office/officeart/2018/2/layout/IconLabelList"/>
    <dgm:cxn modelId="{362B1093-E3EE-E842-9E6A-BF53AC58305A}" type="presParOf" srcId="{1E042AAD-6733-4CF2-A2CE-D5F71BD13C85}" destId="{E474017E-C66D-47D3-A83A-DF524B238E48}" srcOrd="0" destOrd="0" presId="urn:microsoft.com/office/officeart/2018/2/layout/IconLabelList"/>
    <dgm:cxn modelId="{61D084A7-ACFE-D940-907C-78036F9F06DC}" type="presParOf" srcId="{1E042AAD-6733-4CF2-A2CE-D5F71BD13C85}" destId="{62BF3D58-50F1-4217-8EBA-AE10C317782B}" srcOrd="1" destOrd="0" presId="urn:microsoft.com/office/officeart/2018/2/layout/IconLabelList"/>
    <dgm:cxn modelId="{2BCACAE4-FF5E-CD4F-9426-ED6BA7ADA9C4}" type="presParOf" srcId="{1E042AAD-6733-4CF2-A2CE-D5F71BD13C85}" destId="{FFDCD8F3-72A8-4CA0-9AA2-342D211440F1}" srcOrd="2" destOrd="0" presId="urn:microsoft.com/office/officeart/2018/2/layout/IconLabelList"/>
    <dgm:cxn modelId="{F52EBB84-BC85-DE45-BCA3-3789E57B8F03}" type="presParOf" srcId="{B011032E-6926-4ACA-9CA3-B4CE8771F1F4}" destId="{2BB50004-C641-42A6-BE9D-A82709E1436F}" srcOrd="1" destOrd="0" presId="urn:microsoft.com/office/officeart/2018/2/layout/IconLabelList"/>
    <dgm:cxn modelId="{BE8903E4-C282-5C40-846D-B36E3E442CFA}" type="presParOf" srcId="{B011032E-6926-4ACA-9CA3-B4CE8771F1F4}" destId="{7DFAEF58-3884-4ED4-9B06-DF85D3E480E5}" srcOrd="2" destOrd="0" presId="urn:microsoft.com/office/officeart/2018/2/layout/IconLabelList"/>
    <dgm:cxn modelId="{06281DAD-88A3-6F4E-A638-50B37867F90D}" type="presParOf" srcId="{7DFAEF58-3884-4ED4-9B06-DF85D3E480E5}" destId="{FFD45E2B-CAAC-4BCD-8FEA-6DB88E23268F}" srcOrd="0" destOrd="0" presId="urn:microsoft.com/office/officeart/2018/2/layout/IconLabelList"/>
    <dgm:cxn modelId="{6448E719-018B-CD43-B1EA-DD2AC9A0E323}" type="presParOf" srcId="{7DFAEF58-3884-4ED4-9B06-DF85D3E480E5}" destId="{BDFB95AD-7D23-4AEF-9E36-2E600D4D8519}" srcOrd="1" destOrd="0" presId="urn:microsoft.com/office/officeart/2018/2/layout/IconLabelList"/>
    <dgm:cxn modelId="{067EB596-6787-0C46-B609-B5D8F7F0C806}" type="presParOf" srcId="{7DFAEF58-3884-4ED4-9B06-DF85D3E480E5}" destId="{B0ECAB33-C407-4908-9344-09BCE3BD8519}" srcOrd="2" destOrd="0" presId="urn:microsoft.com/office/officeart/2018/2/layout/IconLabelList"/>
    <dgm:cxn modelId="{D507A88F-6522-B14E-8626-A22A02AC9DA0}" type="presParOf" srcId="{B011032E-6926-4ACA-9CA3-B4CE8771F1F4}" destId="{D3934F9D-022C-4472-97AF-6F0CDC4F76EC}" srcOrd="3" destOrd="0" presId="urn:microsoft.com/office/officeart/2018/2/layout/IconLabelList"/>
    <dgm:cxn modelId="{6EE72824-DCA8-6440-BEBB-7E2BC8EEC476}" type="presParOf" srcId="{B011032E-6926-4ACA-9CA3-B4CE8771F1F4}" destId="{1B48E3A2-9447-4B91-BE0C-9760158E62EA}" srcOrd="4" destOrd="0" presId="urn:microsoft.com/office/officeart/2018/2/layout/IconLabelList"/>
    <dgm:cxn modelId="{8F3ABF56-D8BD-7B4E-BE99-000DF2114915}" type="presParOf" srcId="{1B48E3A2-9447-4B91-BE0C-9760158E62EA}" destId="{276FCB3F-176F-4A7D-B5D3-D2B41D12591E}" srcOrd="0" destOrd="0" presId="urn:microsoft.com/office/officeart/2018/2/layout/IconLabelList"/>
    <dgm:cxn modelId="{B02C683D-38B4-4C4E-8013-09BDAA84A856}" type="presParOf" srcId="{1B48E3A2-9447-4B91-BE0C-9760158E62EA}" destId="{977D0DE5-0DAF-4033-B6CC-BC55B4D6A036}" srcOrd="1" destOrd="0" presId="urn:microsoft.com/office/officeart/2018/2/layout/IconLabelList"/>
    <dgm:cxn modelId="{D9ABE17D-5D59-DC4A-AD53-B894E7CB8BFB}" type="presParOf" srcId="{1B48E3A2-9447-4B91-BE0C-9760158E62EA}" destId="{5672E8E4-12B8-43F5-9408-4B27E19AD5CE}" srcOrd="2" destOrd="0" presId="urn:microsoft.com/office/officeart/2018/2/layout/IconLabelList"/>
    <dgm:cxn modelId="{96B125FE-1E43-8F44-87B0-B5CD1FF5D876}" type="presParOf" srcId="{B011032E-6926-4ACA-9CA3-B4CE8771F1F4}" destId="{DEF69522-8E63-4993-AFD5-0E8CA882A056}" srcOrd="5" destOrd="0" presId="urn:microsoft.com/office/officeart/2018/2/layout/IconLabelList"/>
    <dgm:cxn modelId="{4E66E096-6994-3243-B65B-78C25C0B235B}" type="presParOf" srcId="{B011032E-6926-4ACA-9CA3-B4CE8771F1F4}" destId="{9B13947E-7A2C-45E5-969A-905E36077904}" srcOrd="6" destOrd="0" presId="urn:microsoft.com/office/officeart/2018/2/layout/IconLabelList"/>
    <dgm:cxn modelId="{D45C62B1-09AB-564C-9740-AD5E8B6C1BE3}" type="presParOf" srcId="{9B13947E-7A2C-45E5-969A-905E36077904}" destId="{7E1CC5C9-9D83-4F69-961D-22664CA6E906}" srcOrd="0" destOrd="0" presId="urn:microsoft.com/office/officeart/2018/2/layout/IconLabelList"/>
    <dgm:cxn modelId="{6F323357-EC61-E24C-BFCB-A31EBDF4CDE4}" type="presParOf" srcId="{9B13947E-7A2C-45E5-969A-905E36077904}" destId="{43BB6B24-3754-468B-BDF8-A22EA0D5D9C2}" srcOrd="1" destOrd="0" presId="urn:microsoft.com/office/officeart/2018/2/layout/IconLabelList"/>
    <dgm:cxn modelId="{6E0C6665-579F-F946-87B4-A55ADB50B062}" type="presParOf" srcId="{9B13947E-7A2C-45E5-969A-905E36077904}" destId="{480000B1-F047-4B81-AB51-BA63BCE207D7}" srcOrd="2" destOrd="0" presId="urn:microsoft.com/office/officeart/2018/2/layout/IconLabelList"/>
    <dgm:cxn modelId="{99F9C16B-B6FD-6942-ABF5-6B2699352C02}" type="presParOf" srcId="{B011032E-6926-4ACA-9CA3-B4CE8771F1F4}" destId="{18017D58-8BED-45C8-A340-127476E0DAA4}" srcOrd="7" destOrd="0" presId="urn:microsoft.com/office/officeart/2018/2/layout/IconLabelList"/>
    <dgm:cxn modelId="{B5D1D2AE-9436-4E47-BB65-DA6A0A928930}" type="presParOf" srcId="{B011032E-6926-4ACA-9CA3-B4CE8771F1F4}" destId="{B633EDFE-64A1-4732-81D9-8ACA4FC47AD9}" srcOrd="8" destOrd="0" presId="urn:microsoft.com/office/officeart/2018/2/layout/IconLabelList"/>
    <dgm:cxn modelId="{52CBCDA4-99C1-5B48-991B-A48F730AEE00}" type="presParOf" srcId="{B633EDFE-64A1-4732-81D9-8ACA4FC47AD9}" destId="{725EB06C-FD8A-4D12-B7E8-191475109E13}" srcOrd="0" destOrd="0" presId="urn:microsoft.com/office/officeart/2018/2/layout/IconLabelList"/>
    <dgm:cxn modelId="{1F9FEB6F-C4B5-2C47-8893-85A4AD1B6725}" type="presParOf" srcId="{B633EDFE-64A1-4732-81D9-8ACA4FC47AD9}" destId="{567C8C13-0ADA-4CC0-844A-BB741AE07AD1}" srcOrd="1" destOrd="0" presId="urn:microsoft.com/office/officeart/2018/2/layout/IconLabelList"/>
    <dgm:cxn modelId="{FBCD1B71-48FE-F044-8F19-8B4A7CFFD92C}" type="presParOf" srcId="{B633EDFE-64A1-4732-81D9-8ACA4FC47AD9}" destId="{2650DAF1-2394-4A1D-A684-6C95EE72FE93}" srcOrd="2" destOrd="0" presId="urn:microsoft.com/office/officeart/2018/2/layout/IconLabelList"/>
  </dgm:cxnLst>
  <dgm:bg>
    <a:noFill/>
  </dgm:bg>
  <dgm:whole>
    <a:ln>
      <a:noFill/>
    </a:ln>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0D01464-8B4B-4256-B54D-5089FF43AAB9}"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8F02F93-7DA3-40D1-9D16-6E7E4313454D}">
      <dgm:prSet/>
      <dgm:spPr/>
      <dgm:t>
        <a:bodyPr/>
        <a:lstStyle/>
        <a:p>
          <a:pPr>
            <a:lnSpc>
              <a:spcPct val="100000"/>
            </a:lnSpc>
            <a:defRPr b="1"/>
          </a:pPr>
          <a:r>
            <a:rPr lang="en-US" b="1"/>
            <a:t>Mission Statement:</a:t>
          </a:r>
          <a:endParaRPr lang="en-US"/>
        </a:p>
      </dgm:t>
    </dgm:pt>
    <dgm:pt modelId="{920285A4-985A-4771-9B2D-969F191C67C3}" type="parTrans" cxnId="{7B328C64-57C6-4564-9D2B-8CA06204751C}">
      <dgm:prSet/>
      <dgm:spPr/>
      <dgm:t>
        <a:bodyPr/>
        <a:lstStyle/>
        <a:p>
          <a:endParaRPr lang="en-US"/>
        </a:p>
      </dgm:t>
    </dgm:pt>
    <dgm:pt modelId="{BAD8FE6F-95D1-42F6-B891-B13C4E216941}" type="sibTrans" cxnId="{7B328C64-57C6-4564-9D2B-8CA06204751C}">
      <dgm:prSet/>
      <dgm:spPr/>
      <dgm:t>
        <a:bodyPr/>
        <a:lstStyle/>
        <a:p>
          <a:endParaRPr lang="en-US"/>
        </a:p>
      </dgm:t>
    </dgm:pt>
    <dgm:pt modelId="{75DD8CC2-8275-40BD-9599-F753DCA414B8}">
      <dgm:prSet/>
      <dgm:spPr/>
      <dgm:t>
        <a:bodyPr/>
        <a:lstStyle/>
        <a:p>
          <a:pPr>
            <a:lnSpc>
              <a:spcPct val="100000"/>
            </a:lnSpc>
          </a:pPr>
          <a:r>
            <a:rPr lang="en-US"/>
            <a:t>Create a water distribution system that transfers water quickly, provides sufficient pressure for effective delivery, ensures adequate flow for all watering methods, covers the entire garden area efficiently, and complies with relevant safety standards.</a:t>
          </a:r>
          <a:endParaRPr lang="en-US" dirty="0"/>
        </a:p>
      </dgm:t>
    </dgm:pt>
    <dgm:pt modelId="{997CF2CC-2B5E-4BC2-A65B-87040F522CF5}" type="parTrans" cxnId="{5E2230FB-C314-4A47-BFB6-9DCED642EBCE}">
      <dgm:prSet/>
      <dgm:spPr/>
      <dgm:t>
        <a:bodyPr/>
        <a:lstStyle/>
        <a:p>
          <a:endParaRPr lang="en-US"/>
        </a:p>
      </dgm:t>
    </dgm:pt>
    <dgm:pt modelId="{D8854CCD-1FE1-4DB5-8B28-ACC61C3BF05A}" type="sibTrans" cxnId="{5E2230FB-C314-4A47-BFB6-9DCED642EBCE}">
      <dgm:prSet/>
      <dgm:spPr/>
      <dgm:t>
        <a:bodyPr/>
        <a:lstStyle/>
        <a:p>
          <a:endParaRPr lang="en-US"/>
        </a:p>
      </dgm:t>
    </dgm:pt>
    <dgm:pt modelId="{D151A239-B89E-4FA6-A0A1-9251D8AAC380}">
      <dgm:prSet/>
      <dgm:spPr/>
      <dgm:t>
        <a:bodyPr/>
        <a:lstStyle/>
        <a:p>
          <a:pPr>
            <a:lnSpc>
              <a:spcPct val="100000"/>
            </a:lnSpc>
            <a:defRPr b="1"/>
          </a:pPr>
          <a:r>
            <a:rPr lang="en-US"/>
            <a:t>Key Objectives:</a:t>
          </a:r>
        </a:p>
      </dgm:t>
    </dgm:pt>
    <dgm:pt modelId="{C1778E18-29CC-4C90-914E-9B02ED4B97B8}" type="parTrans" cxnId="{CA3ACABB-7B2B-431D-AC2D-CBB12E43FE6D}">
      <dgm:prSet/>
      <dgm:spPr/>
      <dgm:t>
        <a:bodyPr/>
        <a:lstStyle/>
        <a:p>
          <a:endParaRPr lang="en-US"/>
        </a:p>
      </dgm:t>
    </dgm:pt>
    <dgm:pt modelId="{D00CDC04-B98B-48A2-ADBE-F16740D1880B}" type="sibTrans" cxnId="{CA3ACABB-7B2B-431D-AC2D-CBB12E43FE6D}">
      <dgm:prSet/>
      <dgm:spPr/>
      <dgm:t>
        <a:bodyPr/>
        <a:lstStyle/>
        <a:p>
          <a:endParaRPr lang="en-US"/>
        </a:p>
      </dgm:t>
    </dgm:pt>
    <dgm:pt modelId="{6B43F0D0-3612-4B60-8909-9AAA18680542}">
      <dgm:prSet/>
      <dgm:spPr/>
      <dgm:t>
        <a:bodyPr/>
        <a:lstStyle/>
        <a:p>
          <a:pPr>
            <a:lnSpc>
              <a:spcPct val="100000"/>
            </a:lnSpc>
          </a:pPr>
          <a:r>
            <a:rPr lang="en-US" dirty="0"/>
            <a:t>Reduce water transfer time.</a:t>
          </a:r>
        </a:p>
      </dgm:t>
    </dgm:pt>
    <dgm:pt modelId="{05B3E1F6-BA54-4DB9-9542-CC962F667339}" type="parTrans" cxnId="{C12C074F-5764-4F2E-95FC-EEEB2D956CA4}">
      <dgm:prSet/>
      <dgm:spPr/>
      <dgm:t>
        <a:bodyPr/>
        <a:lstStyle/>
        <a:p>
          <a:endParaRPr lang="en-US"/>
        </a:p>
      </dgm:t>
    </dgm:pt>
    <dgm:pt modelId="{FBD28AEF-B498-4F14-B513-3465FEAD2D45}" type="sibTrans" cxnId="{C12C074F-5764-4F2E-95FC-EEEB2D956CA4}">
      <dgm:prSet/>
      <dgm:spPr/>
      <dgm:t>
        <a:bodyPr/>
        <a:lstStyle/>
        <a:p>
          <a:endParaRPr lang="en-US"/>
        </a:p>
      </dgm:t>
    </dgm:pt>
    <dgm:pt modelId="{A6DF01E6-AA1B-4F00-821F-A9237010B176}">
      <dgm:prSet/>
      <dgm:spPr/>
      <dgm:t>
        <a:bodyPr/>
        <a:lstStyle/>
        <a:p>
          <a:pPr>
            <a:lnSpc>
              <a:spcPct val="100000"/>
            </a:lnSpc>
          </a:pPr>
          <a:r>
            <a:rPr lang="en-US"/>
            <a:t>Deliver consistent water pressure across all garden zones.</a:t>
          </a:r>
        </a:p>
      </dgm:t>
    </dgm:pt>
    <dgm:pt modelId="{80E31C9C-7528-4D66-ACF5-4922AF3C7B39}" type="parTrans" cxnId="{10DA1292-C676-4059-ACF4-5ED9F5D96C73}">
      <dgm:prSet/>
      <dgm:spPr/>
      <dgm:t>
        <a:bodyPr/>
        <a:lstStyle/>
        <a:p>
          <a:endParaRPr lang="en-US"/>
        </a:p>
      </dgm:t>
    </dgm:pt>
    <dgm:pt modelId="{E896B104-5712-407F-BF6B-F2F1C055D8BE}" type="sibTrans" cxnId="{10DA1292-C676-4059-ACF4-5ED9F5D96C73}">
      <dgm:prSet/>
      <dgm:spPr/>
      <dgm:t>
        <a:bodyPr/>
        <a:lstStyle/>
        <a:p>
          <a:endParaRPr lang="en-US"/>
        </a:p>
      </dgm:t>
    </dgm:pt>
    <dgm:pt modelId="{EFC396C7-630A-4FE5-83D7-45BB63022F20}">
      <dgm:prSet/>
      <dgm:spPr/>
      <dgm:t>
        <a:bodyPr/>
        <a:lstStyle/>
        <a:p>
          <a:pPr>
            <a:lnSpc>
              <a:spcPct val="100000"/>
            </a:lnSpc>
          </a:pPr>
          <a:r>
            <a:rPr lang="en-US"/>
            <a:t>Ensure simplicity and low maintenance for long-term usability.</a:t>
          </a:r>
          <a:endParaRPr lang="en-US" dirty="0"/>
        </a:p>
      </dgm:t>
    </dgm:pt>
    <dgm:pt modelId="{79AEC1D4-C592-4FDE-8EA0-A0B8BE531E3E}" type="parTrans" cxnId="{0436CDB3-AFEA-49B0-A62D-2767AE03EFF4}">
      <dgm:prSet/>
      <dgm:spPr/>
      <dgm:t>
        <a:bodyPr/>
        <a:lstStyle/>
        <a:p>
          <a:endParaRPr lang="en-US"/>
        </a:p>
      </dgm:t>
    </dgm:pt>
    <dgm:pt modelId="{66C9034A-2E28-4BD6-8E11-8374CD24060E}" type="sibTrans" cxnId="{0436CDB3-AFEA-49B0-A62D-2767AE03EFF4}">
      <dgm:prSet/>
      <dgm:spPr/>
      <dgm:t>
        <a:bodyPr/>
        <a:lstStyle/>
        <a:p>
          <a:endParaRPr lang="en-US"/>
        </a:p>
      </dgm:t>
    </dgm:pt>
    <dgm:pt modelId="{6C73CEDB-2EBB-43FA-8E0F-B5BE1A01F179}">
      <dgm:prSet/>
      <dgm:spPr/>
      <dgm:t>
        <a:bodyPr/>
        <a:lstStyle/>
        <a:p>
          <a:pPr>
            <a:lnSpc>
              <a:spcPct val="100000"/>
            </a:lnSpc>
          </a:pPr>
          <a:r>
            <a:rPr lang="en-US"/>
            <a:t>Incorporate sustainable and recyclable materials.</a:t>
          </a:r>
        </a:p>
      </dgm:t>
    </dgm:pt>
    <dgm:pt modelId="{4E3F1F2C-8FC7-4CA6-98F0-8CE50094E5AC}" type="parTrans" cxnId="{2B458D24-3DD0-4647-AE7B-484E3B347B5C}">
      <dgm:prSet/>
      <dgm:spPr/>
      <dgm:t>
        <a:bodyPr/>
        <a:lstStyle/>
        <a:p>
          <a:endParaRPr lang="en-US"/>
        </a:p>
      </dgm:t>
    </dgm:pt>
    <dgm:pt modelId="{37620ADA-421F-49A2-BD1A-D851E4279441}" type="sibTrans" cxnId="{2B458D24-3DD0-4647-AE7B-484E3B347B5C}">
      <dgm:prSet/>
      <dgm:spPr/>
      <dgm:t>
        <a:bodyPr/>
        <a:lstStyle/>
        <a:p>
          <a:endParaRPr lang="en-US"/>
        </a:p>
      </dgm:t>
    </dgm:pt>
    <dgm:pt modelId="{F24D8AA6-3269-455D-AA24-8405A7B06677}" type="pres">
      <dgm:prSet presAssocID="{D0D01464-8B4B-4256-B54D-5089FF43AAB9}" presName="root" presStyleCnt="0">
        <dgm:presLayoutVars>
          <dgm:dir/>
          <dgm:resizeHandles val="exact"/>
        </dgm:presLayoutVars>
      </dgm:prSet>
      <dgm:spPr/>
    </dgm:pt>
    <dgm:pt modelId="{3DF7C564-1935-45C9-963E-E7CAEF2432A2}" type="pres">
      <dgm:prSet presAssocID="{48F02F93-7DA3-40D1-9D16-6E7E4313454D}" presName="compNode" presStyleCnt="0"/>
      <dgm:spPr/>
    </dgm:pt>
    <dgm:pt modelId="{862D2969-26C3-4A92-BFEF-FA4CB1D79CD6}" type="pres">
      <dgm:prSet presAssocID="{48F02F93-7DA3-40D1-9D16-6E7E4313454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tering pot"/>
        </a:ext>
      </dgm:extLst>
    </dgm:pt>
    <dgm:pt modelId="{06C0C177-7B4C-4F6F-8A66-05C79D6A3BF4}" type="pres">
      <dgm:prSet presAssocID="{48F02F93-7DA3-40D1-9D16-6E7E4313454D}" presName="iconSpace" presStyleCnt="0"/>
      <dgm:spPr/>
    </dgm:pt>
    <dgm:pt modelId="{786A82A9-62CE-4359-8FC5-5AEAC12BA9EC}" type="pres">
      <dgm:prSet presAssocID="{48F02F93-7DA3-40D1-9D16-6E7E4313454D}" presName="parTx" presStyleLbl="revTx" presStyleIdx="0" presStyleCnt="4">
        <dgm:presLayoutVars>
          <dgm:chMax val="0"/>
          <dgm:chPref val="0"/>
        </dgm:presLayoutVars>
      </dgm:prSet>
      <dgm:spPr/>
    </dgm:pt>
    <dgm:pt modelId="{BFADC727-3C27-4CFE-A196-A856867A772D}" type="pres">
      <dgm:prSet presAssocID="{48F02F93-7DA3-40D1-9D16-6E7E4313454D}" presName="txSpace" presStyleCnt="0"/>
      <dgm:spPr/>
    </dgm:pt>
    <dgm:pt modelId="{67297096-C995-4FF0-9DAF-29632C621BF4}" type="pres">
      <dgm:prSet presAssocID="{48F02F93-7DA3-40D1-9D16-6E7E4313454D}" presName="desTx" presStyleLbl="revTx" presStyleIdx="1" presStyleCnt="4">
        <dgm:presLayoutVars/>
      </dgm:prSet>
      <dgm:spPr/>
    </dgm:pt>
    <dgm:pt modelId="{AFCA1310-40A3-405E-9A8B-A305E157857D}" type="pres">
      <dgm:prSet presAssocID="{BAD8FE6F-95D1-42F6-B891-B13C4E216941}" presName="sibTrans" presStyleCnt="0"/>
      <dgm:spPr/>
    </dgm:pt>
    <dgm:pt modelId="{580B335A-823B-407D-A545-E867FC86D82F}" type="pres">
      <dgm:prSet presAssocID="{D151A239-B89E-4FA6-A0A1-9251D8AAC380}" presName="compNode" presStyleCnt="0"/>
      <dgm:spPr/>
    </dgm:pt>
    <dgm:pt modelId="{9FCD7CB5-F94F-457D-B25D-53F4365F4548}" type="pres">
      <dgm:prSet presAssocID="{D151A239-B89E-4FA6-A0A1-9251D8AAC38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ater"/>
        </a:ext>
      </dgm:extLst>
    </dgm:pt>
    <dgm:pt modelId="{060FC90D-AF34-4B07-870F-DA022A4A443C}" type="pres">
      <dgm:prSet presAssocID="{D151A239-B89E-4FA6-A0A1-9251D8AAC380}" presName="iconSpace" presStyleCnt="0"/>
      <dgm:spPr/>
    </dgm:pt>
    <dgm:pt modelId="{664FAAA9-D2DD-44CD-83F1-E6563094D449}" type="pres">
      <dgm:prSet presAssocID="{D151A239-B89E-4FA6-A0A1-9251D8AAC380}" presName="parTx" presStyleLbl="revTx" presStyleIdx="2" presStyleCnt="4">
        <dgm:presLayoutVars>
          <dgm:chMax val="0"/>
          <dgm:chPref val="0"/>
        </dgm:presLayoutVars>
      </dgm:prSet>
      <dgm:spPr/>
    </dgm:pt>
    <dgm:pt modelId="{4CBD5C71-82AC-44F0-9107-B520973DEE10}" type="pres">
      <dgm:prSet presAssocID="{D151A239-B89E-4FA6-A0A1-9251D8AAC380}" presName="txSpace" presStyleCnt="0"/>
      <dgm:spPr/>
    </dgm:pt>
    <dgm:pt modelId="{E5A3AA82-D9BC-4140-B7CA-A3EC0FC643D1}" type="pres">
      <dgm:prSet presAssocID="{D151A239-B89E-4FA6-A0A1-9251D8AAC380}" presName="desTx" presStyleLbl="revTx" presStyleIdx="3" presStyleCnt="4">
        <dgm:presLayoutVars/>
      </dgm:prSet>
      <dgm:spPr/>
    </dgm:pt>
  </dgm:ptLst>
  <dgm:cxnLst>
    <dgm:cxn modelId="{6F10DD06-1B28-3A4A-ABDD-40E0A7E962CE}" type="presOf" srcId="{EFC396C7-630A-4FE5-83D7-45BB63022F20}" destId="{E5A3AA82-D9BC-4140-B7CA-A3EC0FC643D1}" srcOrd="0" destOrd="2" presId="urn:microsoft.com/office/officeart/2018/2/layout/IconLabelDescriptionList"/>
    <dgm:cxn modelId="{CF0D190D-CEDA-C74B-9387-40D57AF0ADC1}" type="presOf" srcId="{D151A239-B89E-4FA6-A0A1-9251D8AAC380}" destId="{664FAAA9-D2DD-44CD-83F1-E6563094D449}" srcOrd="0" destOrd="0" presId="urn:microsoft.com/office/officeart/2018/2/layout/IconLabelDescriptionList"/>
    <dgm:cxn modelId="{842B311B-18E6-4A45-8CBC-280611CEC02E}" type="presOf" srcId="{D0D01464-8B4B-4256-B54D-5089FF43AAB9}" destId="{F24D8AA6-3269-455D-AA24-8405A7B06677}" srcOrd="0" destOrd="0" presId="urn:microsoft.com/office/officeart/2018/2/layout/IconLabelDescriptionList"/>
    <dgm:cxn modelId="{2B458D24-3DD0-4647-AE7B-484E3B347B5C}" srcId="{D151A239-B89E-4FA6-A0A1-9251D8AAC380}" destId="{6C73CEDB-2EBB-43FA-8E0F-B5BE1A01F179}" srcOrd="3" destOrd="0" parTransId="{4E3F1F2C-8FC7-4CA6-98F0-8CE50094E5AC}" sibTransId="{37620ADA-421F-49A2-BD1A-D851E4279441}"/>
    <dgm:cxn modelId="{C12C074F-5764-4F2E-95FC-EEEB2D956CA4}" srcId="{D151A239-B89E-4FA6-A0A1-9251D8AAC380}" destId="{6B43F0D0-3612-4B60-8909-9AAA18680542}" srcOrd="0" destOrd="0" parTransId="{05B3E1F6-BA54-4DB9-9542-CC962F667339}" sibTransId="{FBD28AEF-B498-4F14-B513-3465FEAD2D45}"/>
    <dgm:cxn modelId="{7B328C64-57C6-4564-9D2B-8CA06204751C}" srcId="{D0D01464-8B4B-4256-B54D-5089FF43AAB9}" destId="{48F02F93-7DA3-40D1-9D16-6E7E4313454D}" srcOrd="0" destOrd="0" parTransId="{920285A4-985A-4771-9B2D-969F191C67C3}" sibTransId="{BAD8FE6F-95D1-42F6-B891-B13C4E216941}"/>
    <dgm:cxn modelId="{79EA9D70-43D9-BF43-83B3-475BFC22B83A}" type="presOf" srcId="{6C73CEDB-2EBB-43FA-8E0F-B5BE1A01F179}" destId="{E5A3AA82-D9BC-4140-B7CA-A3EC0FC643D1}" srcOrd="0" destOrd="3" presId="urn:microsoft.com/office/officeart/2018/2/layout/IconLabelDescriptionList"/>
    <dgm:cxn modelId="{CEE37388-5011-4749-A690-7A7102EEB26A}" type="presOf" srcId="{48F02F93-7DA3-40D1-9D16-6E7E4313454D}" destId="{786A82A9-62CE-4359-8FC5-5AEAC12BA9EC}" srcOrd="0" destOrd="0" presId="urn:microsoft.com/office/officeart/2018/2/layout/IconLabelDescriptionList"/>
    <dgm:cxn modelId="{10DA1292-C676-4059-ACF4-5ED9F5D96C73}" srcId="{D151A239-B89E-4FA6-A0A1-9251D8AAC380}" destId="{A6DF01E6-AA1B-4F00-821F-A9237010B176}" srcOrd="1" destOrd="0" parTransId="{80E31C9C-7528-4D66-ACF5-4922AF3C7B39}" sibTransId="{E896B104-5712-407F-BF6B-F2F1C055D8BE}"/>
    <dgm:cxn modelId="{84D22EA5-897B-034B-BEEA-D385DBCBF76B}" type="presOf" srcId="{6B43F0D0-3612-4B60-8909-9AAA18680542}" destId="{E5A3AA82-D9BC-4140-B7CA-A3EC0FC643D1}" srcOrd="0" destOrd="0" presId="urn:microsoft.com/office/officeart/2018/2/layout/IconLabelDescriptionList"/>
    <dgm:cxn modelId="{0436CDB3-AFEA-49B0-A62D-2767AE03EFF4}" srcId="{D151A239-B89E-4FA6-A0A1-9251D8AAC380}" destId="{EFC396C7-630A-4FE5-83D7-45BB63022F20}" srcOrd="2" destOrd="0" parTransId="{79AEC1D4-C592-4FDE-8EA0-A0B8BE531E3E}" sibTransId="{66C9034A-2E28-4BD6-8E11-8374CD24060E}"/>
    <dgm:cxn modelId="{CA3ACABB-7B2B-431D-AC2D-CBB12E43FE6D}" srcId="{D0D01464-8B4B-4256-B54D-5089FF43AAB9}" destId="{D151A239-B89E-4FA6-A0A1-9251D8AAC380}" srcOrd="1" destOrd="0" parTransId="{C1778E18-29CC-4C90-914E-9B02ED4B97B8}" sibTransId="{D00CDC04-B98B-48A2-ADBE-F16740D1880B}"/>
    <dgm:cxn modelId="{BB5CD8C9-1C03-CC4D-B64E-FC2FD49555F9}" type="presOf" srcId="{A6DF01E6-AA1B-4F00-821F-A9237010B176}" destId="{E5A3AA82-D9BC-4140-B7CA-A3EC0FC643D1}" srcOrd="0" destOrd="1" presId="urn:microsoft.com/office/officeart/2018/2/layout/IconLabelDescriptionList"/>
    <dgm:cxn modelId="{18B3D3EE-DCA0-CF44-B2FF-359DC9270DB2}" type="presOf" srcId="{75DD8CC2-8275-40BD-9599-F753DCA414B8}" destId="{67297096-C995-4FF0-9DAF-29632C621BF4}" srcOrd="0" destOrd="0" presId="urn:microsoft.com/office/officeart/2018/2/layout/IconLabelDescriptionList"/>
    <dgm:cxn modelId="{5E2230FB-C314-4A47-BFB6-9DCED642EBCE}" srcId="{48F02F93-7DA3-40D1-9D16-6E7E4313454D}" destId="{75DD8CC2-8275-40BD-9599-F753DCA414B8}" srcOrd="0" destOrd="0" parTransId="{997CF2CC-2B5E-4BC2-A65B-87040F522CF5}" sibTransId="{D8854CCD-1FE1-4DB5-8B28-ACC61C3BF05A}"/>
    <dgm:cxn modelId="{B70C886C-3E92-454D-9FE4-F6315D444F23}" type="presParOf" srcId="{F24D8AA6-3269-455D-AA24-8405A7B06677}" destId="{3DF7C564-1935-45C9-963E-E7CAEF2432A2}" srcOrd="0" destOrd="0" presId="urn:microsoft.com/office/officeart/2018/2/layout/IconLabelDescriptionList"/>
    <dgm:cxn modelId="{D63C0764-0E9B-7849-80AC-7C16D806225F}" type="presParOf" srcId="{3DF7C564-1935-45C9-963E-E7CAEF2432A2}" destId="{862D2969-26C3-4A92-BFEF-FA4CB1D79CD6}" srcOrd="0" destOrd="0" presId="urn:microsoft.com/office/officeart/2018/2/layout/IconLabelDescriptionList"/>
    <dgm:cxn modelId="{B470EC0C-C6FE-2A4E-823E-754AEB6B95C6}" type="presParOf" srcId="{3DF7C564-1935-45C9-963E-E7CAEF2432A2}" destId="{06C0C177-7B4C-4F6F-8A66-05C79D6A3BF4}" srcOrd="1" destOrd="0" presId="urn:microsoft.com/office/officeart/2018/2/layout/IconLabelDescriptionList"/>
    <dgm:cxn modelId="{844620AB-F207-3549-BA4E-52CA7CE16626}" type="presParOf" srcId="{3DF7C564-1935-45C9-963E-E7CAEF2432A2}" destId="{786A82A9-62CE-4359-8FC5-5AEAC12BA9EC}" srcOrd="2" destOrd="0" presId="urn:microsoft.com/office/officeart/2018/2/layout/IconLabelDescriptionList"/>
    <dgm:cxn modelId="{D9A72693-B80A-514D-AC9C-8B414DB22F58}" type="presParOf" srcId="{3DF7C564-1935-45C9-963E-E7CAEF2432A2}" destId="{BFADC727-3C27-4CFE-A196-A856867A772D}" srcOrd="3" destOrd="0" presId="urn:microsoft.com/office/officeart/2018/2/layout/IconLabelDescriptionList"/>
    <dgm:cxn modelId="{115EED1B-403E-0B40-BA22-A6F19BACB98E}" type="presParOf" srcId="{3DF7C564-1935-45C9-963E-E7CAEF2432A2}" destId="{67297096-C995-4FF0-9DAF-29632C621BF4}" srcOrd="4" destOrd="0" presId="urn:microsoft.com/office/officeart/2018/2/layout/IconLabelDescriptionList"/>
    <dgm:cxn modelId="{E0D1C0B2-EEDA-A046-A304-CCC040704319}" type="presParOf" srcId="{F24D8AA6-3269-455D-AA24-8405A7B06677}" destId="{AFCA1310-40A3-405E-9A8B-A305E157857D}" srcOrd="1" destOrd="0" presId="urn:microsoft.com/office/officeart/2018/2/layout/IconLabelDescriptionList"/>
    <dgm:cxn modelId="{74C1F3F2-3B5B-6F4B-A217-AE636F7C71C2}" type="presParOf" srcId="{F24D8AA6-3269-455D-AA24-8405A7B06677}" destId="{580B335A-823B-407D-A545-E867FC86D82F}" srcOrd="2" destOrd="0" presId="urn:microsoft.com/office/officeart/2018/2/layout/IconLabelDescriptionList"/>
    <dgm:cxn modelId="{DF49846D-9CB9-0E4F-83A1-46301B05AA72}" type="presParOf" srcId="{580B335A-823B-407D-A545-E867FC86D82F}" destId="{9FCD7CB5-F94F-457D-B25D-53F4365F4548}" srcOrd="0" destOrd="0" presId="urn:microsoft.com/office/officeart/2018/2/layout/IconLabelDescriptionList"/>
    <dgm:cxn modelId="{79CD7AA4-87EA-4B44-92CC-94587EB8818A}" type="presParOf" srcId="{580B335A-823B-407D-A545-E867FC86D82F}" destId="{060FC90D-AF34-4B07-870F-DA022A4A443C}" srcOrd="1" destOrd="0" presId="urn:microsoft.com/office/officeart/2018/2/layout/IconLabelDescriptionList"/>
    <dgm:cxn modelId="{ED687363-844F-074C-BB0F-58E0EDBE0EC6}" type="presParOf" srcId="{580B335A-823B-407D-A545-E867FC86D82F}" destId="{664FAAA9-D2DD-44CD-83F1-E6563094D449}" srcOrd="2" destOrd="0" presId="urn:microsoft.com/office/officeart/2018/2/layout/IconLabelDescriptionList"/>
    <dgm:cxn modelId="{5949F67C-51B1-6D40-AE94-642D1F97AE7B}" type="presParOf" srcId="{580B335A-823B-407D-A545-E867FC86D82F}" destId="{4CBD5C71-82AC-44F0-9107-B520973DEE10}" srcOrd="3" destOrd="0" presId="urn:microsoft.com/office/officeart/2018/2/layout/IconLabelDescriptionList"/>
    <dgm:cxn modelId="{EB31147A-2731-D148-BADD-13C46785576E}" type="presParOf" srcId="{580B335A-823B-407D-A545-E867FC86D82F}" destId="{E5A3AA82-D9BC-4140-B7CA-A3EC0FC643D1}" srcOrd="4" destOrd="0" presId="urn:microsoft.com/office/officeart/2018/2/layout/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47285BE-B9E5-4D41-83D1-FF6E9CEF7307}" type="doc">
      <dgm:prSet loTypeId="urn:microsoft.com/office/officeart/2005/8/layout/chevron1" loCatId="process" qsTypeId="urn:microsoft.com/office/officeart/2005/8/quickstyle/simple1" qsCatId="simple" csTypeId="urn:microsoft.com/office/officeart/2005/8/colors/colorful5" csCatId="colorful" phldr="1"/>
      <dgm:spPr/>
      <dgm:t>
        <a:bodyPr/>
        <a:lstStyle/>
        <a:p>
          <a:endParaRPr lang="en-US"/>
        </a:p>
      </dgm:t>
    </dgm:pt>
    <dgm:pt modelId="{673FB6CA-EB37-4F33-B671-2BC0B2EFAB17}">
      <dgm:prSet/>
      <dgm:spPr/>
      <dgm:t>
        <a:bodyPr/>
        <a:lstStyle/>
        <a:p>
          <a:r>
            <a:rPr lang="en-US" b="1"/>
            <a:t>Target Specifications:</a:t>
          </a:r>
          <a:endParaRPr lang="en-US"/>
        </a:p>
      </dgm:t>
    </dgm:pt>
    <dgm:pt modelId="{D2E97375-314E-453C-AA20-A7E20853E9F9}" type="parTrans" cxnId="{2F5CC3E4-970C-4EB8-8D13-B152D95A79A2}">
      <dgm:prSet/>
      <dgm:spPr/>
      <dgm:t>
        <a:bodyPr/>
        <a:lstStyle/>
        <a:p>
          <a:endParaRPr lang="en-US"/>
        </a:p>
      </dgm:t>
    </dgm:pt>
    <dgm:pt modelId="{29DF66CA-98A5-40A4-A8BD-701CF66CE7C6}" type="sibTrans" cxnId="{2F5CC3E4-970C-4EB8-8D13-B152D95A79A2}">
      <dgm:prSet/>
      <dgm:spPr/>
      <dgm:t>
        <a:bodyPr/>
        <a:lstStyle/>
        <a:p>
          <a:endParaRPr lang="en-US"/>
        </a:p>
      </dgm:t>
    </dgm:pt>
    <dgm:pt modelId="{59E17C4E-81B7-4321-B55B-DA481AAC567F}">
      <dgm:prSet/>
      <dgm:spPr/>
      <dgm:t>
        <a:bodyPr/>
        <a:lstStyle/>
        <a:p>
          <a:r>
            <a:rPr lang="en-US"/>
            <a:t>Flow rate: 50–60 L/min.</a:t>
          </a:r>
        </a:p>
      </dgm:t>
    </dgm:pt>
    <dgm:pt modelId="{E0AB58F4-3EFC-4A95-B2A0-29EB3747027A}" type="parTrans" cxnId="{DE4C6F5D-43D1-4796-990A-B902801B852A}">
      <dgm:prSet/>
      <dgm:spPr/>
      <dgm:t>
        <a:bodyPr/>
        <a:lstStyle/>
        <a:p>
          <a:endParaRPr lang="en-US"/>
        </a:p>
      </dgm:t>
    </dgm:pt>
    <dgm:pt modelId="{5826DEF4-FF10-4817-9650-3C81F4255BEB}" type="sibTrans" cxnId="{DE4C6F5D-43D1-4796-990A-B902801B852A}">
      <dgm:prSet/>
      <dgm:spPr/>
      <dgm:t>
        <a:bodyPr/>
        <a:lstStyle/>
        <a:p>
          <a:endParaRPr lang="en-US"/>
        </a:p>
      </dgm:t>
    </dgm:pt>
    <dgm:pt modelId="{147EC207-ECC3-4E1E-A53E-D307DE5508AB}">
      <dgm:prSet/>
      <dgm:spPr/>
      <dgm:t>
        <a:bodyPr/>
        <a:lstStyle/>
        <a:p>
          <a:r>
            <a:rPr lang="en-US"/>
            <a:t>Water pressure: 300–400 kPa.</a:t>
          </a:r>
        </a:p>
      </dgm:t>
    </dgm:pt>
    <dgm:pt modelId="{1D85F966-2928-4E62-9348-09BE085F3B95}" type="parTrans" cxnId="{A5EB02F2-2BD2-413B-9AC2-BD1963DD3D39}">
      <dgm:prSet/>
      <dgm:spPr/>
      <dgm:t>
        <a:bodyPr/>
        <a:lstStyle/>
        <a:p>
          <a:endParaRPr lang="en-US"/>
        </a:p>
      </dgm:t>
    </dgm:pt>
    <dgm:pt modelId="{359BF7A9-9D21-4FA8-A9F1-F78574326093}" type="sibTrans" cxnId="{A5EB02F2-2BD2-413B-9AC2-BD1963DD3D39}">
      <dgm:prSet/>
      <dgm:spPr/>
      <dgm:t>
        <a:bodyPr/>
        <a:lstStyle/>
        <a:p>
          <a:endParaRPr lang="en-US"/>
        </a:p>
      </dgm:t>
    </dgm:pt>
    <dgm:pt modelId="{3F873BE7-F1F7-401B-85D9-D0E887F56D59}">
      <dgm:prSet/>
      <dgm:spPr/>
      <dgm:t>
        <a:bodyPr/>
        <a:lstStyle/>
        <a:p>
          <a:r>
            <a:rPr lang="en-US"/>
            <a:t>Noise: ≤50 dB at 1m.</a:t>
          </a:r>
        </a:p>
      </dgm:t>
    </dgm:pt>
    <dgm:pt modelId="{4AC4A6E9-856A-4682-8764-3A63567B794B}" type="parTrans" cxnId="{A40846FD-DDD5-4095-81C8-987D1EC016B9}">
      <dgm:prSet/>
      <dgm:spPr/>
      <dgm:t>
        <a:bodyPr/>
        <a:lstStyle/>
        <a:p>
          <a:endParaRPr lang="en-US"/>
        </a:p>
      </dgm:t>
    </dgm:pt>
    <dgm:pt modelId="{35B38A45-26B7-49B2-8A4E-C46ACD23B10A}" type="sibTrans" cxnId="{A40846FD-DDD5-4095-81C8-987D1EC016B9}">
      <dgm:prSet/>
      <dgm:spPr/>
      <dgm:t>
        <a:bodyPr/>
        <a:lstStyle/>
        <a:p>
          <a:endParaRPr lang="en-US"/>
        </a:p>
      </dgm:t>
    </dgm:pt>
    <dgm:pt modelId="{DBD69085-CBBD-4778-BD80-EACAE1071446}">
      <dgm:prSet/>
      <dgm:spPr/>
      <dgm:t>
        <a:bodyPr/>
        <a:lstStyle/>
        <a:p>
          <a:r>
            <a:rPr lang="en-US"/>
            <a:t>Operating cost: ≤$50/year.</a:t>
          </a:r>
        </a:p>
      </dgm:t>
    </dgm:pt>
    <dgm:pt modelId="{FB850E83-B358-48BA-A574-662BF3258131}" type="parTrans" cxnId="{1505AAAE-1F7E-4BCC-96B2-40A422F04C0A}">
      <dgm:prSet/>
      <dgm:spPr/>
      <dgm:t>
        <a:bodyPr/>
        <a:lstStyle/>
        <a:p>
          <a:endParaRPr lang="en-US"/>
        </a:p>
      </dgm:t>
    </dgm:pt>
    <dgm:pt modelId="{4FC75CC6-4FD0-43AF-AABA-9E4602BD1C1D}" type="sibTrans" cxnId="{1505AAAE-1F7E-4BCC-96B2-40A422F04C0A}">
      <dgm:prSet/>
      <dgm:spPr/>
      <dgm:t>
        <a:bodyPr/>
        <a:lstStyle/>
        <a:p>
          <a:endParaRPr lang="en-US"/>
        </a:p>
      </dgm:t>
    </dgm:pt>
    <dgm:pt modelId="{A15F96AA-7480-401D-A04E-C5F0E637CA43}">
      <dgm:prSet/>
      <dgm:spPr/>
      <dgm:t>
        <a:bodyPr/>
        <a:lstStyle/>
        <a:p>
          <a:r>
            <a:rPr lang="en-US"/>
            <a:t>Expected lifespan: 10+ years.</a:t>
          </a:r>
        </a:p>
      </dgm:t>
    </dgm:pt>
    <dgm:pt modelId="{3963F8AF-DB94-4AE6-9C8F-ADB634F768B2}" type="parTrans" cxnId="{9BF7842F-8BB8-4A33-B5AB-ED6A05B7BD3A}">
      <dgm:prSet/>
      <dgm:spPr/>
      <dgm:t>
        <a:bodyPr/>
        <a:lstStyle/>
        <a:p>
          <a:endParaRPr lang="en-US"/>
        </a:p>
      </dgm:t>
    </dgm:pt>
    <dgm:pt modelId="{D4B50281-7348-47FD-A2B5-26352F0DB113}" type="sibTrans" cxnId="{9BF7842F-8BB8-4A33-B5AB-ED6A05B7BD3A}">
      <dgm:prSet/>
      <dgm:spPr/>
      <dgm:t>
        <a:bodyPr/>
        <a:lstStyle/>
        <a:p>
          <a:endParaRPr lang="en-US"/>
        </a:p>
      </dgm:t>
    </dgm:pt>
    <dgm:pt modelId="{8B8B6424-5982-49A7-8D64-095717145FCA}">
      <dgm:prSet/>
      <dgm:spPr/>
      <dgm:t>
        <a:bodyPr/>
        <a:lstStyle/>
        <a:p>
          <a:r>
            <a:rPr lang="en-US" b="1"/>
            <a:t>Fallback Specifications:</a:t>
          </a:r>
          <a:endParaRPr lang="en-US"/>
        </a:p>
      </dgm:t>
    </dgm:pt>
    <dgm:pt modelId="{85D18F49-F9AA-4461-9738-846B9BC2516E}" type="parTrans" cxnId="{77685BA0-0B21-4450-A815-9A22CAC63049}">
      <dgm:prSet/>
      <dgm:spPr/>
      <dgm:t>
        <a:bodyPr/>
        <a:lstStyle/>
        <a:p>
          <a:endParaRPr lang="en-US"/>
        </a:p>
      </dgm:t>
    </dgm:pt>
    <dgm:pt modelId="{8313061C-8796-4440-AC8D-066B01735987}" type="sibTrans" cxnId="{77685BA0-0B21-4450-A815-9A22CAC63049}">
      <dgm:prSet/>
      <dgm:spPr/>
      <dgm:t>
        <a:bodyPr/>
        <a:lstStyle/>
        <a:p>
          <a:endParaRPr lang="en-US"/>
        </a:p>
      </dgm:t>
    </dgm:pt>
    <dgm:pt modelId="{72337728-1CB2-40F6-A9AF-22C2009075E2}">
      <dgm:prSet/>
      <dgm:spPr/>
      <dgm:t>
        <a:bodyPr/>
        <a:lstStyle/>
        <a:p>
          <a:r>
            <a:rPr lang="en-US"/>
            <a:t>Flow rate: 30–49 L/min.</a:t>
          </a:r>
        </a:p>
      </dgm:t>
    </dgm:pt>
    <dgm:pt modelId="{CA72098E-8CD6-4EA9-A5CD-4F877DAC15AA}" type="parTrans" cxnId="{6426F095-2944-4873-96B3-E93D51D91E42}">
      <dgm:prSet/>
      <dgm:spPr/>
      <dgm:t>
        <a:bodyPr/>
        <a:lstStyle/>
        <a:p>
          <a:endParaRPr lang="en-US"/>
        </a:p>
      </dgm:t>
    </dgm:pt>
    <dgm:pt modelId="{2F87AF26-9C26-4F35-BC9C-A7A4ABE94F0A}" type="sibTrans" cxnId="{6426F095-2944-4873-96B3-E93D51D91E42}">
      <dgm:prSet/>
      <dgm:spPr/>
      <dgm:t>
        <a:bodyPr/>
        <a:lstStyle/>
        <a:p>
          <a:endParaRPr lang="en-US"/>
        </a:p>
      </dgm:t>
    </dgm:pt>
    <dgm:pt modelId="{E32F514D-A2CF-4CD4-BCF3-3E6789267263}">
      <dgm:prSet/>
      <dgm:spPr/>
      <dgm:t>
        <a:bodyPr/>
        <a:lstStyle/>
        <a:p>
          <a:r>
            <a:rPr lang="en-US" dirty="0"/>
            <a:t>Water pressure: 200–300 kPa.</a:t>
          </a:r>
        </a:p>
      </dgm:t>
    </dgm:pt>
    <dgm:pt modelId="{2EE6619C-C505-47CD-9BAA-F3F6E4754FE3}" type="parTrans" cxnId="{CAE375C5-177F-4D3F-951F-9A2408A47FDF}">
      <dgm:prSet/>
      <dgm:spPr/>
      <dgm:t>
        <a:bodyPr/>
        <a:lstStyle/>
        <a:p>
          <a:endParaRPr lang="en-US"/>
        </a:p>
      </dgm:t>
    </dgm:pt>
    <dgm:pt modelId="{605B8A0A-C55B-48E5-85FF-E335B3BB1F7A}" type="sibTrans" cxnId="{CAE375C5-177F-4D3F-951F-9A2408A47FDF}">
      <dgm:prSet/>
      <dgm:spPr/>
      <dgm:t>
        <a:bodyPr/>
        <a:lstStyle/>
        <a:p>
          <a:endParaRPr lang="en-US"/>
        </a:p>
      </dgm:t>
    </dgm:pt>
    <dgm:pt modelId="{3D17DD9A-A313-4EB0-96EF-CF8565841C77}">
      <dgm:prSet/>
      <dgm:spPr/>
      <dgm:t>
        <a:bodyPr/>
        <a:lstStyle/>
        <a:p>
          <a:r>
            <a:rPr lang="en-US"/>
            <a:t>Noise: ≤70 dB at 1m.</a:t>
          </a:r>
        </a:p>
      </dgm:t>
    </dgm:pt>
    <dgm:pt modelId="{97597082-BDC5-48AD-BDDE-B2BCD150E6FE}" type="parTrans" cxnId="{4BA65788-B051-4FEA-9A2D-0BE2557AF1B5}">
      <dgm:prSet/>
      <dgm:spPr/>
      <dgm:t>
        <a:bodyPr/>
        <a:lstStyle/>
        <a:p>
          <a:endParaRPr lang="en-US"/>
        </a:p>
      </dgm:t>
    </dgm:pt>
    <dgm:pt modelId="{5CA2525E-E077-4DA4-928D-03AF6D5A4BB2}" type="sibTrans" cxnId="{4BA65788-B051-4FEA-9A2D-0BE2557AF1B5}">
      <dgm:prSet/>
      <dgm:spPr/>
      <dgm:t>
        <a:bodyPr/>
        <a:lstStyle/>
        <a:p>
          <a:endParaRPr lang="en-US"/>
        </a:p>
      </dgm:t>
    </dgm:pt>
    <dgm:pt modelId="{957FB09C-B567-4F0A-9370-DB4DB02A5193}">
      <dgm:prSet/>
      <dgm:spPr/>
      <dgm:t>
        <a:bodyPr/>
        <a:lstStyle/>
        <a:p>
          <a:r>
            <a:rPr lang="en-US"/>
            <a:t>Operating cost: ≤$100/year.</a:t>
          </a:r>
        </a:p>
      </dgm:t>
    </dgm:pt>
    <dgm:pt modelId="{6D0D9D9E-69C2-4751-944D-25CE3622D12F}" type="parTrans" cxnId="{129DA7A7-7A22-4003-9362-0061A8D38C9F}">
      <dgm:prSet/>
      <dgm:spPr/>
      <dgm:t>
        <a:bodyPr/>
        <a:lstStyle/>
        <a:p>
          <a:endParaRPr lang="en-US"/>
        </a:p>
      </dgm:t>
    </dgm:pt>
    <dgm:pt modelId="{CF7666E7-5F43-4865-A491-57FDF56762F3}" type="sibTrans" cxnId="{129DA7A7-7A22-4003-9362-0061A8D38C9F}">
      <dgm:prSet/>
      <dgm:spPr/>
      <dgm:t>
        <a:bodyPr/>
        <a:lstStyle/>
        <a:p>
          <a:endParaRPr lang="en-US"/>
        </a:p>
      </dgm:t>
    </dgm:pt>
    <dgm:pt modelId="{C3FCBB3C-966B-425C-9396-98F71698B66E}">
      <dgm:prSet/>
      <dgm:spPr/>
      <dgm:t>
        <a:bodyPr/>
        <a:lstStyle/>
        <a:p>
          <a:r>
            <a:rPr lang="en-US"/>
            <a:t>Expected lifespan: 5 years.</a:t>
          </a:r>
        </a:p>
      </dgm:t>
    </dgm:pt>
    <dgm:pt modelId="{F7CF601E-5841-4DA0-8E0A-3C3166316CAF}" type="parTrans" cxnId="{8AEADCEE-E6B7-4431-9D29-03CC13C18321}">
      <dgm:prSet/>
      <dgm:spPr/>
      <dgm:t>
        <a:bodyPr/>
        <a:lstStyle/>
        <a:p>
          <a:endParaRPr lang="en-US"/>
        </a:p>
      </dgm:t>
    </dgm:pt>
    <dgm:pt modelId="{631909CE-D9EF-4376-9C8B-850C329C7F26}" type="sibTrans" cxnId="{8AEADCEE-E6B7-4431-9D29-03CC13C18321}">
      <dgm:prSet/>
      <dgm:spPr/>
      <dgm:t>
        <a:bodyPr/>
        <a:lstStyle/>
        <a:p>
          <a:endParaRPr lang="en-US"/>
        </a:p>
      </dgm:t>
    </dgm:pt>
    <dgm:pt modelId="{E2AC3A93-BA8A-42B5-846B-D5EE837F9C48}">
      <dgm:prSet/>
      <dgm:spPr/>
      <dgm:t>
        <a:bodyPr/>
        <a:lstStyle/>
        <a:p>
          <a:r>
            <a:rPr lang="en-US" b="1"/>
            <a:t>Trade-offs Identified:</a:t>
          </a:r>
          <a:endParaRPr lang="en-US"/>
        </a:p>
      </dgm:t>
    </dgm:pt>
    <dgm:pt modelId="{77C7F170-068A-4F95-A019-12441831196A}" type="parTrans" cxnId="{DA50B7E8-7D31-4EF3-89AD-7EBF5D8283B5}">
      <dgm:prSet/>
      <dgm:spPr/>
      <dgm:t>
        <a:bodyPr/>
        <a:lstStyle/>
        <a:p>
          <a:endParaRPr lang="en-US"/>
        </a:p>
      </dgm:t>
    </dgm:pt>
    <dgm:pt modelId="{A1FF9361-EDFA-41F4-9395-EAA6817CBBCB}" type="sibTrans" cxnId="{DA50B7E8-7D31-4EF3-89AD-7EBF5D8283B5}">
      <dgm:prSet/>
      <dgm:spPr/>
      <dgm:t>
        <a:bodyPr/>
        <a:lstStyle/>
        <a:p>
          <a:endParaRPr lang="en-US"/>
        </a:p>
      </dgm:t>
    </dgm:pt>
    <dgm:pt modelId="{A2578C2C-5365-4B92-94AE-42DD7376A5AB}">
      <dgm:prSet/>
      <dgm:spPr/>
      <dgm:t>
        <a:bodyPr/>
        <a:lstStyle/>
        <a:p>
          <a:r>
            <a:rPr lang="en-US"/>
            <a:t>Higher flow and pressure may increase energy consumption.</a:t>
          </a:r>
        </a:p>
      </dgm:t>
    </dgm:pt>
    <dgm:pt modelId="{88C8CB73-F036-4A58-BC50-27F94F6DC165}" type="parTrans" cxnId="{D400B8ED-4E15-4694-A7D3-B9CBFAA38ACA}">
      <dgm:prSet/>
      <dgm:spPr/>
      <dgm:t>
        <a:bodyPr/>
        <a:lstStyle/>
        <a:p>
          <a:endParaRPr lang="en-US"/>
        </a:p>
      </dgm:t>
    </dgm:pt>
    <dgm:pt modelId="{EA59B034-164B-4EE6-B01C-D45B545D4635}" type="sibTrans" cxnId="{D400B8ED-4E15-4694-A7D3-B9CBFAA38ACA}">
      <dgm:prSet/>
      <dgm:spPr/>
      <dgm:t>
        <a:bodyPr/>
        <a:lstStyle/>
        <a:p>
          <a:endParaRPr lang="en-US"/>
        </a:p>
      </dgm:t>
    </dgm:pt>
    <dgm:pt modelId="{E58C8C75-B3BA-4DEC-B1B6-9BDFBDF5FC41}">
      <dgm:prSet/>
      <dgm:spPr/>
      <dgm:t>
        <a:bodyPr/>
        <a:lstStyle/>
        <a:p>
          <a:r>
            <a:rPr lang="en-US"/>
            <a:t>Noise reduction could raise costs.</a:t>
          </a:r>
        </a:p>
      </dgm:t>
    </dgm:pt>
    <dgm:pt modelId="{123B4B09-A97B-4A68-9433-971CBFEC05F3}" type="parTrans" cxnId="{5868BF04-662A-45AD-9D6B-0B5F3CF4B29A}">
      <dgm:prSet/>
      <dgm:spPr/>
      <dgm:t>
        <a:bodyPr/>
        <a:lstStyle/>
        <a:p>
          <a:endParaRPr lang="en-US"/>
        </a:p>
      </dgm:t>
    </dgm:pt>
    <dgm:pt modelId="{8DA20222-62C2-46EC-A60E-12B3C5642A48}" type="sibTrans" cxnId="{5868BF04-662A-45AD-9D6B-0B5F3CF4B29A}">
      <dgm:prSet/>
      <dgm:spPr/>
      <dgm:t>
        <a:bodyPr/>
        <a:lstStyle/>
        <a:p>
          <a:endParaRPr lang="en-US"/>
        </a:p>
      </dgm:t>
    </dgm:pt>
    <dgm:pt modelId="{0E38C6B6-9AD0-DD48-B018-D2A5794DCBA1}" type="pres">
      <dgm:prSet presAssocID="{B47285BE-B9E5-4D41-83D1-FF6E9CEF7307}" presName="Name0" presStyleCnt="0">
        <dgm:presLayoutVars>
          <dgm:dir/>
          <dgm:animLvl val="lvl"/>
          <dgm:resizeHandles val="exact"/>
        </dgm:presLayoutVars>
      </dgm:prSet>
      <dgm:spPr/>
    </dgm:pt>
    <dgm:pt modelId="{01DA7CC0-ECAC-7344-AF57-25F0AB7DDE97}" type="pres">
      <dgm:prSet presAssocID="{673FB6CA-EB37-4F33-B671-2BC0B2EFAB17}" presName="composite" presStyleCnt="0"/>
      <dgm:spPr/>
    </dgm:pt>
    <dgm:pt modelId="{9DCC5F1D-CBC3-4442-BAD7-017FA4E95BB3}" type="pres">
      <dgm:prSet presAssocID="{673FB6CA-EB37-4F33-B671-2BC0B2EFAB17}" presName="parTx" presStyleLbl="node1" presStyleIdx="0" presStyleCnt="3">
        <dgm:presLayoutVars>
          <dgm:chMax val="0"/>
          <dgm:chPref val="0"/>
          <dgm:bulletEnabled val="1"/>
        </dgm:presLayoutVars>
      </dgm:prSet>
      <dgm:spPr/>
    </dgm:pt>
    <dgm:pt modelId="{B094B5B6-EA99-B24A-9AB2-6C10BC68D8E5}" type="pres">
      <dgm:prSet presAssocID="{673FB6CA-EB37-4F33-B671-2BC0B2EFAB17}" presName="desTx" presStyleLbl="revTx" presStyleIdx="0" presStyleCnt="3">
        <dgm:presLayoutVars>
          <dgm:bulletEnabled val="1"/>
        </dgm:presLayoutVars>
      </dgm:prSet>
      <dgm:spPr/>
    </dgm:pt>
    <dgm:pt modelId="{C7630345-26A8-7741-83E9-60289389970A}" type="pres">
      <dgm:prSet presAssocID="{29DF66CA-98A5-40A4-A8BD-701CF66CE7C6}" presName="space" presStyleCnt="0"/>
      <dgm:spPr/>
    </dgm:pt>
    <dgm:pt modelId="{65249466-7DD2-9F46-A943-D9A770BB8E83}" type="pres">
      <dgm:prSet presAssocID="{8B8B6424-5982-49A7-8D64-095717145FCA}" presName="composite" presStyleCnt="0"/>
      <dgm:spPr/>
    </dgm:pt>
    <dgm:pt modelId="{CD18F0D3-87A9-854F-95A0-6FD3CC43BFE6}" type="pres">
      <dgm:prSet presAssocID="{8B8B6424-5982-49A7-8D64-095717145FCA}" presName="parTx" presStyleLbl="node1" presStyleIdx="1" presStyleCnt="3">
        <dgm:presLayoutVars>
          <dgm:chMax val="0"/>
          <dgm:chPref val="0"/>
          <dgm:bulletEnabled val="1"/>
        </dgm:presLayoutVars>
      </dgm:prSet>
      <dgm:spPr/>
    </dgm:pt>
    <dgm:pt modelId="{8DEBCCE1-78FD-194F-A098-5DDC1AC2F65E}" type="pres">
      <dgm:prSet presAssocID="{8B8B6424-5982-49A7-8D64-095717145FCA}" presName="desTx" presStyleLbl="revTx" presStyleIdx="1" presStyleCnt="3">
        <dgm:presLayoutVars>
          <dgm:bulletEnabled val="1"/>
        </dgm:presLayoutVars>
      </dgm:prSet>
      <dgm:spPr/>
    </dgm:pt>
    <dgm:pt modelId="{4C71AF7A-9A2D-5E4A-AD0D-DAF28B4F5842}" type="pres">
      <dgm:prSet presAssocID="{8313061C-8796-4440-AC8D-066B01735987}" presName="space" presStyleCnt="0"/>
      <dgm:spPr/>
    </dgm:pt>
    <dgm:pt modelId="{16B4A07E-A5DB-7941-9CDB-43CB20036D4E}" type="pres">
      <dgm:prSet presAssocID="{E2AC3A93-BA8A-42B5-846B-D5EE837F9C48}" presName="composite" presStyleCnt="0"/>
      <dgm:spPr/>
    </dgm:pt>
    <dgm:pt modelId="{0BCA6105-A2FC-194F-B06A-2752FDCE6BDF}" type="pres">
      <dgm:prSet presAssocID="{E2AC3A93-BA8A-42B5-846B-D5EE837F9C48}" presName="parTx" presStyleLbl="node1" presStyleIdx="2" presStyleCnt="3">
        <dgm:presLayoutVars>
          <dgm:chMax val="0"/>
          <dgm:chPref val="0"/>
          <dgm:bulletEnabled val="1"/>
        </dgm:presLayoutVars>
      </dgm:prSet>
      <dgm:spPr/>
    </dgm:pt>
    <dgm:pt modelId="{E5C39A67-FE6A-7047-9480-88F176D78E30}" type="pres">
      <dgm:prSet presAssocID="{E2AC3A93-BA8A-42B5-846B-D5EE837F9C48}" presName="desTx" presStyleLbl="revTx" presStyleIdx="2" presStyleCnt="3">
        <dgm:presLayoutVars>
          <dgm:bulletEnabled val="1"/>
        </dgm:presLayoutVars>
      </dgm:prSet>
      <dgm:spPr/>
    </dgm:pt>
  </dgm:ptLst>
  <dgm:cxnLst>
    <dgm:cxn modelId="{5868BF04-662A-45AD-9D6B-0B5F3CF4B29A}" srcId="{E2AC3A93-BA8A-42B5-846B-D5EE837F9C48}" destId="{E58C8C75-B3BA-4DEC-B1B6-9BDFBDF5FC41}" srcOrd="1" destOrd="0" parTransId="{123B4B09-A97B-4A68-9433-971CBFEC05F3}" sibTransId="{8DA20222-62C2-46EC-A60E-12B3C5642A48}"/>
    <dgm:cxn modelId="{8E668B0A-28AC-E740-9937-C68633AE02A5}" type="presOf" srcId="{8B8B6424-5982-49A7-8D64-095717145FCA}" destId="{CD18F0D3-87A9-854F-95A0-6FD3CC43BFE6}" srcOrd="0" destOrd="0" presId="urn:microsoft.com/office/officeart/2005/8/layout/chevron1"/>
    <dgm:cxn modelId="{324A790B-C092-AA46-8C39-1AE6C00DFC91}" type="presOf" srcId="{E2AC3A93-BA8A-42B5-846B-D5EE837F9C48}" destId="{0BCA6105-A2FC-194F-B06A-2752FDCE6BDF}" srcOrd="0" destOrd="0" presId="urn:microsoft.com/office/officeart/2005/8/layout/chevron1"/>
    <dgm:cxn modelId="{E9FAD126-982B-3B40-ACDD-441065AE29E9}" type="presOf" srcId="{3F873BE7-F1F7-401B-85D9-D0E887F56D59}" destId="{B094B5B6-EA99-B24A-9AB2-6C10BC68D8E5}" srcOrd="0" destOrd="2" presId="urn:microsoft.com/office/officeart/2005/8/layout/chevron1"/>
    <dgm:cxn modelId="{11009528-AE26-EE45-B95F-AC7531F39B0F}" type="presOf" srcId="{59E17C4E-81B7-4321-B55B-DA481AAC567F}" destId="{B094B5B6-EA99-B24A-9AB2-6C10BC68D8E5}" srcOrd="0" destOrd="0" presId="urn:microsoft.com/office/officeart/2005/8/layout/chevron1"/>
    <dgm:cxn modelId="{9BF7842F-8BB8-4A33-B5AB-ED6A05B7BD3A}" srcId="{673FB6CA-EB37-4F33-B671-2BC0B2EFAB17}" destId="{A15F96AA-7480-401D-A04E-C5F0E637CA43}" srcOrd="4" destOrd="0" parTransId="{3963F8AF-DB94-4AE6-9C8F-ADB634F768B2}" sibTransId="{D4B50281-7348-47FD-A2B5-26352F0DB113}"/>
    <dgm:cxn modelId="{58475F45-562B-2046-A364-EE80599CEDDA}" type="presOf" srcId="{A2578C2C-5365-4B92-94AE-42DD7376A5AB}" destId="{E5C39A67-FE6A-7047-9480-88F176D78E30}" srcOrd="0" destOrd="0" presId="urn:microsoft.com/office/officeart/2005/8/layout/chevron1"/>
    <dgm:cxn modelId="{DE4C6F5D-43D1-4796-990A-B902801B852A}" srcId="{673FB6CA-EB37-4F33-B671-2BC0B2EFAB17}" destId="{59E17C4E-81B7-4321-B55B-DA481AAC567F}" srcOrd="0" destOrd="0" parTransId="{E0AB58F4-3EFC-4A95-B2A0-29EB3747027A}" sibTransId="{5826DEF4-FF10-4817-9650-3C81F4255BEB}"/>
    <dgm:cxn modelId="{31EC2668-F489-314F-832D-C9042862DF47}" type="presOf" srcId="{E58C8C75-B3BA-4DEC-B1B6-9BDFBDF5FC41}" destId="{E5C39A67-FE6A-7047-9480-88F176D78E30}" srcOrd="0" destOrd="1" presId="urn:microsoft.com/office/officeart/2005/8/layout/chevron1"/>
    <dgm:cxn modelId="{4BA65788-B051-4FEA-9A2D-0BE2557AF1B5}" srcId="{8B8B6424-5982-49A7-8D64-095717145FCA}" destId="{3D17DD9A-A313-4EB0-96EF-CF8565841C77}" srcOrd="2" destOrd="0" parTransId="{97597082-BDC5-48AD-BDDE-B2BCD150E6FE}" sibTransId="{5CA2525E-E077-4DA4-928D-03AF6D5A4BB2}"/>
    <dgm:cxn modelId="{59386491-397B-6949-94D1-878FB7D6FCD1}" type="presOf" srcId="{3D17DD9A-A313-4EB0-96EF-CF8565841C77}" destId="{8DEBCCE1-78FD-194F-A098-5DDC1AC2F65E}" srcOrd="0" destOrd="2" presId="urn:microsoft.com/office/officeart/2005/8/layout/chevron1"/>
    <dgm:cxn modelId="{6426F095-2944-4873-96B3-E93D51D91E42}" srcId="{8B8B6424-5982-49A7-8D64-095717145FCA}" destId="{72337728-1CB2-40F6-A9AF-22C2009075E2}" srcOrd="0" destOrd="0" parTransId="{CA72098E-8CD6-4EA9-A5CD-4F877DAC15AA}" sibTransId="{2F87AF26-9C26-4F35-BC9C-A7A4ABE94F0A}"/>
    <dgm:cxn modelId="{77685BA0-0B21-4450-A815-9A22CAC63049}" srcId="{B47285BE-B9E5-4D41-83D1-FF6E9CEF7307}" destId="{8B8B6424-5982-49A7-8D64-095717145FCA}" srcOrd="1" destOrd="0" parTransId="{85D18F49-F9AA-4461-9738-846B9BC2516E}" sibTransId="{8313061C-8796-4440-AC8D-066B01735987}"/>
    <dgm:cxn modelId="{8F1C5EA3-0814-8B43-8E9C-B2DA2A5CC105}" type="presOf" srcId="{673FB6CA-EB37-4F33-B671-2BC0B2EFAB17}" destId="{9DCC5F1D-CBC3-4442-BAD7-017FA4E95BB3}" srcOrd="0" destOrd="0" presId="urn:microsoft.com/office/officeart/2005/8/layout/chevron1"/>
    <dgm:cxn modelId="{129DA7A7-7A22-4003-9362-0061A8D38C9F}" srcId="{8B8B6424-5982-49A7-8D64-095717145FCA}" destId="{957FB09C-B567-4F0A-9370-DB4DB02A5193}" srcOrd="3" destOrd="0" parTransId="{6D0D9D9E-69C2-4751-944D-25CE3622D12F}" sibTransId="{CF7666E7-5F43-4865-A491-57FDF56762F3}"/>
    <dgm:cxn modelId="{203C3DAC-7852-2C43-90B0-6565C59C31A0}" type="presOf" srcId="{147EC207-ECC3-4E1E-A53E-D307DE5508AB}" destId="{B094B5B6-EA99-B24A-9AB2-6C10BC68D8E5}" srcOrd="0" destOrd="1" presId="urn:microsoft.com/office/officeart/2005/8/layout/chevron1"/>
    <dgm:cxn modelId="{BE1336AE-13C8-CB40-9203-1D05D811592A}" type="presOf" srcId="{B47285BE-B9E5-4D41-83D1-FF6E9CEF7307}" destId="{0E38C6B6-9AD0-DD48-B018-D2A5794DCBA1}" srcOrd="0" destOrd="0" presId="urn:microsoft.com/office/officeart/2005/8/layout/chevron1"/>
    <dgm:cxn modelId="{1505AAAE-1F7E-4BCC-96B2-40A422F04C0A}" srcId="{673FB6CA-EB37-4F33-B671-2BC0B2EFAB17}" destId="{DBD69085-CBBD-4778-BD80-EACAE1071446}" srcOrd="3" destOrd="0" parTransId="{FB850E83-B358-48BA-A574-662BF3258131}" sibTransId="{4FC75CC6-4FD0-43AF-AABA-9E4602BD1C1D}"/>
    <dgm:cxn modelId="{6D510AAF-2760-A34A-93F0-02A81A7B7D18}" type="presOf" srcId="{72337728-1CB2-40F6-A9AF-22C2009075E2}" destId="{8DEBCCE1-78FD-194F-A098-5DDC1AC2F65E}" srcOrd="0" destOrd="0" presId="urn:microsoft.com/office/officeart/2005/8/layout/chevron1"/>
    <dgm:cxn modelId="{D951A0C0-665E-414D-8B76-9FDA91FB64F6}" type="presOf" srcId="{957FB09C-B567-4F0A-9370-DB4DB02A5193}" destId="{8DEBCCE1-78FD-194F-A098-5DDC1AC2F65E}" srcOrd="0" destOrd="3" presId="urn:microsoft.com/office/officeart/2005/8/layout/chevron1"/>
    <dgm:cxn modelId="{CAE375C5-177F-4D3F-951F-9A2408A47FDF}" srcId="{8B8B6424-5982-49A7-8D64-095717145FCA}" destId="{E32F514D-A2CF-4CD4-BCF3-3E6789267263}" srcOrd="1" destOrd="0" parTransId="{2EE6619C-C505-47CD-9BAA-F3F6E4754FE3}" sibTransId="{605B8A0A-C55B-48E5-85FF-E335B3BB1F7A}"/>
    <dgm:cxn modelId="{F7E1BEDF-2600-A644-8211-E7D2ECEE5C07}" type="presOf" srcId="{DBD69085-CBBD-4778-BD80-EACAE1071446}" destId="{B094B5B6-EA99-B24A-9AB2-6C10BC68D8E5}" srcOrd="0" destOrd="3" presId="urn:microsoft.com/office/officeart/2005/8/layout/chevron1"/>
    <dgm:cxn modelId="{2F5CC3E4-970C-4EB8-8D13-B152D95A79A2}" srcId="{B47285BE-B9E5-4D41-83D1-FF6E9CEF7307}" destId="{673FB6CA-EB37-4F33-B671-2BC0B2EFAB17}" srcOrd="0" destOrd="0" parTransId="{D2E97375-314E-453C-AA20-A7E20853E9F9}" sibTransId="{29DF66CA-98A5-40A4-A8BD-701CF66CE7C6}"/>
    <dgm:cxn modelId="{DA50B7E8-7D31-4EF3-89AD-7EBF5D8283B5}" srcId="{B47285BE-B9E5-4D41-83D1-FF6E9CEF7307}" destId="{E2AC3A93-BA8A-42B5-846B-D5EE837F9C48}" srcOrd="2" destOrd="0" parTransId="{77C7F170-068A-4F95-A019-12441831196A}" sibTransId="{A1FF9361-EDFA-41F4-9395-EAA6817CBBCB}"/>
    <dgm:cxn modelId="{C59824EA-169C-7942-8329-04A7987E7975}" type="presOf" srcId="{A15F96AA-7480-401D-A04E-C5F0E637CA43}" destId="{B094B5B6-EA99-B24A-9AB2-6C10BC68D8E5}" srcOrd="0" destOrd="4" presId="urn:microsoft.com/office/officeart/2005/8/layout/chevron1"/>
    <dgm:cxn modelId="{D400B8ED-4E15-4694-A7D3-B9CBFAA38ACA}" srcId="{E2AC3A93-BA8A-42B5-846B-D5EE837F9C48}" destId="{A2578C2C-5365-4B92-94AE-42DD7376A5AB}" srcOrd="0" destOrd="0" parTransId="{88C8CB73-F036-4A58-BC50-27F94F6DC165}" sibTransId="{EA59B034-164B-4EE6-B01C-D45B545D4635}"/>
    <dgm:cxn modelId="{8AEADCEE-E6B7-4431-9D29-03CC13C18321}" srcId="{8B8B6424-5982-49A7-8D64-095717145FCA}" destId="{C3FCBB3C-966B-425C-9396-98F71698B66E}" srcOrd="4" destOrd="0" parTransId="{F7CF601E-5841-4DA0-8E0A-3C3166316CAF}" sibTransId="{631909CE-D9EF-4376-9C8B-850C329C7F26}"/>
    <dgm:cxn modelId="{A5EB02F2-2BD2-413B-9AC2-BD1963DD3D39}" srcId="{673FB6CA-EB37-4F33-B671-2BC0B2EFAB17}" destId="{147EC207-ECC3-4E1E-A53E-D307DE5508AB}" srcOrd="1" destOrd="0" parTransId="{1D85F966-2928-4E62-9348-09BE085F3B95}" sibTransId="{359BF7A9-9D21-4FA8-A9F1-F78574326093}"/>
    <dgm:cxn modelId="{A4FB1AF9-535B-2B43-8F6B-E0B9EC3F6A53}" type="presOf" srcId="{C3FCBB3C-966B-425C-9396-98F71698B66E}" destId="{8DEBCCE1-78FD-194F-A098-5DDC1AC2F65E}" srcOrd="0" destOrd="4" presId="urn:microsoft.com/office/officeart/2005/8/layout/chevron1"/>
    <dgm:cxn modelId="{C4209EFB-CC37-794B-9D37-8CD69B60C081}" type="presOf" srcId="{E32F514D-A2CF-4CD4-BCF3-3E6789267263}" destId="{8DEBCCE1-78FD-194F-A098-5DDC1AC2F65E}" srcOrd="0" destOrd="1" presId="urn:microsoft.com/office/officeart/2005/8/layout/chevron1"/>
    <dgm:cxn modelId="{A40846FD-DDD5-4095-81C8-987D1EC016B9}" srcId="{673FB6CA-EB37-4F33-B671-2BC0B2EFAB17}" destId="{3F873BE7-F1F7-401B-85D9-D0E887F56D59}" srcOrd="2" destOrd="0" parTransId="{4AC4A6E9-856A-4682-8764-3A63567B794B}" sibTransId="{35B38A45-26B7-49B2-8A4E-C46ACD23B10A}"/>
    <dgm:cxn modelId="{F5D4ED78-C871-DC44-A9A9-0BBAEFBF02C7}" type="presParOf" srcId="{0E38C6B6-9AD0-DD48-B018-D2A5794DCBA1}" destId="{01DA7CC0-ECAC-7344-AF57-25F0AB7DDE97}" srcOrd="0" destOrd="0" presId="urn:microsoft.com/office/officeart/2005/8/layout/chevron1"/>
    <dgm:cxn modelId="{DC1124A2-C4C7-4B4B-9EF9-A90F715050A0}" type="presParOf" srcId="{01DA7CC0-ECAC-7344-AF57-25F0AB7DDE97}" destId="{9DCC5F1D-CBC3-4442-BAD7-017FA4E95BB3}" srcOrd="0" destOrd="0" presId="urn:microsoft.com/office/officeart/2005/8/layout/chevron1"/>
    <dgm:cxn modelId="{99E5DA5E-84E3-DA42-9E10-54AD75A72AE2}" type="presParOf" srcId="{01DA7CC0-ECAC-7344-AF57-25F0AB7DDE97}" destId="{B094B5B6-EA99-B24A-9AB2-6C10BC68D8E5}" srcOrd="1" destOrd="0" presId="urn:microsoft.com/office/officeart/2005/8/layout/chevron1"/>
    <dgm:cxn modelId="{4F526C97-756C-3141-8249-0076BC50DF77}" type="presParOf" srcId="{0E38C6B6-9AD0-DD48-B018-D2A5794DCBA1}" destId="{C7630345-26A8-7741-83E9-60289389970A}" srcOrd="1" destOrd="0" presId="urn:microsoft.com/office/officeart/2005/8/layout/chevron1"/>
    <dgm:cxn modelId="{14F3AD89-351D-584E-8525-2C11A2954D5F}" type="presParOf" srcId="{0E38C6B6-9AD0-DD48-B018-D2A5794DCBA1}" destId="{65249466-7DD2-9F46-A943-D9A770BB8E83}" srcOrd="2" destOrd="0" presId="urn:microsoft.com/office/officeart/2005/8/layout/chevron1"/>
    <dgm:cxn modelId="{A222458E-CB3C-0045-8880-E57907B517DE}" type="presParOf" srcId="{65249466-7DD2-9F46-A943-D9A770BB8E83}" destId="{CD18F0D3-87A9-854F-95A0-6FD3CC43BFE6}" srcOrd="0" destOrd="0" presId="urn:microsoft.com/office/officeart/2005/8/layout/chevron1"/>
    <dgm:cxn modelId="{B9467A98-2053-A942-A811-83793331D0BD}" type="presParOf" srcId="{65249466-7DD2-9F46-A943-D9A770BB8E83}" destId="{8DEBCCE1-78FD-194F-A098-5DDC1AC2F65E}" srcOrd="1" destOrd="0" presId="urn:microsoft.com/office/officeart/2005/8/layout/chevron1"/>
    <dgm:cxn modelId="{64232F91-ACA1-4541-A93A-ECDFCE546705}" type="presParOf" srcId="{0E38C6B6-9AD0-DD48-B018-D2A5794DCBA1}" destId="{4C71AF7A-9A2D-5E4A-AD0D-DAF28B4F5842}" srcOrd="3" destOrd="0" presId="urn:microsoft.com/office/officeart/2005/8/layout/chevron1"/>
    <dgm:cxn modelId="{F0D2C38B-FE60-CE44-A5A5-F9C66BB819E4}" type="presParOf" srcId="{0E38C6B6-9AD0-DD48-B018-D2A5794DCBA1}" destId="{16B4A07E-A5DB-7941-9CDB-43CB20036D4E}" srcOrd="4" destOrd="0" presId="urn:microsoft.com/office/officeart/2005/8/layout/chevron1"/>
    <dgm:cxn modelId="{0F6DCA80-508E-E248-8ED9-B2955F724C21}" type="presParOf" srcId="{16B4A07E-A5DB-7941-9CDB-43CB20036D4E}" destId="{0BCA6105-A2FC-194F-B06A-2752FDCE6BDF}" srcOrd="0" destOrd="0" presId="urn:microsoft.com/office/officeart/2005/8/layout/chevron1"/>
    <dgm:cxn modelId="{0B2238FA-63CF-544E-AADF-05AA89D4A08E}" type="presParOf" srcId="{16B4A07E-A5DB-7941-9CDB-43CB20036D4E}" destId="{E5C39A67-FE6A-7047-9480-88F176D78E30}" srcOrd="1"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4BA2858-9556-4EF7-818A-D6AB6630A956}"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BE489F30-3616-4B25-8D94-31CD5C5950E1}">
      <dgm:prSet/>
      <dgm:spPr/>
      <dgm:t>
        <a:bodyPr/>
        <a:lstStyle/>
        <a:p>
          <a:r>
            <a:rPr lang="en-US" b="1"/>
            <a:t>Receiving Power</a:t>
          </a:r>
          <a:endParaRPr lang="en-US"/>
        </a:p>
      </dgm:t>
    </dgm:pt>
    <dgm:pt modelId="{36E3ADF2-9AF0-489F-82AB-F7D20B8E541D}" type="parTrans" cxnId="{54B45D62-339F-4888-9EF5-B2AD654409C8}">
      <dgm:prSet/>
      <dgm:spPr/>
      <dgm:t>
        <a:bodyPr/>
        <a:lstStyle/>
        <a:p>
          <a:endParaRPr lang="en-US"/>
        </a:p>
      </dgm:t>
    </dgm:pt>
    <dgm:pt modelId="{A093C7BF-B9EE-4563-9FD8-D09CF085A35D}" type="sibTrans" cxnId="{54B45D62-339F-4888-9EF5-B2AD654409C8}">
      <dgm:prSet/>
      <dgm:spPr/>
      <dgm:t>
        <a:bodyPr/>
        <a:lstStyle/>
        <a:p>
          <a:endParaRPr lang="en-US"/>
        </a:p>
      </dgm:t>
    </dgm:pt>
    <dgm:pt modelId="{7D72CBDF-3F76-4CAB-98AD-89A00A98A702}">
      <dgm:prSet/>
      <dgm:spPr/>
      <dgm:t>
        <a:bodyPr/>
        <a:lstStyle/>
        <a:p>
          <a:r>
            <a:rPr lang="en-US" b="1"/>
            <a:t>Activation of Transfer</a:t>
          </a:r>
          <a:endParaRPr lang="en-US"/>
        </a:p>
      </dgm:t>
    </dgm:pt>
    <dgm:pt modelId="{B4B5B0DA-DE7D-44CA-A40E-0FCB4CCAF0A1}" type="parTrans" cxnId="{C0FCA9F9-2485-40C8-A00E-9F3151658734}">
      <dgm:prSet/>
      <dgm:spPr/>
      <dgm:t>
        <a:bodyPr/>
        <a:lstStyle/>
        <a:p>
          <a:endParaRPr lang="en-US"/>
        </a:p>
      </dgm:t>
    </dgm:pt>
    <dgm:pt modelId="{A0C7E204-0189-4650-9AF4-EC932138AA29}" type="sibTrans" cxnId="{C0FCA9F9-2485-40C8-A00E-9F3151658734}">
      <dgm:prSet/>
      <dgm:spPr/>
      <dgm:t>
        <a:bodyPr/>
        <a:lstStyle/>
        <a:p>
          <a:endParaRPr lang="en-US"/>
        </a:p>
      </dgm:t>
    </dgm:pt>
    <dgm:pt modelId="{D58598CA-32FD-4D94-AE7E-ACF8E622B661}">
      <dgm:prSet/>
      <dgm:spPr/>
      <dgm:t>
        <a:bodyPr/>
        <a:lstStyle/>
        <a:p>
          <a:r>
            <a:rPr lang="en-US" b="1"/>
            <a:t>Adjusting Flow Rate</a:t>
          </a:r>
          <a:endParaRPr lang="en-US"/>
        </a:p>
      </dgm:t>
    </dgm:pt>
    <dgm:pt modelId="{C0B15974-3E76-4F23-AF80-77CB08A9F791}" type="parTrans" cxnId="{9FBE52D1-E2B2-4134-BEF2-C684820C211F}">
      <dgm:prSet/>
      <dgm:spPr/>
      <dgm:t>
        <a:bodyPr/>
        <a:lstStyle/>
        <a:p>
          <a:endParaRPr lang="en-US"/>
        </a:p>
      </dgm:t>
    </dgm:pt>
    <dgm:pt modelId="{C336605E-ED0F-4C64-88E9-E3B56194C997}" type="sibTrans" cxnId="{9FBE52D1-E2B2-4134-BEF2-C684820C211F}">
      <dgm:prSet/>
      <dgm:spPr/>
      <dgm:t>
        <a:bodyPr/>
        <a:lstStyle/>
        <a:p>
          <a:endParaRPr lang="en-US"/>
        </a:p>
      </dgm:t>
    </dgm:pt>
    <dgm:pt modelId="{103886F1-34BB-4AAF-B87D-D2842CEC48D2}">
      <dgm:prSet/>
      <dgm:spPr/>
      <dgm:t>
        <a:bodyPr/>
        <a:lstStyle/>
        <a:p>
          <a:r>
            <a:rPr lang="en-US" b="1"/>
            <a:t>Controlling Flow Rate</a:t>
          </a:r>
          <a:endParaRPr lang="en-US"/>
        </a:p>
      </dgm:t>
    </dgm:pt>
    <dgm:pt modelId="{682F7B53-C9F1-415C-9847-C9A3676A25BD}" type="parTrans" cxnId="{0D3436D9-E271-43A2-9C64-4FADF971DAF4}">
      <dgm:prSet/>
      <dgm:spPr/>
      <dgm:t>
        <a:bodyPr/>
        <a:lstStyle/>
        <a:p>
          <a:endParaRPr lang="en-US"/>
        </a:p>
      </dgm:t>
    </dgm:pt>
    <dgm:pt modelId="{4D0D5B20-F094-4ACA-BC55-CD6DA54C21A6}" type="sibTrans" cxnId="{0D3436D9-E271-43A2-9C64-4FADF971DAF4}">
      <dgm:prSet/>
      <dgm:spPr/>
      <dgm:t>
        <a:bodyPr/>
        <a:lstStyle/>
        <a:p>
          <a:endParaRPr lang="en-US"/>
        </a:p>
      </dgm:t>
    </dgm:pt>
    <dgm:pt modelId="{5634AB53-C067-4C96-892B-7D0BDFCA42F1}">
      <dgm:prSet/>
      <dgm:spPr/>
      <dgm:t>
        <a:bodyPr/>
        <a:lstStyle/>
        <a:p>
          <a:r>
            <a:rPr lang="en-US" b="1"/>
            <a:t>Transferring Water</a:t>
          </a:r>
          <a:endParaRPr lang="en-US"/>
        </a:p>
      </dgm:t>
    </dgm:pt>
    <dgm:pt modelId="{4F972B27-8AE2-4338-9317-FA6AC0460695}" type="parTrans" cxnId="{9B709C0A-E2D1-45AA-865B-75019E451A6F}">
      <dgm:prSet/>
      <dgm:spPr/>
      <dgm:t>
        <a:bodyPr/>
        <a:lstStyle/>
        <a:p>
          <a:endParaRPr lang="en-US"/>
        </a:p>
      </dgm:t>
    </dgm:pt>
    <dgm:pt modelId="{76439F75-9F63-4B01-9CE5-FE361673AD13}" type="sibTrans" cxnId="{9B709C0A-E2D1-45AA-865B-75019E451A6F}">
      <dgm:prSet/>
      <dgm:spPr/>
      <dgm:t>
        <a:bodyPr/>
        <a:lstStyle/>
        <a:p>
          <a:endParaRPr lang="en-US"/>
        </a:p>
      </dgm:t>
    </dgm:pt>
    <dgm:pt modelId="{07A8981D-96C3-4C06-A6C3-2FADC88F9BC0}">
      <dgm:prSet/>
      <dgm:spPr/>
      <dgm:t>
        <a:bodyPr/>
        <a:lstStyle/>
        <a:p>
          <a:r>
            <a:rPr lang="en-US" b="1"/>
            <a:t>Storing Water</a:t>
          </a:r>
          <a:endParaRPr lang="en-US"/>
        </a:p>
      </dgm:t>
    </dgm:pt>
    <dgm:pt modelId="{765E764F-8420-4CA3-B24A-2ADCE46258C7}" type="parTrans" cxnId="{C15B4E11-C4F2-4BBD-BA1A-C573FEB3CDA4}">
      <dgm:prSet/>
      <dgm:spPr/>
      <dgm:t>
        <a:bodyPr/>
        <a:lstStyle/>
        <a:p>
          <a:endParaRPr lang="en-US"/>
        </a:p>
      </dgm:t>
    </dgm:pt>
    <dgm:pt modelId="{539292F8-3110-4E1D-B2ED-685A040DD85B}" type="sibTrans" cxnId="{C15B4E11-C4F2-4BBD-BA1A-C573FEB3CDA4}">
      <dgm:prSet/>
      <dgm:spPr/>
      <dgm:t>
        <a:bodyPr/>
        <a:lstStyle/>
        <a:p>
          <a:endParaRPr lang="en-US"/>
        </a:p>
      </dgm:t>
    </dgm:pt>
    <dgm:pt modelId="{6948EBAD-E0E0-4115-A3A1-353351D78DAA}">
      <dgm:prSet/>
      <dgm:spPr/>
      <dgm:t>
        <a:bodyPr/>
        <a:lstStyle/>
        <a:p>
          <a:r>
            <a:rPr lang="en-US" b="1"/>
            <a:t>Delivering Water</a:t>
          </a:r>
          <a:endParaRPr lang="en-US"/>
        </a:p>
      </dgm:t>
    </dgm:pt>
    <dgm:pt modelId="{B9CA1BC8-02F2-4950-AF76-030309F1AAC9}" type="parTrans" cxnId="{13B127B5-CB4C-4306-9703-9F99402C2625}">
      <dgm:prSet/>
      <dgm:spPr/>
      <dgm:t>
        <a:bodyPr/>
        <a:lstStyle/>
        <a:p>
          <a:endParaRPr lang="en-US"/>
        </a:p>
      </dgm:t>
    </dgm:pt>
    <dgm:pt modelId="{7E0E82DA-BCBD-48D8-BD3B-3740DEFF6B23}" type="sibTrans" cxnId="{13B127B5-CB4C-4306-9703-9F99402C2625}">
      <dgm:prSet/>
      <dgm:spPr/>
      <dgm:t>
        <a:bodyPr/>
        <a:lstStyle/>
        <a:p>
          <a:endParaRPr lang="en-US"/>
        </a:p>
      </dgm:t>
    </dgm:pt>
    <dgm:pt modelId="{57D4809B-B807-4DB9-9EC5-3292B68B8F13}">
      <dgm:prSet/>
      <dgm:spPr/>
      <dgm:t>
        <a:bodyPr/>
        <a:lstStyle/>
        <a:p>
          <a:r>
            <a:rPr lang="en-US" b="1"/>
            <a:t>Irrigating the Garden</a:t>
          </a:r>
          <a:endParaRPr lang="en-US"/>
        </a:p>
      </dgm:t>
    </dgm:pt>
    <dgm:pt modelId="{C836EFD8-6574-44C0-89BF-45265531D822}" type="parTrans" cxnId="{31F3BD7B-9EB2-4F24-A9EC-DA405C2B7F97}">
      <dgm:prSet/>
      <dgm:spPr/>
      <dgm:t>
        <a:bodyPr/>
        <a:lstStyle/>
        <a:p>
          <a:endParaRPr lang="en-US"/>
        </a:p>
      </dgm:t>
    </dgm:pt>
    <dgm:pt modelId="{1A96841A-F516-4706-A758-2B59B5ECCAC5}" type="sibTrans" cxnId="{31F3BD7B-9EB2-4F24-A9EC-DA405C2B7F97}">
      <dgm:prSet/>
      <dgm:spPr/>
      <dgm:t>
        <a:bodyPr/>
        <a:lstStyle/>
        <a:p>
          <a:endParaRPr lang="en-US"/>
        </a:p>
      </dgm:t>
    </dgm:pt>
    <dgm:pt modelId="{77CE839E-2C88-4E45-8759-F6D327309875}" type="pres">
      <dgm:prSet presAssocID="{54BA2858-9556-4EF7-818A-D6AB6630A956}" presName="vert0" presStyleCnt="0">
        <dgm:presLayoutVars>
          <dgm:dir/>
          <dgm:animOne val="branch"/>
          <dgm:animLvl val="lvl"/>
        </dgm:presLayoutVars>
      </dgm:prSet>
      <dgm:spPr/>
    </dgm:pt>
    <dgm:pt modelId="{982EA0DB-496A-FB47-88C5-4807ACDD1BC1}" type="pres">
      <dgm:prSet presAssocID="{BE489F30-3616-4B25-8D94-31CD5C5950E1}" presName="thickLine" presStyleLbl="alignNode1" presStyleIdx="0" presStyleCnt="8"/>
      <dgm:spPr/>
    </dgm:pt>
    <dgm:pt modelId="{4B3EB97C-9EA4-F04A-8331-DE0127B4849D}" type="pres">
      <dgm:prSet presAssocID="{BE489F30-3616-4B25-8D94-31CD5C5950E1}" presName="horz1" presStyleCnt="0"/>
      <dgm:spPr/>
    </dgm:pt>
    <dgm:pt modelId="{BE31DA67-1003-B149-8E9D-F81BDD769D1F}" type="pres">
      <dgm:prSet presAssocID="{BE489F30-3616-4B25-8D94-31CD5C5950E1}" presName="tx1" presStyleLbl="revTx" presStyleIdx="0" presStyleCnt="8"/>
      <dgm:spPr/>
    </dgm:pt>
    <dgm:pt modelId="{AF64EE6E-45D1-2048-9AC4-49F7327F4898}" type="pres">
      <dgm:prSet presAssocID="{BE489F30-3616-4B25-8D94-31CD5C5950E1}" presName="vert1" presStyleCnt="0"/>
      <dgm:spPr/>
    </dgm:pt>
    <dgm:pt modelId="{BBF481E6-B0D5-BC4A-8A01-A3EEF9329B97}" type="pres">
      <dgm:prSet presAssocID="{7D72CBDF-3F76-4CAB-98AD-89A00A98A702}" presName="thickLine" presStyleLbl="alignNode1" presStyleIdx="1" presStyleCnt="8"/>
      <dgm:spPr/>
    </dgm:pt>
    <dgm:pt modelId="{BF1775EB-EDC1-5249-A2A8-BDF863A249E8}" type="pres">
      <dgm:prSet presAssocID="{7D72CBDF-3F76-4CAB-98AD-89A00A98A702}" presName="horz1" presStyleCnt="0"/>
      <dgm:spPr/>
    </dgm:pt>
    <dgm:pt modelId="{7AC09BC3-2864-C34A-BB41-D56B0F7CCA67}" type="pres">
      <dgm:prSet presAssocID="{7D72CBDF-3F76-4CAB-98AD-89A00A98A702}" presName="tx1" presStyleLbl="revTx" presStyleIdx="1" presStyleCnt="8"/>
      <dgm:spPr/>
    </dgm:pt>
    <dgm:pt modelId="{BD64E90C-1E86-3943-AA58-BFC5B5662D45}" type="pres">
      <dgm:prSet presAssocID="{7D72CBDF-3F76-4CAB-98AD-89A00A98A702}" presName="vert1" presStyleCnt="0"/>
      <dgm:spPr/>
    </dgm:pt>
    <dgm:pt modelId="{AB33E6E7-FF64-724F-AFD2-9A9792D0E9B1}" type="pres">
      <dgm:prSet presAssocID="{D58598CA-32FD-4D94-AE7E-ACF8E622B661}" presName="thickLine" presStyleLbl="alignNode1" presStyleIdx="2" presStyleCnt="8"/>
      <dgm:spPr/>
    </dgm:pt>
    <dgm:pt modelId="{1CD95569-1D81-6A41-8DD5-7669A014B022}" type="pres">
      <dgm:prSet presAssocID="{D58598CA-32FD-4D94-AE7E-ACF8E622B661}" presName="horz1" presStyleCnt="0"/>
      <dgm:spPr/>
    </dgm:pt>
    <dgm:pt modelId="{9F42CDB6-95D1-3C48-AA12-470FCAFE5A8F}" type="pres">
      <dgm:prSet presAssocID="{D58598CA-32FD-4D94-AE7E-ACF8E622B661}" presName="tx1" presStyleLbl="revTx" presStyleIdx="2" presStyleCnt="8"/>
      <dgm:spPr/>
    </dgm:pt>
    <dgm:pt modelId="{7C48F15A-69E3-2647-9E60-4D17850C0E2D}" type="pres">
      <dgm:prSet presAssocID="{D58598CA-32FD-4D94-AE7E-ACF8E622B661}" presName="vert1" presStyleCnt="0"/>
      <dgm:spPr/>
    </dgm:pt>
    <dgm:pt modelId="{90A64906-034B-5048-AA32-5977620D91E8}" type="pres">
      <dgm:prSet presAssocID="{103886F1-34BB-4AAF-B87D-D2842CEC48D2}" presName="thickLine" presStyleLbl="alignNode1" presStyleIdx="3" presStyleCnt="8"/>
      <dgm:spPr/>
    </dgm:pt>
    <dgm:pt modelId="{65B41907-EFFC-3C4B-BFBD-12C1DE12F249}" type="pres">
      <dgm:prSet presAssocID="{103886F1-34BB-4AAF-B87D-D2842CEC48D2}" presName="horz1" presStyleCnt="0"/>
      <dgm:spPr/>
    </dgm:pt>
    <dgm:pt modelId="{0D6F3C02-24E9-8545-B09B-84D4E503B503}" type="pres">
      <dgm:prSet presAssocID="{103886F1-34BB-4AAF-B87D-D2842CEC48D2}" presName="tx1" presStyleLbl="revTx" presStyleIdx="3" presStyleCnt="8"/>
      <dgm:spPr/>
    </dgm:pt>
    <dgm:pt modelId="{027A812D-402F-4648-96F1-8A740EB88287}" type="pres">
      <dgm:prSet presAssocID="{103886F1-34BB-4AAF-B87D-D2842CEC48D2}" presName="vert1" presStyleCnt="0"/>
      <dgm:spPr/>
    </dgm:pt>
    <dgm:pt modelId="{EBF64C26-077F-CD42-A7D3-4703F6FF9ABE}" type="pres">
      <dgm:prSet presAssocID="{5634AB53-C067-4C96-892B-7D0BDFCA42F1}" presName="thickLine" presStyleLbl="alignNode1" presStyleIdx="4" presStyleCnt="8"/>
      <dgm:spPr/>
    </dgm:pt>
    <dgm:pt modelId="{9C02113F-2243-8F44-9DF5-D8B063E0656C}" type="pres">
      <dgm:prSet presAssocID="{5634AB53-C067-4C96-892B-7D0BDFCA42F1}" presName="horz1" presStyleCnt="0"/>
      <dgm:spPr/>
    </dgm:pt>
    <dgm:pt modelId="{D639AACB-F3EA-0C4E-95B7-60EDB76DE664}" type="pres">
      <dgm:prSet presAssocID="{5634AB53-C067-4C96-892B-7D0BDFCA42F1}" presName="tx1" presStyleLbl="revTx" presStyleIdx="4" presStyleCnt="8"/>
      <dgm:spPr/>
    </dgm:pt>
    <dgm:pt modelId="{19CC8A10-DF62-8841-8EC8-1C1ADC3FF32C}" type="pres">
      <dgm:prSet presAssocID="{5634AB53-C067-4C96-892B-7D0BDFCA42F1}" presName="vert1" presStyleCnt="0"/>
      <dgm:spPr/>
    </dgm:pt>
    <dgm:pt modelId="{1B6C5E42-53D4-D54F-8150-A063773C28EC}" type="pres">
      <dgm:prSet presAssocID="{07A8981D-96C3-4C06-A6C3-2FADC88F9BC0}" presName="thickLine" presStyleLbl="alignNode1" presStyleIdx="5" presStyleCnt="8"/>
      <dgm:spPr/>
    </dgm:pt>
    <dgm:pt modelId="{28919091-F9AD-5644-9BFA-DEFDB9210C56}" type="pres">
      <dgm:prSet presAssocID="{07A8981D-96C3-4C06-A6C3-2FADC88F9BC0}" presName="horz1" presStyleCnt="0"/>
      <dgm:spPr/>
    </dgm:pt>
    <dgm:pt modelId="{C7DE2CB3-22AC-3B48-8163-B7B7372B9DBD}" type="pres">
      <dgm:prSet presAssocID="{07A8981D-96C3-4C06-A6C3-2FADC88F9BC0}" presName="tx1" presStyleLbl="revTx" presStyleIdx="5" presStyleCnt="8"/>
      <dgm:spPr/>
    </dgm:pt>
    <dgm:pt modelId="{45174E05-0A35-5749-995C-503D08D8138A}" type="pres">
      <dgm:prSet presAssocID="{07A8981D-96C3-4C06-A6C3-2FADC88F9BC0}" presName="vert1" presStyleCnt="0"/>
      <dgm:spPr/>
    </dgm:pt>
    <dgm:pt modelId="{8F8BD0F0-16A5-B54C-9C92-7B7C8A43E1AA}" type="pres">
      <dgm:prSet presAssocID="{6948EBAD-E0E0-4115-A3A1-353351D78DAA}" presName="thickLine" presStyleLbl="alignNode1" presStyleIdx="6" presStyleCnt="8"/>
      <dgm:spPr/>
    </dgm:pt>
    <dgm:pt modelId="{4B177D30-8745-FD41-80A1-185FD925531B}" type="pres">
      <dgm:prSet presAssocID="{6948EBAD-E0E0-4115-A3A1-353351D78DAA}" presName="horz1" presStyleCnt="0"/>
      <dgm:spPr/>
    </dgm:pt>
    <dgm:pt modelId="{19720698-3C06-A145-9C01-F66A90E6DE2A}" type="pres">
      <dgm:prSet presAssocID="{6948EBAD-E0E0-4115-A3A1-353351D78DAA}" presName="tx1" presStyleLbl="revTx" presStyleIdx="6" presStyleCnt="8"/>
      <dgm:spPr/>
    </dgm:pt>
    <dgm:pt modelId="{523A9D45-5249-A041-91D3-DC20B121684A}" type="pres">
      <dgm:prSet presAssocID="{6948EBAD-E0E0-4115-A3A1-353351D78DAA}" presName="vert1" presStyleCnt="0"/>
      <dgm:spPr/>
    </dgm:pt>
    <dgm:pt modelId="{7BA93D53-0CF2-FF44-A97B-0B68EA4D212E}" type="pres">
      <dgm:prSet presAssocID="{57D4809B-B807-4DB9-9EC5-3292B68B8F13}" presName="thickLine" presStyleLbl="alignNode1" presStyleIdx="7" presStyleCnt="8"/>
      <dgm:spPr/>
    </dgm:pt>
    <dgm:pt modelId="{4B7DC5C0-8B80-5744-A159-39A35E0D0879}" type="pres">
      <dgm:prSet presAssocID="{57D4809B-B807-4DB9-9EC5-3292B68B8F13}" presName="horz1" presStyleCnt="0"/>
      <dgm:spPr/>
    </dgm:pt>
    <dgm:pt modelId="{3E59177D-F529-C14B-81ED-D2FDE8FA25D6}" type="pres">
      <dgm:prSet presAssocID="{57D4809B-B807-4DB9-9EC5-3292B68B8F13}" presName="tx1" presStyleLbl="revTx" presStyleIdx="7" presStyleCnt="8"/>
      <dgm:spPr/>
    </dgm:pt>
    <dgm:pt modelId="{0DA1F2F1-435B-5244-A5E1-DD3AD28EFAAE}" type="pres">
      <dgm:prSet presAssocID="{57D4809B-B807-4DB9-9EC5-3292B68B8F13}" presName="vert1" presStyleCnt="0"/>
      <dgm:spPr/>
    </dgm:pt>
  </dgm:ptLst>
  <dgm:cxnLst>
    <dgm:cxn modelId="{9B709C0A-E2D1-45AA-865B-75019E451A6F}" srcId="{54BA2858-9556-4EF7-818A-D6AB6630A956}" destId="{5634AB53-C067-4C96-892B-7D0BDFCA42F1}" srcOrd="4" destOrd="0" parTransId="{4F972B27-8AE2-4338-9317-FA6AC0460695}" sibTransId="{76439F75-9F63-4B01-9CE5-FE361673AD13}"/>
    <dgm:cxn modelId="{0C42880E-D94D-C043-8DC4-05EE3B25E904}" type="presOf" srcId="{57D4809B-B807-4DB9-9EC5-3292B68B8F13}" destId="{3E59177D-F529-C14B-81ED-D2FDE8FA25D6}" srcOrd="0" destOrd="0" presId="urn:microsoft.com/office/officeart/2008/layout/LinedList"/>
    <dgm:cxn modelId="{C15B4E11-C4F2-4BBD-BA1A-C573FEB3CDA4}" srcId="{54BA2858-9556-4EF7-818A-D6AB6630A956}" destId="{07A8981D-96C3-4C06-A6C3-2FADC88F9BC0}" srcOrd="5" destOrd="0" parTransId="{765E764F-8420-4CA3-B24A-2ADCE46258C7}" sibTransId="{539292F8-3110-4E1D-B2ED-685A040DD85B}"/>
    <dgm:cxn modelId="{C8D94E22-6578-9E4E-B138-43060F7964E4}" type="presOf" srcId="{D58598CA-32FD-4D94-AE7E-ACF8E622B661}" destId="{9F42CDB6-95D1-3C48-AA12-470FCAFE5A8F}" srcOrd="0" destOrd="0" presId="urn:microsoft.com/office/officeart/2008/layout/LinedList"/>
    <dgm:cxn modelId="{495CFF23-F4F7-AE46-BFC4-63D1138E235B}" type="presOf" srcId="{BE489F30-3616-4B25-8D94-31CD5C5950E1}" destId="{BE31DA67-1003-B149-8E9D-F81BDD769D1F}" srcOrd="0" destOrd="0" presId="urn:microsoft.com/office/officeart/2008/layout/LinedList"/>
    <dgm:cxn modelId="{F8BD5440-975E-E240-88A1-34C0D17034F1}" type="presOf" srcId="{07A8981D-96C3-4C06-A6C3-2FADC88F9BC0}" destId="{C7DE2CB3-22AC-3B48-8163-B7B7372B9DBD}" srcOrd="0" destOrd="0" presId="urn:microsoft.com/office/officeart/2008/layout/LinedList"/>
    <dgm:cxn modelId="{AA2B6D42-E91C-804D-B725-B08CDC4593B9}" type="presOf" srcId="{54BA2858-9556-4EF7-818A-D6AB6630A956}" destId="{77CE839E-2C88-4E45-8759-F6D327309875}" srcOrd="0" destOrd="0" presId="urn:microsoft.com/office/officeart/2008/layout/LinedList"/>
    <dgm:cxn modelId="{54B45D62-339F-4888-9EF5-B2AD654409C8}" srcId="{54BA2858-9556-4EF7-818A-D6AB6630A956}" destId="{BE489F30-3616-4B25-8D94-31CD5C5950E1}" srcOrd="0" destOrd="0" parTransId="{36E3ADF2-9AF0-489F-82AB-F7D20B8E541D}" sibTransId="{A093C7BF-B9EE-4563-9FD8-D09CF085A35D}"/>
    <dgm:cxn modelId="{9B461B66-1A2C-9041-9059-CABC1FC34457}" type="presOf" srcId="{7D72CBDF-3F76-4CAB-98AD-89A00A98A702}" destId="{7AC09BC3-2864-C34A-BB41-D56B0F7CCA67}" srcOrd="0" destOrd="0" presId="urn:microsoft.com/office/officeart/2008/layout/LinedList"/>
    <dgm:cxn modelId="{31F3BD7B-9EB2-4F24-A9EC-DA405C2B7F97}" srcId="{54BA2858-9556-4EF7-818A-D6AB6630A956}" destId="{57D4809B-B807-4DB9-9EC5-3292B68B8F13}" srcOrd="7" destOrd="0" parTransId="{C836EFD8-6574-44C0-89BF-45265531D822}" sibTransId="{1A96841A-F516-4706-A758-2B59B5ECCAC5}"/>
    <dgm:cxn modelId="{E93424A1-C865-6E4E-A55F-EF79CDDB5014}" type="presOf" srcId="{103886F1-34BB-4AAF-B87D-D2842CEC48D2}" destId="{0D6F3C02-24E9-8545-B09B-84D4E503B503}" srcOrd="0" destOrd="0" presId="urn:microsoft.com/office/officeart/2008/layout/LinedList"/>
    <dgm:cxn modelId="{224DE4A6-2AB8-D040-845B-F0B4B4624B32}" type="presOf" srcId="{5634AB53-C067-4C96-892B-7D0BDFCA42F1}" destId="{D639AACB-F3EA-0C4E-95B7-60EDB76DE664}" srcOrd="0" destOrd="0" presId="urn:microsoft.com/office/officeart/2008/layout/LinedList"/>
    <dgm:cxn modelId="{13B127B5-CB4C-4306-9703-9F99402C2625}" srcId="{54BA2858-9556-4EF7-818A-D6AB6630A956}" destId="{6948EBAD-E0E0-4115-A3A1-353351D78DAA}" srcOrd="6" destOrd="0" parTransId="{B9CA1BC8-02F2-4950-AF76-030309F1AAC9}" sibTransId="{7E0E82DA-BCBD-48D8-BD3B-3740DEFF6B23}"/>
    <dgm:cxn modelId="{9FBE52D1-E2B2-4134-BEF2-C684820C211F}" srcId="{54BA2858-9556-4EF7-818A-D6AB6630A956}" destId="{D58598CA-32FD-4D94-AE7E-ACF8E622B661}" srcOrd="2" destOrd="0" parTransId="{C0B15974-3E76-4F23-AF80-77CB08A9F791}" sibTransId="{C336605E-ED0F-4C64-88E9-E3B56194C997}"/>
    <dgm:cxn modelId="{0D3436D9-E271-43A2-9C64-4FADF971DAF4}" srcId="{54BA2858-9556-4EF7-818A-D6AB6630A956}" destId="{103886F1-34BB-4AAF-B87D-D2842CEC48D2}" srcOrd="3" destOrd="0" parTransId="{682F7B53-C9F1-415C-9847-C9A3676A25BD}" sibTransId="{4D0D5B20-F094-4ACA-BC55-CD6DA54C21A6}"/>
    <dgm:cxn modelId="{4034A4DD-F224-424D-8069-F6DFCAC56153}" type="presOf" srcId="{6948EBAD-E0E0-4115-A3A1-353351D78DAA}" destId="{19720698-3C06-A145-9C01-F66A90E6DE2A}" srcOrd="0" destOrd="0" presId="urn:microsoft.com/office/officeart/2008/layout/LinedList"/>
    <dgm:cxn modelId="{C0FCA9F9-2485-40C8-A00E-9F3151658734}" srcId="{54BA2858-9556-4EF7-818A-D6AB6630A956}" destId="{7D72CBDF-3F76-4CAB-98AD-89A00A98A702}" srcOrd="1" destOrd="0" parTransId="{B4B5B0DA-DE7D-44CA-A40E-0FCB4CCAF0A1}" sibTransId="{A0C7E204-0189-4650-9AF4-EC932138AA29}"/>
    <dgm:cxn modelId="{7BB1E3BE-A251-9343-9B6B-D50944BF1CCD}" type="presParOf" srcId="{77CE839E-2C88-4E45-8759-F6D327309875}" destId="{982EA0DB-496A-FB47-88C5-4807ACDD1BC1}" srcOrd="0" destOrd="0" presId="urn:microsoft.com/office/officeart/2008/layout/LinedList"/>
    <dgm:cxn modelId="{61CE9D54-F339-F444-8EB6-0EA96E7BA6A8}" type="presParOf" srcId="{77CE839E-2C88-4E45-8759-F6D327309875}" destId="{4B3EB97C-9EA4-F04A-8331-DE0127B4849D}" srcOrd="1" destOrd="0" presId="urn:microsoft.com/office/officeart/2008/layout/LinedList"/>
    <dgm:cxn modelId="{0A7363BE-DAC9-8740-8F15-922A567F2CC9}" type="presParOf" srcId="{4B3EB97C-9EA4-F04A-8331-DE0127B4849D}" destId="{BE31DA67-1003-B149-8E9D-F81BDD769D1F}" srcOrd="0" destOrd="0" presId="urn:microsoft.com/office/officeart/2008/layout/LinedList"/>
    <dgm:cxn modelId="{E9DB5953-70E7-6B4E-B6E1-46EA8D23A931}" type="presParOf" srcId="{4B3EB97C-9EA4-F04A-8331-DE0127B4849D}" destId="{AF64EE6E-45D1-2048-9AC4-49F7327F4898}" srcOrd="1" destOrd="0" presId="urn:microsoft.com/office/officeart/2008/layout/LinedList"/>
    <dgm:cxn modelId="{5BB56B7D-24F5-174A-BA8A-ADC608B2CEFF}" type="presParOf" srcId="{77CE839E-2C88-4E45-8759-F6D327309875}" destId="{BBF481E6-B0D5-BC4A-8A01-A3EEF9329B97}" srcOrd="2" destOrd="0" presId="urn:microsoft.com/office/officeart/2008/layout/LinedList"/>
    <dgm:cxn modelId="{B04E0E6F-9B2C-364D-828A-5A3B0F73C854}" type="presParOf" srcId="{77CE839E-2C88-4E45-8759-F6D327309875}" destId="{BF1775EB-EDC1-5249-A2A8-BDF863A249E8}" srcOrd="3" destOrd="0" presId="urn:microsoft.com/office/officeart/2008/layout/LinedList"/>
    <dgm:cxn modelId="{163CD43F-675A-744F-B9B4-490434EFB397}" type="presParOf" srcId="{BF1775EB-EDC1-5249-A2A8-BDF863A249E8}" destId="{7AC09BC3-2864-C34A-BB41-D56B0F7CCA67}" srcOrd="0" destOrd="0" presId="urn:microsoft.com/office/officeart/2008/layout/LinedList"/>
    <dgm:cxn modelId="{BF8A816C-DB64-544B-A150-A46A08E3BE83}" type="presParOf" srcId="{BF1775EB-EDC1-5249-A2A8-BDF863A249E8}" destId="{BD64E90C-1E86-3943-AA58-BFC5B5662D45}" srcOrd="1" destOrd="0" presId="urn:microsoft.com/office/officeart/2008/layout/LinedList"/>
    <dgm:cxn modelId="{6031F5A1-D881-4240-9BCB-74FE5DC769B9}" type="presParOf" srcId="{77CE839E-2C88-4E45-8759-F6D327309875}" destId="{AB33E6E7-FF64-724F-AFD2-9A9792D0E9B1}" srcOrd="4" destOrd="0" presId="urn:microsoft.com/office/officeart/2008/layout/LinedList"/>
    <dgm:cxn modelId="{43C1287E-8E1E-7D49-9572-64A14F64A962}" type="presParOf" srcId="{77CE839E-2C88-4E45-8759-F6D327309875}" destId="{1CD95569-1D81-6A41-8DD5-7669A014B022}" srcOrd="5" destOrd="0" presId="urn:microsoft.com/office/officeart/2008/layout/LinedList"/>
    <dgm:cxn modelId="{00A92E03-4C98-0C4D-8864-28C7DBE09AEE}" type="presParOf" srcId="{1CD95569-1D81-6A41-8DD5-7669A014B022}" destId="{9F42CDB6-95D1-3C48-AA12-470FCAFE5A8F}" srcOrd="0" destOrd="0" presId="urn:microsoft.com/office/officeart/2008/layout/LinedList"/>
    <dgm:cxn modelId="{4861EE09-262D-AF4C-98CB-24B62127B84C}" type="presParOf" srcId="{1CD95569-1D81-6A41-8DD5-7669A014B022}" destId="{7C48F15A-69E3-2647-9E60-4D17850C0E2D}" srcOrd="1" destOrd="0" presId="urn:microsoft.com/office/officeart/2008/layout/LinedList"/>
    <dgm:cxn modelId="{60BD6FF0-49F9-4B41-823E-68BEEB5926FD}" type="presParOf" srcId="{77CE839E-2C88-4E45-8759-F6D327309875}" destId="{90A64906-034B-5048-AA32-5977620D91E8}" srcOrd="6" destOrd="0" presId="urn:microsoft.com/office/officeart/2008/layout/LinedList"/>
    <dgm:cxn modelId="{3E637878-5B2B-1341-BD6F-C3401794ADD0}" type="presParOf" srcId="{77CE839E-2C88-4E45-8759-F6D327309875}" destId="{65B41907-EFFC-3C4B-BFBD-12C1DE12F249}" srcOrd="7" destOrd="0" presId="urn:microsoft.com/office/officeart/2008/layout/LinedList"/>
    <dgm:cxn modelId="{D70C1B10-036F-4541-9245-99057962C37E}" type="presParOf" srcId="{65B41907-EFFC-3C4B-BFBD-12C1DE12F249}" destId="{0D6F3C02-24E9-8545-B09B-84D4E503B503}" srcOrd="0" destOrd="0" presId="urn:microsoft.com/office/officeart/2008/layout/LinedList"/>
    <dgm:cxn modelId="{D387786F-6C18-4543-BFC4-C5EBFC998C29}" type="presParOf" srcId="{65B41907-EFFC-3C4B-BFBD-12C1DE12F249}" destId="{027A812D-402F-4648-96F1-8A740EB88287}" srcOrd="1" destOrd="0" presId="urn:microsoft.com/office/officeart/2008/layout/LinedList"/>
    <dgm:cxn modelId="{55690D2C-95DD-7F49-A47C-96AF4BB69B9B}" type="presParOf" srcId="{77CE839E-2C88-4E45-8759-F6D327309875}" destId="{EBF64C26-077F-CD42-A7D3-4703F6FF9ABE}" srcOrd="8" destOrd="0" presId="urn:microsoft.com/office/officeart/2008/layout/LinedList"/>
    <dgm:cxn modelId="{E49FE852-40C4-4D49-9120-E88C0EE4D715}" type="presParOf" srcId="{77CE839E-2C88-4E45-8759-F6D327309875}" destId="{9C02113F-2243-8F44-9DF5-D8B063E0656C}" srcOrd="9" destOrd="0" presId="urn:microsoft.com/office/officeart/2008/layout/LinedList"/>
    <dgm:cxn modelId="{ABC71E33-4169-534D-A6E3-5C7FBB470AA3}" type="presParOf" srcId="{9C02113F-2243-8F44-9DF5-D8B063E0656C}" destId="{D639AACB-F3EA-0C4E-95B7-60EDB76DE664}" srcOrd="0" destOrd="0" presId="urn:microsoft.com/office/officeart/2008/layout/LinedList"/>
    <dgm:cxn modelId="{395928C9-6838-3F47-A6FA-64EA6794129A}" type="presParOf" srcId="{9C02113F-2243-8F44-9DF5-D8B063E0656C}" destId="{19CC8A10-DF62-8841-8EC8-1C1ADC3FF32C}" srcOrd="1" destOrd="0" presId="urn:microsoft.com/office/officeart/2008/layout/LinedList"/>
    <dgm:cxn modelId="{5E03B5F9-496E-E847-8013-5DBCAFA11026}" type="presParOf" srcId="{77CE839E-2C88-4E45-8759-F6D327309875}" destId="{1B6C5E42-53D4-D54F-8150-A063773C28EC}" srcOrd="10" destOrd="0" presId="urn:microsoft.com/office/officeart/2008/layout/LinedList"/>
    <dgm:cxn modelId="{F53B75B2-772D-F240-8759-D3697671C760}" type="presParOf" srcId="{77CE839E-2C88-4E45-8759-F6D327309875}" destId="{28919091-F9AD-5644-9BFA-DEFDB9210C56}" srcOrd="11" destOrd="0" presId="urn:microsoft.com/office/officeart/2008/layout/LinedList"/>
    <dgm:cxn modelId="{709EF289-2995-4841-B400-456F5EB1143A}" type="presParOf" srcId="{28919091-F9AD-5644-9BFA-DEFDB9210C56}" destId="{C7DE2CB3-22AC-3B48-8163-B7B7372B9DBD}" srcOrd="0" destOrd="0" presId="urn:microsoft.com/office/officeart/2008/layout/LinedList"/>
    <dgm:cxn modelId="{F6C7E275-0879-114B-8451-D4A1EB3ED46F}" type="presParOf" srcId="{28919091-F9AD-5644-9BFA-DEFDB9210C56}" destId="{45174E05-0A35-5749-995C-503D08D8138A}" srcOrd="1" destOrd="0" presId="urn:microsoft.com/office/officeart/2008/layout/LinedList"/>
    <dgm:cxn modelId="{98A32C0A-3BAD-3240-9CFE-38EBE31D2793}" type="presParOf" srcId="{77CE839E-2C88-4E45-8759-F6D327309875}" destId="{8F8BD0F0-16A5-B54C-9C92-7B7C8A43E1AA}" srcOrd="12" destOrd="0" presId="urn:microsoft.com/office/officeart/2008/layout/LinedList"/>
    <dgm:cxn modelId="{1DC97A34-EA7C-4143-AAE7-71CC8B78F831}" type="presParOf" srcId="{77CE839E-2C88-4E45-8759-F6D327309875}" destId="{4B177D30-8745-FD41-80A1-185FD925531B}" srcOrd="13" destOrd="0" presId="urn:microsoft.com/office/officeart/2008/layout/LinedList"/>
    <dgm:cxn modelId="{7654E972-2078-E24D-BCE1-DD3C42CB9C67}" type="presParOf" srcId="{4B177D30-8745-FD41-80A1-185FD925531B}" destId="{19720698-3C06-A145-9C01-F66A90E6DE2A}" srcOrd="0" destOrd="0" presId="urn:microsoft.com/office/officeart/2008/layout/LinedList"/>
    <dgm:cxn modelId="{65E23748-FA82-614A-A28E-177A0EE11E29}" type="presParOf" srcId="{4B177D30-8745-FD41-80A1-185FD925531B}" destId="{523A9D45-5249-A041-91D3-DC20B121684A}" srcOrd="1" destOrd="0" presId="urn:microsoft.com/office/officeart/2008/layout/LinedList"/>
    <dgm:cxn modelId="{357F46F7-115D-7F40-B155-996983888EDA}" type="presParOf" srcId="{77CE839E-2C88-4E45-8759-F6D327309875}" destId="{7BA93D53-0CF2-FF44-A97B-0B68EA4D212E}" srcOrd="14" destOrd="0" presId="urn:microsoft.com/office/officeart/2008/layout/LinedList"/>
    <dgm:cxn modelId="{2102908E-17FD-9A41-B61A-C1AE9EDE9FAB}" type="presParOf" srcId="{77CE839E-2C88-4E45-8759-F6D327309875}" destId="{4B7DC5C0-8B80-5744-A159-39A35E0D0879}" srcOrd="15" destOrd="0" presId="urn:microsoft.com/office/officeart/2008/layout/LinedList"/>
    <dgm:cxn modelId="{4D3C5CED-419F-4A4E-88A7-1ECEE828BC92}" type="presParOf" srcId="{4B7DC5C0-8B80-5744-A159-39A35E0D0879}" destId="{3E59177D-F529-C14B-81ED-D2FDE8FA25D6}" srcOrd="0" destOrd="0" presId="urn:microsoft.com/office/officeart/2008/layout/LinedList"/>
    <dgm:cxn modelId="{048A7EF2-E460-604B-A928-B55DD41E25FB}" type="presParOf" srcId="{4B7DC5C0-8B80-5744-A159-39A35E0D0879}" destId="{0DA1F2F1-435B-5244-A5E1-DD3AD28EFAAE}"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9727CD2-F2F3-4A6D-A1D1-ADE3F1DCF5F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0BBDE546-8549-42B3-9DBE-DC72E9C5E7B0}">
      <dgm:prSet/>
      <dgm:spPr/>
      <dgm:t>
        <a:bodyPr/>
        <a:lstStyle/>
        <a:p>
          <a:r>
            <a:rPr lang="en-US"/>
            <a:t>References:</a:t>
          </a:r>
        </a:p>
      </dgm:t>
    </dgm:pt>
    <dgm:pt modelId="{267180DD-A4B5-4D29-BB14-5F8B03439253}" type="parTrans" cxnId="{503D0B55-EB1B-4A76-887A-3278165FD08A}">
      <dgm:prSet/>
      <dgm:spPr/>
      <dgm:t>
        <a:bodyPr/>
        <a:lstStyle/>
        <a:p>
          <a:endParaRPr lang="en-US"/>
        </a:p>
      </dgm:t>
    </dgm:pt>
    <dgm:pt modelId="{1059C649-C4CC-4379-A550-0B8D7C94D154}" type="sibTrans" cxnId="{503D0B55-EB1B-4A76-887A-3278165FD08A}">
      <dgm:prSet/>
      <dgm:spPr/>
      <dgm:t>
        <a:bodyPr/>
        <a:lstStyle/>
        <a:p>
          <a:endParaRPr lang="en-US"/>
        </a:p>
      </dgm:t>
    </dgm:pt>
    <dgm:pt modelId="{A908BCF0-7316-459E-87B0-EC62982AC4DC}">
      <dgm:prSet/>
      <dgm:spPr/>
      <dgm:t>
        <a:bodyPr/>
        <a:lstStyle/>
        <a:p>
          <a:r>
            <a:rPr lang="en-US" dirty="0">
              <a:latin typeface="Aptos" panose="020B0004020202020204" pitchFamily="34" charset="0"/>
            </a:rPr>
            <a:t>Needs Report</a:t>
          </a:r>
        </a:p>
      </dgm:t>
    </dgm:pt>
    <dgm:pt modelId="{830ECEBA-14B5-4A2B-9526-5027602D22FE}" type="parTrans" cxnId="{EB40F142-034A-4907-8D05-F4F747DF1B91}">
      <dgm:prSet/>
      <dgm:spPr/>
      <dgm:t>
        <a:bodyPr/>
        <a:lstStyle/>
        <a:p>
          <a:endParaRPr lang="en-US"/>
        </a:p>
      </dgm:t>
    </dgm:pt>
    <dgm:pt modelId="{34E32B81-6E78-4E47-9DB2-9439DDEC1F94}" type="sibTrans" cxnId="{EB40F142-034A-4907-8D05-F4F747DF1B91}">
      <dgm:prSet/>
      <dgm:spPr/>
      <dgm:t>
        <a:bodyPr/>
        <a:lstStyle/>
        <a:p>
          <a:endParaRPr lang="en-US"/>
        </a:p>
      </dgm:t>
    </dgm:pt>
    <dgm:pt modelId="{5CDB5A54-1D6B-42D9-A511-252AFB40B5FC}">
      <dgm:prSet/>
      <dgm:spPr/>
      <dgm:t>
        <a:bodyPr/>
        <a:lstStyle/>
        <a:p>
          <a:r>
            <a:rPr lang="en-US" dirty="0">
              <a:latin typeface="Aptos" panose="020B0004020202020204" pitchFamily="34" charset="0"/>
            </a:rPr>
            <a:t>Product Specifications Report</a:t>
          </a:r>
        </a:p>
      </dgm:t>
    </dgm:pt>
    <dgm:pt modelId="{EE7844FD-6665-4968-B9F8-B221CC7A9ED1}" type="parTrans" cxnId="{358112CD-9F89-4997-AD8B-26F6CD8100E7}">
      <dgm:prSet/>
      <dgm:spPr/>
      <dgm:t>
        <a:bodyPr/>
        <a:lstStyle/>
        <a:p>
          <a:endParaRPr lang="en-US"/>
        </a:p>
      </dgm:t>
    </dgm:pt>
    <dgm:pt modelId="{DF91D0FE-FC72-4E73-A2FF-AC0CDBE22B7B}" type="sibTrans" cxnId="{358112CD-9F89-4997-AD8B-26F6CD8100E7}">
      <dgm:prSet/>
      <dgm:spPr/>
      <dgm:t>
        <a:bodyPr/>
        <a:lstStyle/>
        <a:p>
          <a:endParaRPr lang="en-US"/>
        </a:p>
      </dgm:t>
    </dgm:pt>
    <dgm:pt modelId="{3A8467EC-92DA-4830-A05D-F096E09EAB1E}">
      <dgm:prSet/>
      <dgm:spPr/>
      <dgm:t>
        <a:bodyPr/>
        <a:lstStyle/>
        <a:p>
          <a:r>
            <a:rPr lang="en-US">
              <a:latin typeface="Aptos" panose="020B0004020202020204" pitchFamily="34" charset="0"/>
            </a:rPr>
            <a:t>Functional Decomposition Report</a:t>
          </a:r>
        </a:p>
      </dgm:t>
    </dgm:pt>
    <dgm:pt modelId="{8DB1DF82-462D-4A2D-8333-DCCFC1589C76}" type="parTrans" cxnId="{0AED3898-426C-437E-87A8-21F42B21D589}">
      <dgm:prSet/>
      <dgm:spPr/>
      <dgm:t>
        <a:bodyPr/>
        <a:lstStyle/>
        <a:p>
          <a:endParaRPr lang="en-US"/>
        </a:p>
      </dgm:t>
    </dgm:pt>
    <dgm:pt modelId="{1AB97B14-0F2B-45EE-803F-E28C7B410B32}" type="sibTrans" cxnId="{0AED3898-426C-437E-87A8-21F42B21D589}">
      <dgm:prSet/>
      <dgm:spPr/>
      <dgm:t>
        <a:bodyPr/>
        <a:lstStyle/>
        <a:p>
          <a:endParaRPr lang="en-US"/>
        </a:p>
      </dgm:t>
    </dgm:pt>
    <dgm:pt modelId="{CFE1A3AC-79E6-44B4-A815-5A5B34E2C3CA}">
      <dgm:prSet/>
      <dgm:spPr/>
      <dgm:t>
        <a:bodyPr/>
        <a:lstStyle/>
        <a:p>
          <a:r>
            <a:rPr lang="en-US" dirty="0">
              <a:latin typeface="Aptos" panose="020B0004020202020204" pitchFamily="34" charset="0"/>
            </a:rPr>
            <a:t>Concept Selection Report</a:t>
          </a:r>
        </a:p>
      </dgm:t>
    </dgm:pt>
    <dgm:pt modelId="{F06607A6-C8E6-4E6B-97FB-98FFAD8F25AC}" type="parTrans" cxnId="{5D7FC4D1-F168-4FD5-9058-8E796BC106F8}">
      <dgm:prSet/>
      <dgm:spPr/>
      <dgm:t>
        <a:bodyPr/>
        <a:lstStyle/>
        <a:p>
          <a:endParaRPr lang="en-US"/>
        </a:p>
      </dgm:t>
    </dgm:pt>
    <dgm:pt modelId="{E180D4C4-4EE9-46EE-8A1A-36822943DB57}" type="sibTrans" cxnId="{5D7FC4D1-F168-4FD5-9058-8E796BC106F8}">
      <dgm:prSet/>
      <dgm:spPr/>
      <dgm:t>
        <a:bodyPr/>
        <a:lstStyle/>
        <a:p>
          <a:endParaRPr lang="en-US"/>
        </a:p>
      </dgm:t>
    </dgm:pt>
    <dgm:pt modelId="{A65A177C-BDE9-4A8B-A862-E966323D8179}">
      <dgm:prSet/>
      <dgm:spPr/>
      <dgm:t>
        <a:bodyPr/>
        <a:lstStyle/>
        <a:p>
          <a:r>
            <a:rPr lang="en-US" dirty="0">
              <a:latin typeface="Aptos" panose="020B0004020202020204" pitchFamily="34" charset="0"/>
            </a:rPr>
            <a:t>USC Office of Sustainability</a:t>
          </a:r>
        </a:p>
      </dgm:t>
    </dgm:pt>
    <dgm:pt modelId="{0EAAD028-B979-4D8A-A3D4-ADB8DEF88F91}" type="parTrans" cxnId="{B6A51A5F-26D4-4DC9-9416-B1673E763E97}">
      <dgm:prSet/>
      <dgm:spPr/>
      <dgm:t>
        <a:bodyPr/>
        <a:lstStyle/>
        <a:p>
          <a:endParaRPr lang="en-US"/>
        </a:p>
      </dgm:t>
    </dgm:pt>
    <dgm:pt modelId="{40AF3F7C-FDCC-4E0C-BD51-D3CA9BF03C47}" type="sibTrans" cxnId="{B6A51A5F-26D4-4DC9-9416-B1673E763E97}">
      <dgm:prSet/>
      <dgm:spPr/>
      <dgm:t>
        <a:bodyPr/>
        <a:lstStyle/>
        <a:p>
          <a:endParaRPr lang="en-US"/>
        </a:p>
      </dgm:t>
    </dgm:pt>
    <dgm:pt modelId="{AD096606-05A3-D143-B5D0-BD27EF245E83}" type="pres">
      <dgm:prSet presAssocID="{D9727CD2-F2F3-4A6D-A1D1-ADE3F1DCF5F2}" presName="linear" presStyleCnt="0">
        <dgm:presLayoutVars>
          <dgm:animLvl val="lvl"/>
          <dgm:resizeHandles val="exact"/>
        </dgm:presLayoutVars>
      </dgm:prSet>
      <dgm:spPr/>
    </dgm:pt>
    <dgm:pt modelId="{ABC0F109-ED93-5047-9E2F-9B7934D038BA}" type="pres">
      <dgm:prSet presAssocID="{0BBDE546-8549-42B3-9DBE-DC72E9C5E7B0}" presName="parentText" presStyleLbl="node1" presStyleIdx="0" presStyleCnt="1">
        <dgm:presLayoutVars>
          <dgm:chMax val="0"/>
          <dgm:bulletEnabled val="1"/>
        </dgm:presLayoutVars>
      </dgm:prSet>
      <dgm:spPr/>
    </dgm:pt>
    <dgm:pt modelId="{89CE04D2-D0AE-294D-9AE6-C31626896C01}" type="pres">
      <dgm:prSet presAssocID="{0BBDE546-8549-42B3-9DBE-DC72E9C5E7B0}" presName="childText" presStyleLbl="revTx" presStyleIdx="0" presStyleCnt="1">
        <dgm:presLayoutVars>
          <dgm:bulletEnabled val="1"/>
        </dgm:presLayoutVars>
      </dgm:prSet>
      <dgm:spPr/>
    </dgm:pt>
  </dgm:ptLst>
  <dgm:cxnLst>
    <dgm:cxn modelId="{EB40F142-034A-4907-8D05-F4F747DF1B91}" srcId="{0BBDE546-8549-42B3-9DBE-DC72E9C5E7B0}" destId="{A908BCF0-7316-459E-87B0-EC62982AC4DC}" srcOrd="0" destOrd="0" parTransId="{830ECEBA-14B5-4A2B-9526-5027602D22FE}" sibTransId="{34E32B81-6E78-4E47-9DB2-9439DDEC1F94}"/>
    <dgm:cxn modelId="{D4A6B44E-5C63-3D48-8D9E-6B26450EC3FB}" type="presOf" srcId="{CFE1A3AC-79E6-44B4-A815-5A5B34E2C3CA}" destId="{89CE04D2-D0AE-294D-9AE6-C31626896C01}" srcOrd="0" destOrd="3" presId="urn:microsoft.com/office/officeart/2005/8/layout/vList2"/>
    <dgm:cxn modelId="{12662B50-55DB-FC4B-88F4-FABA3371DABC}" type="presOf" srcId="{0BBDE546-8549-42B3-9DBE-DC72E9C5E7B0}" destId="{ABC0F109-ED93-5047-9E2F-9B7934D038BA}" srcOrd="0" destOrd="0" presId="urn:microsoft.com/office/officeart/2005/8/layout/vList2"/>
    <dgm:cxn modelId="{F95AFA52-A323-0646-A208-E500D35FC596}" type="presOf" srcId="{A65A177C-BDE9-4A8B-A862-E966323D8179}" destId="{89CE04D2-D0AE-294D-9AE6-C31626896C01}" srcOrd="0" destOrd="4" presId="urn:microsoft.com/office/officeart/2005/8/layout/vList2"/>
    <dgm:cxn modelId="{503D0B55-EB1B-4A76-887A-3278165FD08A}" srcId="{D9727CD2-F2F3-4A6D-A1D1-ADE3F1DCF5F2}" destId="{0BBDE546-8549-42B3-9DBE-DC72E9C5E7B0}" srcOrd="0" destOrd="0" parTransId="{267180DD-A4B5-4D29-BB14-5F8B03439253}" sibTransId="{1059C649-C4CC-4379-A550-0B8D7C94D154}"/>
    <dgm:cxn modelId="{B6A51A5F-26D4-4DC9-9416-B1673E763E97}" srcId="{0BBDE546-8549-42B3-9DBE-DC72E9C5E7B0}" destId="{A65A177C-BDE9-4A8B-A862-E966323D8179}" srcOrd="4" destOrd="0" parTransId="{0EAAD028-B979-4D8A-A3D4-ADB8DEF88F91}" sibTransId="{40AF3F7C-FDCC-4E0C-BD51-D3CA9BF03C47}"/>
    <dgm:cxn modelId="{003C1E81-996B-DC45-B3E0-8FAA837E22AE}" type="presOf" srcId="{3A8467EC-92DA-4830-A05D-F096E09EAB1E}" destId="{89CE04D2-D0AE-294D-9AE6-C31626896C01}" srcOrd="0" destOrd="2" presId="urn:microsoft.com/office/officeart/2005/8/layout/vList2"/>
    <dgm:cxn modelId="{1861A394-1399-5A40-BE37-2B2EA8C03559}" type="presOf" srcId="{5CDB5A54-1D6B-42D9-A511-252AFB40B5FC}" destId="{89CE04D2-D0AE-294D-9AE6-C31626896C01}" srcOrd="0" destOrd="1" presId="urn:microsoft.com/office/officeart/2005/8/layout/vList2"/>
    <dgm:cxn modelId="{0AED3898-426C-437E-87A8-21F42B21D589}" srcId="{0BBDE546-8549-42B3-9DBE-DC72E9C5E7B0}" destId="{3A8467EC-92DA-4830-A05D-F096E09EAB1E}" srcOrd="2" destOrd="0" parTransId="{8DB1DF82-462D-4A2D-8333-DCCFC1589C76}" sibTransId="{1AB97B14-0F2B-45EE-803F-E28C7B410B32}"/>
    <dgm:cxn modelId="{22F64DC1-9D4C-A34B-A975-D090E763BD4D}" type="presOf" srcId="{D9727CD2-F2F3-4A6D-A1D1-ADE3F1DCF5F2}" destId="{AD096606-05A3-D143-B5D0-BD27EF245E83}" srcOrd="0" destOrd="0" presId="urn:microsoft.com/office/officeart/2005/8/layout/vList2"/>
    <dgm:cxn modelId="{36264FC6-88D4-9043-A05E-A299A19E36C3}" type="presOf" srcId="{A908BCF0-7316-459E-87B0-EC62982AC4DC}" destId="{89CE04D2-D0AE-294D-9AE6-C31626896C01}" srcOrd="0" destOrd="0" presId="urn:microsoft.com/office/officeart/2005/8/layout/vList2"/>
    <dgm:cxn modelId="{358112CD-9F89-4997-AD8B-26F6CD8100E7}" srcId="{0BBDE546-8549-42B3-9DBE-DC72E9C5E7B0}" destId="{5CDB5A54-1D6B-42D9-A511-252AFB40B5FC}" srcOrd="1" destOrd="0" parTransId="{EE7844FD-6665-4968-B9F8-B221CC7A9ED1}" sibTransId="{DF91D0FE-FC72-4E73-A2FF-AC0CDBE22B7B}"/>
    <dgm:cxn modelId="{5D7FC4D1-F168-4FD5-9058-8E796BC106F8}" srcId="{0BBDE546-8549-42B3-9DBE-DC72E9C5E7B0}" destId="{CFE1A3AC-79E6-44B4-A815-5A5B34E2C3CA}" srcOrd="3" destOrd="0" parTransId="{F06607A6-C8E6-4E6B-97FB-98FFAD8F25AC}" sibTransId="{E180D4C4-4EE9-46EE-8A1A-36822943DB57}"/>
    <dgm:cxn modelId="{6D93E00B-A189-DE4B-BACB-1C5358B68208}" type="presParOf" srcId="{AD096606-05A3-D143-B5D0-BD27EF245E83}" destId="{ABC0F109-ED93-5047-9E2F-9B7934D038BA}" srcOrd="0" destOrd="0" presId="urn:microsoft.com/office/officeart/2005/8/layout/vList2"/>
    <dgm:cxn modelId="{3F0D6569-D839-3D4E-9716-63389D3D2268}" type="presParOf" srcId="{AD096606-05A3-D143-B5D0-BD27EF245E83}" destId="{89CE04D2-D0AE-294D-9AE6-C31626896C01}" srcOrd="1"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E51DB9-4973-5F4B-AB04-CF01BB5CA0DB}">
      <dsp:nvSpPr>
        <dsp:cNvPr id="0" name=""/>
        <dsp:cNvSpPr/>
      </dsp:nvSpPr>
      <dsp:spPr>
        <a:xfrm rot="5400000">
          <a:off x="4011282" y="-1453187"/>
          <a:ext cx="1109487" cy="4297436"/>
        </a:xfrm>
        <a:prstGeom prst="round2SameRect">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har char="•"/>
          </a:pPr>
          <a:r>
            <a:rPr lang="en-US" sz="2100" kern="1200"/>
            <a:t>Aligns with sustainable urban agriculture practices.</a:t>
          </a:r>
        </a:p>
      </dsp:txBody>
      <dsp:txXfrm rot="-5400000">
        <a:off x="2417308" y="194948"/>
        <a:ext cx="4243275" cy="1001165"/>
      </dsp:txXfrm>
    </dsp:sp>
    <dsp:sp modelId="{0FF8B11E-2FA2-874B-B545-727D85D1A37F}">
      <dsp:nvSpPr>
        <dsp:cNvPr id="0" name=""/>
        <dsp:cNvSpPr/>
      </dsp:nvSpPr>
      <dsp:spPr>
        <a:xfrm>
          <a:off x="0" y="2101"/>
          <a:ext cx="2417307" cy="1386858"/>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b="1" kern="1200"/>
            <a:t>Industry Relevance:</a:t>
          </a:r>
          <a:endParaRPr lang="en-US" sz="2700" kern="1200"/>
        </a:p>
      </dsp:txBody>
      <dsp:txXfrm>
        <a:off x="67701" y="69802"/>
        <a:ext cx="2281905" cy="1251456"/>
      </dsp:txXfrm>
    </dsp:sp>
    <dsp:sp modelId="{D3F02E3C-58CC-FD4B-9C91-1ABCD7397B86}">
      <dsp:nvSpPr>
        <dsp:cNvPr id="0" name=""/>
        <dsp:cNvSpPr/>
      </dsp:nvSpPr>
      <dsp:spPr>
        <a:xfrm rot="5400000">
          <a:off x="4011282" y="3014"/>
          <a:ext cx="1109487" cy="4297436"/>
        </a:xfrm>
        <a:prstGeom prst="round2SameRect">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har char="•"/>
          </a:pPr>
          <a:r>
            <a:rPr lang="en-US" sz="2100" kern="1200"/>
            <a:t>Addressing efficient water delivery while maintaining environmental stewardship.</a:t>
          </a:r>
        </a:p>
      </dsp:txBody>
      <dsp:txXfrm rot="-5400000">
        <a:off x="2417308" y="1651150"/>
        <a:ext cx="4243275" cy="1001165"/>
      </dsp:txXfrm>
    </dsp:sp>
    <dsp:sp modelId="{9A1BD1ED-44B2-0E4F-B58B-937D227056E1}">
      <dsp:nvSpPr>
        <dsp:cNvPr id="0" name=""/>
        <dsp:cNvSpPr/>
      </dsp:nvSpPr>
      <dsp:spPr>
        <a:xfrm>
          <a:off x="0" y="1458303"/>
          <a:ext cx="2417307" cy="1386858"/>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b="1" kern="1200"/>
            <a:t>Connection to Challenges:</a:t>
          </a:r>
          <a:endParaRPr lang="en-US" sz="2700" kern="1200"/>
        </a:p>
      </dsp:txBody>
      <dsp:txXfrm>
        <a:off x="67701" y="1526004"/>
        <a:ext cx="2281905" cy="1251456"/>
      </dsp:txXfrm>
    </dsp:sp>
    <dsp:sp modelId="{FCA11265-8F79-334C-AED4-AA4A90388DEA}">
      <dsp:nvSpPr>
        <dsp:cNvPr id="0" name=""/>
        <dsp:cNvSpPr/>
      </dsp:nvSpPr>
      <dsp:spPr>
        <a:xfrm rot="5400000">
          <a:off x="4011282" y="1459216"/>
          <a:ext cx="1109487" cy="4297436"/>
        </a:xfrm>
        <a:prstGeom prst="round2SameRect">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har char="•"/>
          </a:pPr>
          <a:r>
            <a:rPr lang="en-US" sz="2100" kern="1200"/>
            <a:t>Tanner Harmon, William Wenzel, Presston McConnell, Jacob Vaught</a:t>
          </a:r>
        </a:p>
      </dsp:txBody>
      <dsp:txXfrm rot="-5400000">
        <a:off x="2417308" y="3107352"/>
        <a:ext cx="4243275" cy="1001165"/>
      </dsp:txXfrm>
    </dsp:sp>
    <dsp:sp modelId="{AC3BE114-DE8B-8E4C-8BC6-0EC0753BAF35}">
      <dsp:nvSpPr>
        <dsp:cNvPr id="0" name=""/>
        <dsp:cNvSpPr/>
      </dsp:nvSpPr>
      <dsp:spPr>
        <a:xfrm>
          <a:off x="0" y="2914504"/>
          <a:ext cx="2417307" cy="1386858"/>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b="1" kern="1200"/>
            <a:t>Team Members:</a:t>
          </a:r>
          <a:endParaRPr lang="en-US" sz="2700" kern="1200"/>
        </a:p>
      </dsp:txBody>
      <dsp:txXfrm>
        <a:off x="67701" y="2982205"/>
        <a:ext cx="2281905" cy="12514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8C8B3A-5770-C748-BE42-7A58A70274A8}">
      <dsp:nvSpPr>
        <dsp:cNvPr id="0" name=""/>
        <dsp:cNvSpPr/>
      </dsp:nvSpPr>
      <dsp:spPr>
        <a:xfrm>
          <a:off x="0" y="49727"/>
          <a:ext cx="6223000" cy="5516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Current system:</a:t>
          </a:r>
        </a:p>
      </dsp:txBody>
      <dsp:txXfrm>
        <a:off x="26930" y="76657"/>
        <a:ext cx="6169140" cy="497795"/>
      </dsp:txXfrm>
    </dsp:sp>
    <dsp:sp modelId="{DD4FDC3C-C680-BD4D-A7DD-8F7DD429D408}">
      <dsp:nvSpPr>
        <dsp:cNvPr id="0" name=""/>
        <dsp:cNvSpPr/>
      </dsp:nvSpPr>
      <dsp:spPr>
        <a:xfrm>
          <a:off x="0" y="601382"/>
          <a:ext cx="6223000" cy="618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7580"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Manual watering with 2-gallon cans (55 seconds per fill).</a:t>
          </a:r>
        </a:p>
        <a:p>
          <a:pPr marL="171450" lvl="1" indent="-171450" algn="l" defTabSz="800100">
            <a:lnSpc>
              <a:spcPct val="90000"/>
            </a:lnSpc>
            <a:spcBef>
              <a:spcPct val="0"/>
            </a:spcBef>
            <a:spcAft>
              <a:spcPct val="20000"/>
            </a:spcAft>
            <a:buChar char="•"/>
          </a:pPr>
          <a:r>
            <a:rPr lang="en-US" sz="1800" kern="1200"/>
            <a:t>Labor-intensive and inefficient for frequent use.</a:t>
          </a:r>
        </a:p>
      </dsp:txBody>
      <dsp:txXfrm>
        <a:off x="0" y="601382"/>
        <a:ext cx="6223000" cy="618930"/>
      </dsp:txXfrm>
    </dsp:sp>
    <dsp:sp modelId="{28373C2D-4AB7-8144-935E-E4882D7AF626}">
      <dsp:nvSpPr>
        <dsp:cNvPr id="0" name=""/>
        <dsp:cNvSpPr/>
      </dsp:nvSpPr>
      <dsp:spPr>
        <a:xfrm>
          <a:off x="0" y="1220312"/>
          <a:ext cx="6223000" cy="5516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Stakeholder observations:</a:t>
          </a:r>
        </a:p>
      </dsp:txBody>
      <dsp:txXfrm>
        <a:off x="26930" y="1247242"/>
        <a:ext cx="6169140" cy="497795"/>
      </dsp:txXfrm>
    </dsp:sp>
    <dsp:sp modelId="{E6730875-E3A6-1943-B56C-99CEF6509B91}">
      <dsp:nvSpPr>
        <dsp:cNvPr id="0" name=""/>
        <dsp:cNvSpPr/>
      </dsp:nvSpPr>
      <dsp:spPr>
        <a:xfrm>
          <a:off x="0" y="1771967"/>
          <a:ext cx="6223000" cy="1190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7580"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Need for faster, easier water transfer.</a:t>
          </a:r>
        </a:p>
        <a:p>
          <a:pPr marL="171450" lvl="1" indent="-171450" algn="l" defTabSz="800100">
            <a:lnSpc>
              <a:spcPct val="90000"/>
            </a:lnSpc>
            <a:spcBef>
              <a:spcPct val="0"/>
            </a:spcBef>
            <a:spcAft>
              <a:spcPct val="20000"/>
            </a:spcAft>
            <a:buChar char="•"/>
          </a:pPr>
          <a:r>
            <a:rPr lang="en-US" sz="1800" kern="1200"/>
            <a:t>Desire for an eco-friendly solution that aligns with sustainability goals.</a:t>
          </a:r>
        </a:p>
        <a:p>
          <a:pPr marL="171450" lvl="1" indent="-171450" algn="l" defTabSz="800100">
            <a:lnSpc>
              <a:spcPct val="90000"/>
            </a:lnSpc>
            <a:spcBef>
              <a:spcPct val="0"/>
            </a:spcBef>
            <a:spcAft>
              <a:spcPct val="20000"/>
            </a:spcAft>
            <a:buChar char="•"/>
          </a:pPr>
          <a:r>
            <a:rPr lang="en-US" sz="1800" kern="1200"/>
            <a:t>Preference for a low-maintenance system usable by anyone.</a:t>
          </a:r>
        </a:p>
      </dsp:txBody>
      <dsp:txXfrm>
        <a:off x="0" y="1771967"/>
        <a:ext cx="6223000" cy="1190250"/>
      </dsp:txXfrm>
    </dsp:sp>
    <dsp:sp modelId="{55E41C8F-6A6E-E046-9C8F-EBDE03086982}">
      <dsp:nvSpPr>
        <dsp:cNvPr id="0" name=""/>
        <dsp:cNvSpPr/>
      </dsp:nvSpPr>
      <dsp:spPr>
        <a:xfrm>
          <a:off x="0" y="2962217"/>
          <a:ext cx="6223000" cy="5516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User goals:</a:t>
          </a:r>
        </a:p>
      </dsp:txBody>
      <dsp:txXfrm>
        <a:off x="26930" y="2989147"/>
        <a:ext cx="6169140" cy="497795"/>
      </dsp:txXfrm>
    </dsp:sp>
    <dsp:sp modelId="{D1DE5EDE-0328-3046-9755-4F65449B5390}">
      <dsp:nvSpPr>
        <dsp:cNvPr id="0" name=""/>
        <dsp:cNvSpPr/>
      </dsp:nvSpPr>
      <dsp:spPr>
        <a:xfrm>
          <a:off x="0" y="3513872"/>
          <a:ext cx="6223000" cy="618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7580"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Consistent water delivery with minimal physical effort.</a:t>
          </a:r>
        </a:p>
        <a:p>
          <a:pPr marL="171450" lvl="1" indent="-171450" algn="l" defTabSz="800100">
            <a:lnSpc>
              <a:spcPct val="90000"/>
            </a:lnSpc>
            <a:spcBef>
              <a:spcPct val="0"/>
            </a:spcBef>
            <a:spcAft>
              <a:spcPct val="20000"/>
            </a:spcAft>
            <a:buChar char="•"/>
          </a:pPr>
          <a:r>
            <a:rPr lang="en-US" sz="1800" kern="1200"/>
            <a:t>Flexibility for varying schedules and garden needs.</a:t>
          </a:r>
        </a:p>
      </dsp:txBody>
      <dsp:txXfrm>
        <a:off x="0" y="3513872"/>
        <a:ext cx="6223000" cy="6189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74017E-C66D-47D3-A83A-DF524B238E48}">
      <dsp:nvSpPr>
        <dsp:cNvPr id="0" name=""/>
        <dsp:cNvSpPr/>
      </dsp:nvSpPr>
      <dsp:spPr>
        <a:xfrm>
          <a:off x="349919" y="227109"/>
          <a:ext cx="569531" cy="5695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FDCD8F3-72A8-4CA0-9AA2-342D211440F1}">
      <dsp:nvSpPr>
        <dsp:cNvPr id="0" name=""/>
        <dsp:cNvSpPr/>
      </dsp:nvSpPr>
      <dsp:spPr>
        <a:xfrm>
          <a:off x="1872" y="995880"/>
          <a:ext cx="1265625" cy="506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b="1" kern="1200"/>
            <a:t>1. Efficiency</a:t>
          </a:r>
          <a:endParaRPr lang="en-US" sz="1700" kern="1200"/>
        </a:p>
      </dsp:txBody>
      <dsp:txXfrm>
        <a:off x="1872" y="995880"/>
        <a:ext cx="1265625" cy="506250"/>
      </dsp:txXfrm>
    </dsp:sp>
    <dsp:sp modelId="{FFD45E2B-CAAC-4BCD-8FEA-6DB88E23268F}">
      <dsp:nvSpPr>
        <dsp:cNvPr id="0" name=""/>
        <dsp:cNvSpPr/>
      </dsp:nvSpPr>
      <dsp:spPr>
        <a:xfrm>
          <a:off x="1837028" y="227109"/>
          <a:ext cx="569531" cy="569531"/>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ECAB33-C407-4908-9344-09BCE3BD8519}">
      <dsp:nvSpPr>
        <dsp:cNvPr id="0" name=""/>
        <dsp:cNvSpPr/>
      </dsp:nvSpPr>
      <dsp:spPr>
        <a:xfrm>
          <a:off x="1488981" y="995880"/>
          <a:ext cx="1265625" cy="506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b="1" kern="1200"/>
            <a:t>2. Pressure</a:t>
          </a:r>
          <a:endParaRPr lang="en-US" sz="1700" kern="1200"/>
        </a:p>
      </dsp:txBody>
      <dsp:txXfrm>
        <a:off x="1488981" y="995880"/>
        <a:ext cx="1265625" cy="506250"/>
      </dsp:txXfrm>
    </dsp:sp>
    <dsp:sp modelId="{276FCB3F-176F-4A7D-B5D3-D2B41D12591E}">
      <dsp:nvSpPr>
        <dsp:cNvPr id="0" name=""/>
        <dsp:cNvSpPr/>
      </dsp:nvSpPr>
      <dsp:spPr>
        <a:xfrm>
          <a:off x="3324138" y="227109"/>
          <a:ext cx="569531" cy="56953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672E8E4-12B8-43F5-9408-4B27E19AD5CE}">
      <dsp:nvSpPr>
        <dsp:cNvPr id="0" name=""/>
        <dsp:cNvSpPr/>
      </dsp:nvSpPr>
      <dsp:spPr>
        <a:xfrm>
          <a:off x="2976091" y="995880"/>
          <a:ext cx="1265625" cy="506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b="1" kern="1200"/>
            <a:t>3. Noise</a:t>
          </a:r>
          <a:endParaRPr lang="en-US" sz="1700" kern="1200"/>
        </a:p>
      </dsp:txBody>
      <dsp:txXfrm>
        <a:off x="2976091" y="995880"/>
        <a:ext cx="1265625" cy="506250"/>
      </dsp:txXfrm>
    </dsp:sp>
    <dsp:sp modelId="{7E1CC5C9-9D83-4F69-961D-22664CA6E906}">
      <dsp:nvSpPr>
        <dsp:cNvPr id="0" name=""/>
        <dsp:cNvSpPr/>
      </dsp:nvSpPr>
      <dsp:spPr>
        <a:xfrm>
          <a:off x="1093474" y="1818537"/>
          <a:ext cx="569531" cy="56953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80000B1-F047-4B81-AB51-BA63BCE207D7}">
      <dsp:nvSpPr>
        <dsp:cNvPr id="0" name=""/>
        <dsp:cNvSpPr/>
      </dsp:nvSpPr>
      <dsp:spPr>
        <a:xfrm>
          <a:off x="591577" y="2587308"/>
          <a:ext cx="1573323" cy="506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b="1" kern="1200" dirty="0"/>
            <a:t>4. Sustainability</a:t>
          </a:r>
          <a:endParaRPr lang="en-US" sz="1700" kern="1200" dirty="0"/>
        </a:p>
      </dsp:txBody>
      <dsp:txXfrm>
        <a:off x="591577" y="2587308"/>
        <a:ext cx="1573323" cy="506250"/>
      </dsp:txXfrm>
    </dsp:sp>
    <dsp:sp modelId="{725EB06C-FD8A-4D12-B7E8-191475109E13}">
      <dsp:nvSpPr>
        <dsp:cNvPr id="0" name=""/>
        <dsp:cNvSpPr/>
      </dsp:nvSpPr>
      <dsp:spPr>
        <a:xfrm>
          <a:off x="2734432" y="1818537"/>
          <a:ext cx="569531" cy="569531"/>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650DAF1-2394-4A1D-A684-6C95EE72FE93}">
      <dsp:nvSpPr>
        <dsp:cNvPr id="0" name=""/>
        <dsp:cNvSpPr/>
      </dsp:nvSpPr>
      <dsp:spPr>
        <a:xfrm>
          <a:off x="2386386" y="2587308"/>
          <a:ext cx="1265625" cy="506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b="1" kern="1200"/>
            <a:t>5. Safety</a:t>
          </a:r>
          <a:endParaRPr lang="en-US" sz="1700" kern="1200"/>
        </a:p>
      </dsp:txBody>
      <dsp:txXfrm>
        <a:off x="2386386" y="2587308"/>
        <a:ext cx="1265625" cy="5062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2D2969-26C3-4A92-BFEF-FA4CB1D79CD6}">
      <dsp:nvSpPr>
        <dsp:cNvPr id="0" name=""/>
        <dsp:cNvSpPr/>
      </dsp:nvSpPr>
      <dsp:spPr>
        <a:xfrm>
          <a:off x="10858" y="0"/>
          <a:ext cx="1090523" cy="102543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86A82A9-62CE-4359-8FC5-5AEAC12BA9EC}">
      <dsp:nvSpPr>
        <dsp:cNvPr id="0" name=""/>
        <dsp:cNvSpPr/>
      </dsp:nvSpPr>
      <dsp:spPr>
        <a:xfrm>
          <a:off x="10858" y="1175100"/>
          <a:ext cx="3115780" cy="439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b="1" kern="1200"/>
            <a:t>Mission Statement:</a:t>
          </a:r>
          <a:endParaRPr lang="en-US" sz="2800" kern="1200"/>
        </a:p>
      </dsp:txBody>
      <dsp:txXfrm>
        <a:off x="10858" y="1175100"/>
        <a:ext cx="3115780" cy="439470"/>
      </dsp:txXfrm>
    </dsp:sp>
    <dsp:sp modelId="{67297096-C995-4FF0-9DAF-29632C621BF4}">
      <dsp:nvSpPr>
        <dsp:cNvPr id="0" name=""/>
        <dsp:cNvSpPr/>
      </dsp:nvSpPr>
      <dsp:spPr>
        <a:xfrm>
          <a:off x="10858" y="1684184"/>
          <a:ext cx="3115780" cy="2021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Create a water distribution system that transfers water quickly, provides sufficient pressure for effective delivery, ensures adequate flow for all watering methods, covers the entire garden area efficiently, and complies with relevant safety standards.</a:t>
          </a:r>
          <a:endParaRPr lang="en-US" sz="1700" kern="1200" dirty="0"/>
        </a:p>
      </dsp:txBody>
      <dsp:txXfrm>
        <a:off x="10858" y="1684184"/>
        <a:ext cx="3115780" cy="2021032"/>
      </dsp:txXfrm>
    </dsp:sp>
    <dsp:sp modelId="{9FCD7CB5-F94F-457D-B25D-53F4365F4548}">
      <dsp:nvSpPr>
        <dsp:cNvPr id="0" name=""/>
        <dsp:cNvSpPr/>
      </dsp:nvSpPr>
      <dsp:spPr>
        <a:xfrm>
          <a:off x="3671900" y="0"/>
          <a:ext cx="1090523" cy="102543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64FAAA9-D2DD-44CD-83F1-E6563094D449}">
      <dsp:nvSpPr>
        <dsp:cNvPr id="0" name=""/>
        <dsp:cNvSpPr/>
      </dsp:nvSpPr>
      <dsp:spPr>
        <a:xfrm>
          <a:off x="3671900" y="1175100"/>
          <a:ext cx="3115780" cy="439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100000"/>
            </a:lnSpc>
            <a:spcBef>
              <a:spcPct val="0"/>
            </a:spcBef>
            <a:spcAft>
              <a:spcPct val="35000"/>
            </a:spcAft>
            <a:buNone/>
            <a:defRPr b="1"/>
          </a:pPr>
          <a:r>
            <a:rPr lang="en-US" sz="2800" kern="1200"/>
            <a:t>Key Objectives:</a:t>
          </a:r>
        </a:p>
      </dsp:txBody>
      <dsp:txXfrm>
        <a:off x="3671900" y="1175100"/>
        <a:ext cx="3115780" cy="439470"/>
      </dsp:txXfrm>
    </dsp:sp>
    <dsp:sp modelId="{E5A3AA82-D9BC-4140-B7CA-A3EC0FC643D1}">
      <dsp:nvSpPr>
        <dsp:cNvPr id="0" name=""/>
        <dsp:cNvSpPr/>
      </dsp:nvSpPr>
      <dsp:spPr>
        <a:xfrm>
          <a:off x="3671900" y="1684184"/>
          <a:ext cx="3115780" cy="2021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dirty="0"/>
            <a:t>Reduce water transfer time.</a:t>
          </a:r>
        </a:p>
        <a:p>
          <a:pPr marL="0" lvl="0" indent="0" algn="l" defTabSz="755650">
            <a:lnSpc>
              <a:spcPct val="100000"/>
            </a:lnSpc>
            <a:spcBef>
              <a:spcPct val="0"/>
            </a:spcBef>
            <a:spcAft>
              <a:spcPct val="35000"/>
            </a:spcAft>
            <a:buNone/>
          </a:pPr>
          <a:r>
            <a:rPr lang="en-US" sz="1700" kern="1200"/>
            <a:t>Deliver consistent water pressure across all garden zones.</a:t>
          </a:r>
        </a:p>
        <a:p>
          <a:pPr marL="0" lvl="0" indent="0" algn="l" defTabSz="755650">
            <a:lnSpc>
              <a:spcPct val="100000"/>
            </a:lnSpc>
            <a:spcBef>
              <a:spcPct val="0"/>
            </a:spcBef>
            <a:spcAft>
              <a:spcPct val="35000"/>
            </a:spcAft>
            <a:buNone/>
          </a:pPr>
          <a:r>
            <a:rPr lang="en-US" sz="1700" kern="1200"/>
            <a:t>Ensure simplicity and low maintenance for long-term usability.</a:t>
          </a:r>
          <a:endParaRPr lang="en-US" sz="1700" kern="1200" dirty="0"/>
        </a:p>
        <a:p>
          <a:pPr marL="0" lvl="0" indent="0" algn="l" defTabSz="755650">
            <a:lnSpc>
              <a:spcPct val="100000"/>
            </a:lnSpc>
            <a:spcBef>
              <a:spcPct val="0"/>
            </a:spcBef>
            <a:spcAft>
              <a:spcPct val="35000"/>
            </a:spcAft>
            <a:buNone/>
          </a:pPr>
          <a:r>
            <a:rPr lang="en-US" sz="1700" kern="1200"/>
            <a:t>Incorporate sustainable and recyclable materials.</a:t>
          </a:r>
        </a:p>
      </dsp:txBody>
      <dsp:txXfrm>
        <a:off x="3671900" y="1684184"/>
        <a:ext cx="3115780" cy="202103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CC5F1D-CBC3-4442-BAD7-017FA4E95BB3}">
      <dsp:nvSpPr>
        <dsp:cNvPr id="0" name=""/>
        <dsp:cNvSpPr/>
      </dsp:nvSpPr>
      <dsp:spPr>
        <a:xfrm>
          <a:off x="5482" y="60813"/>
          <a:ext cx="3645544" cy="1134000"/>
        </a:xfrm>
        <a:prstGeom prst="chevron">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en-US" sz="2100" b="1" kern="1200"/>
            <a:t>Target Specifications:</a:t>
          </a:r>
          <a:endParaRPr lang="en-US" sz="2100" kern="1200"/>
        </a:p>
      </dsp:txBody>
      <dsp:txXfrm>
        <a:off x="572482" y="60813"/>
        <a:ext cx="2511544" cy="1134000"/>
      </dsp:txXfrm>
    </dsp:sp>
    <dsp:sp modelId="{B094B5B6-EA99-B24A-9AB2-6C10BC68D8E5}">
      <dsp:nvSpPr>
        <dsp:cNvPr id="0" name=""/>
        <dsp:cNvSpPr/>
      </dsp:nvSpPr>
      <dsp:spPr>
        <a:xfrm>
          <a:off x="5482" y="1336563"/>
          <a:ext cx="2916435" cy="2551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933450">
            <a:lnSpc>
              <a:spcPct val="90000"/>
            </a:lnSpc>
            <a:spcBef>
              <a:spcPct val="0"/>
            </a:spcBef>
            <a:spcAft>
              <a:spcPct val="15000"/>
            </a:spcAft>
            <a:buChar char="•"/>
          </a:pPr>
          <a:r>
            <a:rPr lang="en-US" sz="2100" kern="1200"/>
            <a:t>Flow rate: 50–60 L/min.</a:t>
          </a:r>
        </a:p>
        <a:p>
          <a:pPr marL="228600" lvl="1" indent="-228600" algn="l" defTabSz="933450">
            <a:lnSpc>
              <a:spcPct val="90000"/>
            </a:lnSpc>
            <a:spcBef>
              <a:spcPct val="0"/>
            </a:spcBef>
            <a:spcAft>
              <a:spcPct val="15000"/>
            </a:spcAft>
            <a:buChar char="•"/>
          </a:pPr>
          <a:r>
            <a:rPr lang="en-US" sz="2100" kern="1200"/>
            <a:t>Water pressure: 300–400 kPa.</a:t>
          </a:r>
        </a:p>
        <a:p>
          <a:pPr marL="228600" lvl="1" indent="-228600" algn="l" defTabSz="933450">
            <a:lnSpc>
              <a:spcPct val="90000"/>
            </a:lnSpc>
            <a:spcBef>
              <a:spcPct val="0"/>
            </a:spcBef>
            <a:spcAft>
              <a:spcPct val="15000"/>
            </a:spcAft>
            <a:buChar char="•"/>
          </a:pPr>
          <a:r>
            <a:rPr lang="en-US" sz="2100" kern="1200"/>
            <a:t>Noise: ≤50 dB at 1m.</a:t>
          </a:r>
        </a:p>
        <a:p>
          <a:pPr marL="228600" lvl="1" indent="-228600" algn="l" defTabSz="933450">
            <a:lnSpc>
              <a:spcPct val="90000"/>
            </a:lnSpc>
            <a:spcBef>
              <a:spcPct val="0"/>
            </a:spcBef>
            <a:spcAft>
              <a:spcPct val="15000"/>
            </a:spcAft>
            <a:buChar char="•"/>
          </a:pPr>
          <a:r>
            <a:rPr lang="en-US" sz="2100" kern="1200"/>
            <a:t>Operating cost: ≤$50/year.</a:t>
          </a:r>
        </a:p>
        <a:p>
          <a:pPr marL="228600" lvl="1" indent="-228600" algn="l" defTabSz="933450">
            <a:lnSpc>
              <a:spcPct val="90000"/>
            </a:lnSpc>
            <a:spcBef>
              <a:spcPct val="0"/>
            </a:spcBef>
            <a:spcAft>
              <a:spcPct val="15000"/>
            </a:spcAft>
            <a:buChar char="•"/>
          </a:pPr>
          <a:r>
            <a:rPr lang="en-US" sz="2100" kern="1200"/>
            <a:t>Expected lifespan: 10+ years.</a:t>
          </a:r>
        </a:p>
      </dsp:txBody>
      <dsp:txXfrm>
        <a:off x="5482" y="1336563"/>
        <a:ext cx="2916435" cy="2551500"/>
      </dsp:txXfrm>
    </dsp:sp>
    <dsp:sp modelId="{CD18F0D3-87A9-854F-95A0-6FD3CC43BFE6}">
      <dsp:nvSpPr>
        <dsp:cNvPr id="0" name=""/>
        <dsp:cNvSpPr/>
      </dsp:nvSpPr>
      <dsp:spPr>
        <a:xfrm>
          <a:off x="3435027" y="60813"/>
          <a:ext cx="3645544" cy="1134000"/>
        </a:xfrm>
        <a:prstGeom prst="chevron">
          <a:avLst/>
        </a:prstGeom>
        <a:solidFill>
          <a:schemeClr val="accent5">
            <a:hueOff val="4369478"/>
            <a:satOff val="-3474"/>
            <a:lumOff val="-1078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en-US" sz="2100" b="1" kern="1200"/>
            <a:t>Fallback Specifications:</a:t>
          </a:r>
          <a:endParaRPr lang="en-US" sz="2100" kern="1200"/>
        </a:p>
      </dsp:txBody>
      <dsp:txXfrm>
        <a:off x="4002027" y="60813"/>
        <a:ext cx="2511544" cy="1134000"/>
      </dsp:txXfrm>
    </dsp:sp>
    <dsp:sp modelId="{8DEBCCE1-78FD-194F-A098-5DDC1AC2F65E}">
      <dsp:nvSpPr>
        <dsp:cNvPr id="0" name=""/>
        <dsp:cNvSpPr/>
      </dsp:nvSpPr>
      <dsp:spPr>
        <a:xfrm>
          <a:off x="3435027" y="1336563"/>
          <a:ext cx="2916435" cy="2551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933450">
            <a:lnSpc>
              <a:spcPct val="90000"/>
            </a:lnSpc>
            <a:spcBef>
              <a:spcPct val="0"/>
            </a:spcBef>
            <a:spcAft>
              <a:spcPct val="15000"/>
            </a:spcAft>
            <a:buChar char="•"/>
          </a:pPr>
          <a:r>
            <a:rPr lang="en-US" sz="2100" kern="1200"/>
            <a:t>Flow rate: 30–49 L/min.</a:t>
          </a:r>
        </a:p>
        <a:p>
          <a:pPr marL="228600" lvl="1" indent="-228600" algn="l" defTabSz="933450">
            <a:lnSpc>
              <a:spcPct val="90000"/>
            </a:lnSpc>
            <a:spcBef>
              <a:spcPct val="0"/>
            </a:spcBef>
            <a:spcAft>
              <a:spcPct val="15000"/>
            </a:spcAft>
            <a:buChar char="•"/>
          </a:pPr>
          <a:r>
            <a:rPr lang="en-US" sz="2100" kern="1200" dirty="0"/>
            <a:t>Water pressure: 200–300 kPa.</a:t>
          </a:r>
        </a:p>
        <a:p>
          <a:pPr marL="228600" lvl="1" indent="-228600" algn="l" defTabSz="933450">
            <a:lnSpc>
              <a:spcPct val="90000"/>
            </a:lnSpc>
            <a:spcBef>
              <a:spcPct val="0"/>
            </a:spcBef>
            <a:spcAft>
              <a:spcPct val="15000"/>
            </a:spcAft>
            <a:buChar char="•"/>
          </a:pPr>
          <a:r>
            <a:rPr lang="en-US" sz="2100" kern="1200"/>
            <a:t>Noise: ≤70 dB at 1m.</a:t>
          </a:r>
        </a:p>
        <a:p>
          <a:pPr marL="228600" lvl="1" indent="-228600" algn="l" defTabSz="933450">
            <a:lnSpc>
              <a:spcPct val="90000"/>
            </a:lnSpc>
            <a:spcBef>
              <a:spcPct val="0"/>
            </a:spcBef>
            <a:spcAft>
              <a:spcPct val="15000"/>
            </a:spcAft>
            <a:buChar char="•"/>
          </a:pPr>
          <a:r>
            <a:rPr lang="en-US" sz="2100" kern="1200"/>
            <a:t>Operating cost: ≤$100/year.</a:t>
          </a:r>
        </a:p>
        <a:p>
          <a:pPr marL="228600" lvl="1" indent="-228600" algn="l" defTabSz="933450">
            <a:lnSpc>
              <a:spcPct val="90000"/>
            </a:lnSpc>
            <a:spcBef>
              <a:spcPct val="0"/>
            </a:spcBef>
            <a:spcAft>
              <a:spcPct val="15000"/>
            </a:spcAft>
            <a:buChar char="•"/>
          </a:pPr>
          <a:r>
            <a:rPr lang="en-US" sz="2100" kern="1200"/>
            <a:t>Expected lifespan: 5 years.</a:t>
          </a:r>
        </a:p>
      </dsp:txBody>
      <dsp:txXfrm>
        <a:off x="3435027" y="1336563"/>
        <a:ext cx="2916435" cy="2551500"/>
      </dsp:txXfrm>
    </dsp:sp>
    <dsp:sp modelId="{0BCA6105-A2FC-194F-B06A-2752FDCE6BDF}">
      <dsp:nvSpPr>
        <dsp:cNvPr id="0" name=""/>
        <dsp:cNvSpPr/>
      </dsp:nvSpPr>
      <dsp:spPr>
        <a:xfrm>
          <a:off x="6864572" y="60813"/>
          <a:ext cx="3645544" cy="1134000"/>
        </a:xfrm>
        <a:prstGeom prst="chevron">
          <a:avLst/>
        </a:prstGeom>
        <a:solidFill>
          <a:schemeClr val="accent5">
            <a:hueOff val="8738957"/>
            <a:satOff val="-6948"/>
            <a:lumOff val="-2156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en-US" sz="2100" b="1" kern="1200"/>
            <a:t>Trade-offs Identified:</a:t>
          </a:r>
          <a:endParaRPr lang="en-US" sz="2100" kern="1200"/>
        </a:p>
      </dsp:txBody>
      <dsp:txXfrm>
        <a:off x="7431572" y="60813"/>
        <a:ext cx="2511544" cy="1134000"/>
      </dsp:txXfrm>
    </dsp:sp>
    <dsp:sp modelId="{E5C39A67-FE6A-7047-9480-88F176D78E30}">
      <dsp:nvSpPr>
        <dsp:cNvPr id="0" name=""/>
        <dsp:cNvSpPr/>
      </dsp:nvSpPr>
      <dsp:spPr>
        <a:xfrm>
          <a:off x="6864572" y="1336563"/>
          <a:ext cx="2916435" cy="2551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933450">
            <a:lnSpc>
              <a:spcPct val="90000"/>
            </a:lnSpc>
            <a:spcBef>
              <a:spcPct val="0"/>
            </a:spcBef>
            <a:spcAft>
              <a:spcPct val="15000"/>
            </a:spcAft>
            <a:buChar char="•"/>
          </a:pPr>
          <a:r>
            <a:rPr lang="en-US" sz="2100" kern="1200"/>
            <a:t>Higher flow and pressure may increase energy consumption.</a:t>
          </a:r>
        </a:p>
        <a:p>
          <a:pPr marL="228600" lvl="1" indent="-228600" algn="l" defTabSz="933450">
            <a:lnSpc>
              <a:spcPct val="90000"/>
            </a:lnSpc>
            <a:spcBef>
              <a:spcPct val="0"/>
            </a:spcBef>
            <a:spcAft>
              <a:spcPct val="15000"/>
            </a:spcAft>
            <a:buChar char="•"/>
          </a:pPr>
          <a:r>
            <a:rPr lang="en-US" sz="2100" kern="1200"/>
            <a:t>Noise reduction could raise costs.</a:t>
          </a:r>
        </a:p>
      </dsp:txBody>
      <dsp:txXfrm>
        <a:off x="6864572" y="1336563"/>
        <a:ext cx="2916435" cy="25515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2EA0DB-496A-FB47-88C5-4807ACDD1BC1}">
      <dsp:nvSpPr>
        <dsp:cNvPr id="0" name=""/>
        <dsp:cNvSpPr/>
      </dsp:nvSpPr>
      <dsp:spPr>
        <a:xfrm>
          <a:off x="0" y="0"/>
          <a:ext cx="625111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E31DA67-1003-B149-8E9D-F81BDD769D1F}">
      <dsp:nvSpPr>
        <dsp:cNvPr id="0" name=""/>
        <dsp:cNvSpPr/>
      </dsp:nvSpPr>
      <dsp:spPr>
        <a:xfrm>
          <a:off x="0" y="0"/>
          <a:ext cx="6251110" cy="435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a:t>Receiving Power</a:t>
          </a:r>
          <a:endParaRPr lang="en-US" sz="2000" kern="1200"/>
        </a:p>
      </dsp:txBody>
      <dsp:txXfrm>
        <a:off x="0" y="0"/>
        <a:ext cx="6251110" cy="435482"/>
      </dsp:txXfrm>
    </dsp:sp>
    <dsp:sp modelId="{BBF481E6-B0D5-BC4A-8A01-A3EEF9329B97}">
      <dsp:nvSpPr>
        <dsp:cNvPr id="0" name=""/>
        <dsp:cNvSpPr/>
      </dsp:nvSpPr>
      <dsp:spPr>
        <a:xfrm>
          <a:off x="0" y="435483"/>
          <a:ext cx="625111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AC09BC3-2864-C34A-BB41-D56B0F7CCA67}">
      <dsp:nvSpPr>
        <dsp:cNvPr id="0" name=""/>
        <dsp:cNvSpPr/>
      </dsp:nvSpPr>
      <dsp:spPr>
        <a:xfrm>
          <a:off x="0" y="435482"/>
          <a:ext cx="6251110" cy="435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a:t>Activation of Transfer</a:t>
          </a:r>
          <a:endParaRPr lang="en-US" sz="2000" kern="1200"/>
        </a:p>
      </dsp:txBody>
      <dsp:txXfrm>
        <a:off x="0" y="435482"/>
        <a:ext cx="6251110" cy="435482"/>
      </dsp:txXfrm>
    </dsp:sp>
    <dsp:sp modelId="{AB33E6E7-FF64-724F-AFD2-9A9792D0E9B1}">
      <dsp:nvSpPr>
        <dsp:cNvPr id="0" name=""/>
        <dsp:cNvSpPr/>
      </dsp:nvSpPr>
      <dsp:spPr>
        <a:xfrm>
          <a:off x="0" y="870966"/>
          <a:ext cx="625111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F42CDB6-95D1-3C48-AA12-470FCAFE5A8F}">
      <dsp:nvSpPr>
        <dsp:cNvPr id="0" name=""/>
        <dsp:cNvSpPr/>
      </dsp:nvSpPr>
      <dsp:spPr>
        <a:xfrm>
          <a:off x="0" y="870965"/>
          <a:ext cx="6251110" cy="435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a:t>Adjusting Flow Rate</a:t>
          </a:r>
          <a:endParaRPr lang="en-US" sz="2000" kern="1200"/>
        </a:p>
      </dsp:txBody>
      <dsp:txXfrm>
        <a:off x="0" y="870965"/>
        <a:ext cx="6251110" cy="435482"/>
      </dsp:txXfrm>
    </dsp:sp>
    <dsp:sp modelId="{90A64906-034B-5048-AA32-5977620D91E8}">
      <dsp:nvSpPr>
        <dsp:cNvPr id="0" name=""/>
        <dsp:cNvSpPr/>
      </dsp:nvSpPr>
      <dsp:spPr>
        <a:xfrm>
          <a:off x="0" y="1306448"/>
          <a:ext cx="625111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D6F3C02-24E9-8545-B09B-84D4E503B503}">
      <dsp:nvSpPr>
        <dsp:cNvPr id="0" name=""/>
        <dsp:cNvSpPr/>
      </dsp:nvSpPr>
      <dsp:spPr>
        <a:xfrm>
          <a:off x="0" y="1306448"/>
          <a:ext cx="6251110" cy="435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a:t>Controlling Flow Rate</a:t>
          </a:r>
          <a:endParaRPr lang="en-US" sz="2000" kern="1200"/>
        </a:p>
      </dsp:txBody>
      <dsp:txXfrm>
        <a:off x="0" y="1306448"/>
        <a:ext cx="6251110" cy="435482"/>
      </dsp:txXfrm>
    </dsp:sp>
    <dsp:sp modelId="{EBF64C26-077F-CD42-A7D3-4703F6FF9ABE}">
      <dsp:nvSpPr>
        <dsp:cNvPr id="0" name=""/>
        <dsp:cNvSpPr/>
      </dsp:nvSpPr>
      <dsp:spPr>
        <a:xfrm>
          <a:off x="0" y="1741932"/>
          <a:ext cx="625111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39AACB-F3EA-0C4E-95B7-60EDB76DE664}">
      <dsp:nvSpPr>
        <dsp:cNvPr id="0" name=""/>
        <dsp:cNvSpPr/>
      </dsp:nvSpPr>
      <dsp:spPr>
        <a:xfrm>
          <a:off x="0" y="1741931"/>
          <a:ext cx="6251110" cy="435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a:t>Transferring Water</a:t>
          </a:r>
          <a:endParaRPr lang="en-US" sz="2000" kern="1200"/>
        </a:p>
      </dsp:txBody>
      <dsp:txXfrm>
        <a:off x="0" y="1741931"/>
        <a:ext cx="6251110" cy="435482"/>
      </dsp:txXfrm>
    </dsp:sp>
    <dsp:sp modelId="{1B6C5E42-53D4-D54F-8150-A063773C28EC}">
      <dsp:nvSpPr>
        <dsp:cNvPr id="0" name=""/>
        <dsp:cNvSpPr/>
      </dsp:nvSpPr>
      <dsp:spPr>
        <a:xfrm>
          <a:off x="0" y="2177414"/>
          <a:ext cx="625111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DE2CB3-22AC-3B48-8163-B7B7372B9DBD}">
      <dsp:nvSpPr>
        <dsp:cNvPr id="0" name=""/>
        <dsp:cNvSpPr/>
      </dsp:nvSpPr>
      <dsp:spPr>
        <a:xfrm>
          <a:off x="0" y="2177414"/>
          <a:ext cx="6251110" cy="435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a:t>Storing Water</a:t>
          </a:r>
          <a:endParaRPr lang="en-US" sz="2000" kern="1200"/>
        </a:p>
      </dsp:txBody>
      <dsp:txXfrm>
        <a:off x="0" y="2177414"/>
        <a:ext cx="6251110" cy="435482"/>
      </dsp:txXfrm>
    </dsp:sp>
    <dsp:sp modelId="{8F8BD0F0-16A5-B54C-9C92-7B7C8A43E1AA}">
      <dsp:nvSpPr>
        <dsp:cNvPr id="0" name=""/>
        <dsp:cNvSpPr/>
      </dsp:nvSpPr>
      <dsp:spPr>
        <a:xfrm>
          <a:off x="0" y="2612897"/>
          <a:ext cx="625111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720698-3C06-A145-9C01-F66A90E6DE2A}">
      <dsp:nvSpPr>
        <dsp:cNvPr id="0" name=""/>
        <dsp:cNvSpPr/>
      </dsp:nvSpPr>
      <dsp:spPr>
        <a:xfrm>
          <a:off x="0" y="2612897"/>
          <a:ext cx="6251110" cy="435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a:t>Delivering Water</a:t>
          </a:r>
          <a:endParaRPr lang="en-US" sz="2000" kern="1200"/>
        </a:p>
      </dsp:txBody>
      <dsp:txXfrm>
        <a:off x="0" y="2612897"/>
        <a:ext cx="6251110" cy="435482"/>
      </dsp:txXfrm>
    </dsp:sp>
    <dsp:sp modelId="{7BA93D53-0CF2-FF44-A97B-0B68EA4D212E}">
      <dsp:nvSpPr>
        <dsp:cNvPr id="0" name=""/>
        <dsp:cNvSpPr/>
      </dsp:nvSpPr>
      <dsp:spPr>
        <a:xfrm>
          <a:off x="0" y="3048380"/>
          <a:ext cx="625111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59177D-F529-C14B-81ED-D2FDE8FA25D6}">
      <dsp:nvSpPr>
        <dsp:cNvPr id="0" name=""/>
        <dsp:cNvSpPr/>
      </dsp:nvSpPr>
      <dsp:spPr>
        <a:xfrm>
          <a:off x="0" y="3048380"/>
          <a:ext cx="6251110" cy="435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a:t>Irrigating the Garden</a:t>
          </a:r>
          <a:endParaRPr lang="en-US" sz="2000" kern="1200"/>
        </a:p>
      </dsp:txBody>
      <dsp:txXfrm>
        <a:off x="0" y="3048380"/>
        <a:ext cx="6251110" cy="43548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C0F109-ED93-5047-9E2F-9B7934D038BA}">
      <dsp:nvSpPr>
        <dsp:cNvPr id="0" name=""/>
        <dsp:cNvSpPr/>
      </dsp:nvSpPr>
      <dsp:spPr>
        <a:xfrm>
          <a:off x="0" y="6708"/>
          <a:ext cx="6798539" cy="9594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a:t>References:</a:t>
          </a:r>
        </a:p>
      </dsp:txBody>
      <dsp:txXfrm>
        <a:off x="46834" y="53542"/>
        <a:ext cx="6704871" cy="865732"/>
      </dsp:txXfrm>
    </dsp:sp>
    <dsp:sp modelId="{89CE04D2-D0AE-294D-9AE6-C31626896C01}">
      <dsp:nvSpPr>
        <dsp:cNvPr id="0" name=""/>
        <dsp:cNvSpPr/>
      </dsp:nvSpPr>
      <dsp:spPr>
        <a:xfrm>
          <a:off x="0" y="966108"/>
          <a:ext cx="6798539" cy="2732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854" tIns="50800" rIns="284480" bIns="50800" numCol="1" spcCol="1270" anchor="t" anchorCtr="0">
          <a:noAutofit/>
        </a:bodyPr>
        <a:lstStyle/>
        <a:p>
          <a:pPr marL="285750" lvl="1" indent="-285750" algn="l" defTabSz="1377950">
            <a:lnSpc>
              <a:spcPct val="90000"/>
            </a:lnSpc>
            <a:spcBef>
              <a:spcPct val="0"/>
            </a:spcBef>
            <a:spcAft>
              <a:spcPct val="20000"/>
            </a:spcAft>
            <a:buChar char="•"/>
          </a:pPr>
          <a:r>
            <a:rPr lang="en-US" sz="3100" kern="1200" dirty="0">
              <a:latin typeface="Aptos" panose="020B0004020202020204" pitchFamily="34" charset="0"/>
            </a:rPr>
            <a:t>Needs Report</a:t>
          </a:r>
        </a:p>
        <a:p>
          <a:pPr marL="285750" lvl="1" indent="-285750" algn="l" defTabSz="1377950">
            <a:lnSpc>
              <a:spcPct val="90000"/>
            </a:lnSpc>
            <a:spcBef>
              <a:spcPct val="0"/>
            </a:spcBef>
            <a:spcAft>
              <a:spcPct val="20000"/>
            </a:spcAft>
            <a:buChar char="•"/>
          </a:pPr>
          <a:r>
            <a:rPr lang="en-US" sz="3100" kern="1200" dirty="0">
              <a:latin typeface="Aptos" panose="020B0004020202020204" pitchFamily="34" charset="0"/>
            </a:rPr>
            <a:t>Product Specifications Report</a:t>
          </a:r>
        </a:p>
        <a:p>
          <a:pPr marL="285750" lvl="1" indent="-285750" algn="l" defTabSz="1377950">
            <a:lnSpc>
              <a:spcPct val="90000"/>
            </a:lnSpc>
            <a:spcBef>
              <a:spcPct val="0"/>
            </a:spcBef>
            <a:spcAft>
              <a:spcPct val="20000"/>
            </a:spcAft>
            <a:buChar char="•"/>
          </a:pPr>
          <a:r>
            <a:rPr lang="en-US" sz="3100" kern="1200">
              <a:latin typeface="Aptos" panose="020B0004020202020204" pitchFamily="34" charset="0"/>
            </a:rPr>
            <a:t>Functional Decomposition Report</a:t>
          </a:r>
        </a:p>
        <a:p>
          <a:pPr marL="285750" lvl="1" indent="-285750" algn="l" defTabSz="1377950">
            <a:lnSpc>
              <a:spcPct val="90000"/>
            </a:lnSpc>
            <a:spcBef>
              <a:spcPct val="0"/>
            </a:spcBef>
            <a:spcAft>
              <a:spcPct val="20000"/>
            </a:spcAft>
            <a:buChar char="•"/>
          </a:pPr>
          <a:r>
            <a:rPr lang="en-US" sz="3100" kern="1200" dirty="0">
              <a:latin typeface="Aptos" panose="020B0004020202020204" pitchFamily="34" charset="0"/>
            </a:rPr>
            <a:t>Concept Selection Report</a:t>
          </a:r>
        </a:p>
        <a:p>
          <a:pPr marL="285750" lvl="1" indent="-285750" algn="l" defTabSz="1377950">
            <a:lnSpc>
              <a:spcPct val="90000"/>
            </a:lnSpc>
            <a:spcBef>
              <a:spcPct val="0"/>
            </a:spcBef>
            <a:spcAft>
              <a:spcPct val="20000"/>
            </a:spcAft>
            <a:buChar char="•"/>
          </a:pPr>
          <a:r>
            <a:rPr lang="en-US" sz="3100" kern="1200" dirty="0">
              <a:latin typeface="Aptos" panose="020B0004020202020204" pitchFamily="34" charset="0"/>
            </a:rPr>
            <a:t>USC Office of Sustainability</a:t>
          </a:r>
        </a:p>
      </dsp:txBody>
      <dsp:txXfrm>
        <a:off x="0" y="966108"/>
        <a:ext cx="6798539" cy="273240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D0707A-3AB0-3C40-9598-0F8E1FEE1D47}" type="datetimeFigureOut">
              <a:rPr lang="en-US" smtClean="0"/>
              <a:t>11/8/24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00D61A-301E-D144-A837-63964DA749E9}" type="slidenum">
              <a:rPr lang="en-US" smtClean="0"/>
              <a:t>‹#›</a:t>
            </a:fld>
            <a:endParaRPr lang="en-US"/>
          </a:p>
        </p:txBody>
      </p:sp>
    </p:spTree>
    <p:extLst>
      <p:ext uri="{BB962C8B-B14F-4D97-AF65-F5344CB8AC3E}">
        <p14:creationId xmlns:p14="http://schemas.microsoft.com/office/powerpoint/2010/main" val="27344444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how the current system is time-consuming and labor-intensive, particularly with multiple watering days per week.</a:t>
            </a:r>
          </a:p>
          <a:p>
            <a:endParaRPr lang="en-US" dirty="0"/>
          </a:p>
          <a:p>
            <a:r>
              <a:rPr lang="en-US" dirty="0"/>
              <a:t>Highlight stakeholder priorities for sustainability and ease of use.</a:t>
            </a:r>
          </a:p>
          <a:p>
            <a:endParaRPr lang="en-US" dirty="0"/>
          </a:p>
          <a:p>
            <a:r>
              <a:rPr lang="en-US" dirty="0"/>
              <a:t>Point out the mismatch between user needs and the current system.</a:t>
            </a:r>
          </a:p>
        </p:txBody>
      </p:sp>
      <p:sp>
        <p:nvSpPr>
          <p:cNvPr id="4" name="Slide Number Placeholder 3"/>
          <p:cNvSpPr>
            <a:spLocks noGrp="1"/>
          </p:cNvSpPr>
          <p:nvPr>
            <p:ph type="sldNum" sz="quarter" idx="5"/>
          </p:nvPr>
        </p:nvSpPr>
        <p:spPr/>
        <p:txBody>
          <a:bodyPr/>
          <a:lstStyle/>
          <a:p>
            <a:fld id="{5600D61A-301E-D144-A837-63964DA749E9}" type="slidenum">
              <a:rPr lang="en-US" smtClean="0"/>
              <a:t>5</a:t>
            </a:fld>
            <a:endParaRPr lang="en-US"/>
          </a:p>
        </p:txBody>
      </p:sp>
    </p:spTree>
    <p:extLst>
      <p:ext uri="{BB962C8B-B14F-4D97-AF65-F5344CB8AC3E}">
        <p14:creationId xmlns:p14="http://schemas.microsoft.com/office/powerpoint/2010/main" val="1760523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are these critical to quality?</a:t>
            </a:r>
          </a:p>
        </p:txBody>
      </p:sp>
      <p:sp>
        <p:nvSpPr>
          <p:cNvPr id="4" name="Slide Number Placeholder 3"/>
          <p:cNvSpPr>
            <a:spLocks noGrp="1"/>
          </p:cNvSpPr>
          <p:nvPr>
            <p:ph type="sldNum" sz="quarter" idx="5"/>
          </p:nvPr>
        </p:nvSpPr>
        <p:spPr/>
        <p:txBody>
          <a:bodyPr/>
          <a:lstStyle/>
          <a:p>
            <a:fld id="{5600D61A-301E-D144-A837-63964DA749E9}" type="slidenum">
              <a:rPr lang="en-US" smtClean="0"/>
              <a:t>6</a:t>
            </a:fld>
            <a:endParaRPr lang="en-US"/>
          </a:p>
        </p:txBody>
      </p:sp>
    </p:spTree>
    <p:extLst>
      <p:ext uri="{BB962C8B-B14F-4D97-AF65-F5344CB8AC3E}">
        <p14:creationId xmlns:p14="http://schemas.microsoft.com/office/powerpoint/2010/main" val="4214447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mission statement as a synthesis of the stakeholders’ needs and project goals.</a:t>
            </a:r>
          </a:p>
          <a:p>
            <a:endParaRPr lang="en-US" dirty="0"/>
          </a:p>
          <a:p>
            <a:r>
              <a:rPr lang="en-US" dirty="0"/>
              <a:t>Highlight how the mission reflects sustainability, efficiency, and ease of use.</a:t>
            </a:r>
          </a:p>
          <a:p>
            <a:endParaRPr lang="en-US" dirty="0"/>
          </a:p>
          <a:p>
            <a:r>
              <a:rPr lang="en-US" dirty="0"/>
              <a:t>Conclude by explaining how this mission sets the direction for the design process.</a:t>
            </a:r>
          </a:p>
        </p:txBody>
      </p:sp>
      <p:sp>
        <p:nvSpPr>
          <p:cNvPr id="4" name="Slide Number Placeholder 3"/>
          <p:cNvSpPr>
            <a:spLocks noGrp="1"/>
          </p:cNvSpPr>
          <p:nvPr>
            <p:ph type="sldNum" sz="quarter" idx="5"/>
          </p:nvPr>
        </p:nvSpPr>
        <p:spPr/>
        <p:txBody>
          <a:bodyPr/>
          <a:lstStyle/>
          <a:p>
            <a:fld id="{5600D61A-301E-D144-A837-63964DA749E9}" type="slidenum">
              <a:rPr lang="en-US" smtClean="0"/>
              <a:t>7</a:t>
            </a:fld>
            <a:endParaRPr lang="en-US"/>
          </a:p>
        </p:txBody>
      </p:sp>
    </p:spTree>
    <p:extLst>
      <p:ext uri="{BB962C8B-B14F-4D97-AF65-F5344CB8AC3E}">
        <p14:creationId xmlns:p14="http://schemas.microsoft.com/office/powerpoint/2010/main" val="3767394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how metrics like flow rate and pressure directly tie to prioritized needs.</a:t>
            </a:r>
          </a:p>
          <a:p>
            <a:endParaRPr lang="en-US" dirty="0"/>
          </a:p>
          <a:p>
            <a:r>
              <a:rPr lang="en-US" dirty="0"/>
              <a:t>Mention the importance of aligning specifications with customer-defined targets for both performance and sustainability.</a:t>
            </a:r>
          </a:p>
          <a:p>
            <a:endParaRPr lang="en-US" dirty="0"/>
          </a:p>
          <a:p>
            <a:r>
              <a:rPr lang="en-US" dirty="0"/>
              <a:t>Explain trade-offs, such as pressure vs. energy consumption, identified in the analysis. {BS on the spot is fine}</a:t>
            </a:r>
          </a:p>
        </p:txBody>
      </p:sp>
      <p:sp>
        <p:nvSpPr>
          <p:cNvPr id="4" name="Slide Number Placeholder 3"/>
          <p:cNvSpPr>
            <a:spLocks noGrp="1"/>
          </p:cNvSpPr>
          <p:nvPr>
            <p:ph type="sldNum" sz="quarter" idx="5"/>
          </p:nvPr>
        </p:nvSpPr>
        <p:spPr/>
        <p:txBody>
          <a:bodyPr/>
          <a:lstStyle/>
          <a:p>
            <a:fld id="{5600D61A-301E-D144-A837-63964DA749E9}" type="slidenum">
              <a:rPr lang="en-US" smtClean="0"/>
              <a:t>8</a:t>
            </a:fld>
            <a:endParaRPr lang="en-US"/>
          </a:p>
        </p:txBody>
      </p:sp>
    </p:spTree>
    <p:extLst>
      <p:ext uri="{BB962C8B-B14F-4D97-AF65-F5344CB8AC3E}">
        <p14:creationId xmlns:p14="http://schemas.microsoft.com/office/powerpoint/2010/main" val="29454341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100 kPa ~ 15 psi; city water ~ 40-80 psi</a:t>
            </a:r>
          </a:p>
          <a:p>
            <a:r>
              <a:rPr lang="en-US" dirty="0"/>
              <a:t>Note: 4 liter ~ 1 gallon</a:t>
            </a:r>
          </a:p>
          <a:p>
            <a:endParaRPr lang="en-US" dirty="0"/>
          </a:p>
          <a:p>
            <a:r>
              <a:rPr lang="en-US" dirty="0"/>
              <a:t>Emphasize how the target specifications are based on competitor benchmarking and stakeholder expectations.</a:t>
            </a:r>
          </a:p>
          <a:p>
            <a:endParaRPr lang="en-US" dirty="0"/>
          </a:p>
          <a:p>
            <a:r>
              <a:rPr lang="en-US" dirty="0"/>
              <a:t>Explain fallback values as acceptable thresholds for performance in case of technical or budget constraints.</a:t>
            </a:r>
          </a:p>
        </p:txBody>
      </p:sp>
      <p:sp>
        <p:nvSpPr>
          <p:cNvPr id="4" name="Slide Number Placeholder 3"/>
          <p:cNvSpPr>
            <a:spLocks noGrp="1"/>
          </p:cNvSpPr>
          <p:nvPr>
            <p:ph type="sldNum" sz="quarter" idx="5"/>
          </p:nvPr>
        </p:nvSpPr>
        <p:spPr/>
        <p:txBody>
          <a:bodyPr/>
          <a:lstStyle/>
          <a:p>
            <a:fld id="{5600D61A-301E-D144-A837-63964DA749E9}" type="slidenum">
              <a:rPr lang="en-US" smtClean="0"/>
              <a:t>9</a:t>
            </a:fld>
            <a:endParaRPr lang="en-US"/>
          </a:p>
        </p:txBody>
      </p:sp>
    </p:spTree>
    <p:extLst>
      <p:ext uri="{BB962C8B-B14F-4D97-AF65-F5344CB8AC3E}">
        <p14:creationId xmlns:p14="http://schemas.microsoft.com/office/powerpoint/2010/main" val="1798624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functional decomposition helps designers understand how the system will operate at every stage.</a:t>
            </a:r>
          </a:p>
          <a:p>
            <a:endParaRPr lang="en-US" dirty="0"/>
          </a:p>
          <a:p>
            <a:r>
              <a:rPr lang="en-US" dirty="0"/>
              <a:t>Use an analogy: "It’s like dividing a garden into sections based on plant types or their specific needs to ensure everything thrives.”</a:t>
            </a:r>
          </a:p>
          <a:p>
            <a:endParaRPr lang="en-US" dirty="0"/>
          </a:p>
          <a:p>
            <a:r>
              <a:rPr lang="en-US" dirty="0"/>
              <a:t>Mention its role in identifying potential failure points or inefficiencies early in the design process.</a:t>
            </a:r>
          </a:p>
        </p:txBody>
      </p:sp>
      <p:sp>
        <p:nvSpPr>
          <p:cNvPr id="4" name="Slide Number Placeholder 3"/>
          <p:cNvSpPr>
            <a:spLocks noGrp="1"/>
          </p:cNvSpPr>
          <p:nvPr>
            <p:ph type="sldNum" sz="quarter" idx="5"/>
          </p:nvPr>
        </p:nvSpPr>
        <p:spPr/>
        <p:txBody>
          <a:bodyPr/>
          <a:lstStyle/>
          <a:p>
            <a:fld id="{5600D61A-301E-D144-A837-63964DA749E9}" type="slidenum">
              <a:rPr lang="en-US" smtClean="0"/>
              <a:t>10</a:t>
            </a:fld>
            <a:endParaRPr lang="en-US"/>
          </a:p>
        </p:txBody>
      </p:sp>
    </p:spTree>
    <p:extLst>
      <p:ext uri="{BB962C8B-B14F-4D97-AF65-F5344CB8AC3E}">
        <p14:creationId xmlns:p14="http://schemas.microsoft.com/office/powerpoint/2010/main" val="32687847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1" dirty="0"/>
              <a:t>Receiving Power:</a:t>
            </a:r>
            <a:r>
              <a:rPr lang="en-US" dirty="0"/>
              <a:t> From the energy source (solar, battery, or grid).</a:t>
            </a:r>
          </a:p>
          <a:p>
            <a:pPr>
              <a:buFont typeface="Arial" panose="020B0604020202020204" pitchFamily="34" charset="0"/>
              <a:buChar char="•"/>
            </a:pPr>
            <a:r>
              <a:rPr lang="en-US" b="1" dirty="0"/>
              <a:t>Activation of Transfer:</a:t>
            </a:r>
            <a:r>
              <a:rPr lang="en-US" dirty="0"/>
              <a:t> Starting the pump or opening a valve.</a:t>
            </a:r>
          </a:p>
          <a:p>
            <a:pPr>
              <a:buFont typeface="Arial" panose="020B0604020202020204" pitchFamily="34" charset="0"/>
              <a:buChar char="•"/>
            </a:pPr>
            <a:r>
              <a:rPr lang="en-US" b="1" dirty="0"/>
              <a:t>Adjusting Flow Rate:</a:t>
            </a:r>
            <a:r>
              <a:rPr lang="en-US" dirty="0"/>
              <a:t> Using a valve or pump control.</a:t>
            </a:r>
          </a:p>
          <a:p>
            <a:pPr>
              <a:buFont typeface="Arial" panose="020B0604020202020204" pitchFamily="34" charset="0"/>
              <a:buChar char="•"/>
            </a:pPr>
            <a:r>
              <a:rPr lang="en-US" b="1" dirty="0"/>
              <a:t>Controlling Flow Rate:</a:t>
            </a:r>
            <a:r>
              <a:rPr lang="en-US" dirty="0"/>
              <a:t> Ensuring consistent delivery.</a:t>
            </a:r>
          </a:p>
          <a:p>
            <a:pPr>
              <a:buFont typeface="Arial" panose="020B0604020202020204" pitchFamily="34" charset="0"/>
              <a:buChar char="•"/>
            </a:pPr>
            <a:r>
              <a:rPr lang="en-US" b="1" dirty="0"/>
              <a:t>Transferring Water:</a:t>
            </a:r>
            <a:r>
              <a:rPr lang="en-US" dirty="0"/>
              <a:t> Moving water from the tank to the distribution system.</a:t>
            </a:r>
          </a:p>
          <a:p>
            <a:pPr>
              <a:buFont typeface="Arial" panose="020B0604020202020204" pitchFamily="34" charset="0"/>
              <a:buChar char="•"/>
            </a:pPr>
            <a:r>
              <a:rPr lang="en-US" b="1" dirty="0"/>
              <a:t>Storing Water:</a:t>
            </a:r>
            <a:r>
              <a:rPr lang="en-US" dirty="0"/>
              <a:t> Temporary holding in a tank or pressure system.</a:t>
            </a:r>
          </a:p>
          <a:p>
            <a:pPr>
              <a:buFont typeface="Arial" panose="020B0604020202020204" pitchFamily="34" charset="0"/>
              <a:buChar char="•"/>
            </a:pPr>
            <a:r>
              <a:rPr lang="en-US" b="1" dirty="0"/>
              <a:t>Delivering Water:</a:t>
            </a:r>
            <a:r>
              <a:rPr lang="en-US" dirty="0"/>
              <a:t> Final delivery to the garden or irrigation system.</a:t>
            </a:r>
          </a:p>
          <a:p>
            <a:pPr>
              <a:buFont typeface="Arial" panose="020B0604020202020204" pitchFamily="34" charset="0"/>
              <a:buChar char="•"/>
            </a:pPr>
            <a:r>
              <a:rPr lang="en-US" b="1" dirty="0"/>
              <a:t>Irrigating the Garden:</a:t>
            </a:r>
            <a:r>
              <a:rPr lang="en-US" dirty="0"/>
              <a:t> Dispersing water effectively across the area.</a:t>
            </a:r>
          </a:p>
          <a:p>
            <a:endParaRPr lang="en-US" dirty="0"/>
          </a:p>
        </p:txBody>
      </p:sp>
      <p:sp>
        <p:nvSpPr>
          <p:cNvPr id="4" name="Slide Number Placeholder 3"/>
          <p:cNvSpPr>
            <a:spLocks noGrp="1"/>
          </p:cNvSpPr>
          <p:nvPr>
            <p:ph type="sldNum" sz="quarter" idx="5"/>
          </p:nvPr>
        </p:nvSpPr>
        <p:spPr/>
        <p:txBody>
          <a:bodyPr/>
          <a:lstStyle/>
          <a:p>
            <a:fld id="{5600D61A-301E-D144-A837-63964DA749E9}" type="slidenum">
              <a:rPr lang="en-US" smtClean="0"/>
              <a:t>11</a:t>
            </a:fld>
            <a:endParaRPr lang="en-US"/>
          </a:p>
        </p:txBody>
      </p:sp>
    </p:spTree>
    <p:extLst>
      <p:ext uri="{BB962C8B-B14F-4D97-AF65-F5344CB8AC3E}">
        <p14:creationId xmlns:p14="http://schemas.microsoft.com/office/powerpoint/2010/main" val="9201275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what this is.</a:t>
            </a:r>
          </a:p>
        </p:txBody>
      </p:sp>
      <p:sp>
        <p:nvSpPr>
          <p:cNvPr id="4" name="Slide Number Placeholder 3"/>
          <p:cNvSpPr>
            <a:spLocks noGrp="1"/>
          </p:cNvSpPr>
          <p:nvPr>
            <p:ph type="sldNum" sz="quarter" idx="5"/>
          </p:nvPr>
        </p:nvSpPr>
        <p:spPr/>
        <p:txBody>
          <a:bodyPr/>
          <a:lstStyle/>
          <a:p>
            <a:fld id="{5600D61A-301E-D144-A837-63964DA749E9}" type="slidenum">
              <a:rPr lang="en-US" smtClean="0"/>
              <a:t>12</a:t>
            </a:fld>
            <a:endParaRPr lang="en-US"/>
          </a:p>
        </p:txBody>
      </p:sp>
    </p:spTree>
    <p:extLst>
      <p:ext uri="{BB962C8B-B14F-4D97-AF65-F5344CB8AC3E}">
        <p14:creationId xmlns:p14="http://schemas.microsoft.com/office/powerpoint/2010/main" val="3196323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C4F28-D988-D93B-E04D-430DB831E4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95E373-30DB-C44D-4062-C1D053175F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E88C9A-B48D-A2B4-4C0A-753C69A8472F}"/>
              </a:ext>
            </a:extLst>
          </p:cNvPr>
          <p:cNvSpPr>
            <a:spLocks noGrp="1"/>
          </p:cNvSpPr>
          <p:nvPr>
            <p:ph type="body" idx="1"/>
          </p:nvPr>
        </p:nvSpPr>
        <p:spPr/>
        <p:txBody>
          <a:bodyPr/>
          <a:lstStyle/>
          <a:p>
            <a:r>
              <a:rPr lang="en-US" dirty="0"/>
              <a:t>What is concept combination? explain</a:t>
            </a:r>
          </a:p>
          <a:p>
            <a:endParaRPr lang="en-US" dirty="0"/>
          </a:p>
        </p:txBody>
      </p:sp>
      <p:sp>
        <p:nvSpPr>
          <p:cNvPr id="4" name="Slide Number Placeholder 3">
            <a:extLst>
              <a:ext uri="{FF2B5EF4-FFF2-40B4-BE49-F238E27FC236}">
                <a16:creationId xmlns:a16="http://schemas.microsoft.com/office/drawing/2014/main" id="{ADE4942D-40FC-9ECD-56D4-DEA0E8782311}"/>
              </a:ext>
            </a:extLst>
          </p:cNvPr>
          <p:cNvSpPr>
            <a:spLocks noGrp="1"/>
          </p:cNvSpPr>
          <p:nvPr>
            <p:ph type="sldNum" sz="quarter" idx="5"/>
          </p:nvPr>
        </p:nvSpPr>
        <p:spPr/>
        <p:txBody>
          <a:bodyPr/>
          <a:lstStyle/>
          <a:p>
            <a:fld id="{5600D61A-301E-D144-A837-63964DA749E9}" type="slidenum">
              <a:rPr lang="en-US" smtClean="0"/>
              <a:t>13</a:t>
            </a:fld>
            <a:endParaRPr lang="en-US"/>
          </a:p>
        </p:txBody>
      </p:sp>
    </p:spTree>
    <p:extLst>
      <p:ext uri="{BB962C8B-B14F-4D97-AF65-F5344CB8AC3E}">
        <p14:creationId xmlns:p14="http://schemas.microsoft.com/office/powerpoint/2010/main" val="11274907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what this shows.</a:t>
            </a:r>
          </a:p>
        </p:txBody>
      </p:sp>
      <p:sp>
        <p:nvSpPr>
          <p:cNvPr id="4" name="Slide Number Placeholder 3"/>
          <p:cNvSpPr>
            <a:spLocks noGrp="1"/>
          </p:cNvSpPr>
          <p:nvPr>
            <p:ph type="sldNum" sz="quarter" idx="5"/>
          </p:nvPr>
        </p:nvSpPr>
        <p:spPr/>
        <p:txBody>
          <a:bodyPr/>
          <a:lstStyle/>
          <a:p>
            <a:fld id="{5600D61A-301E-D144-A837-63964DA749E9}" type="slidenum">
              <a:rPr lang="en-US" smtClean="0"/>
              <a:t>14</a:t>
            </a:fld>
            <a:endParaRPr lang="en-US"/>
          </a:p>
        </p:txBody>
      </p:sp>
    </p:spTree>
    <p:extLst>
      <p:ext uri="{BB962C8B-B14F-4D97-AF65-F5344CB8AC3E}">
        <p14:creationId xmlns:p14="http://schemas.microsoft.com/office/powerpoint/2010/main" val="10068502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00D61A-301E-D144-A837-63964DA749E9}" type="slidenum">
              <a:rPr lang="en-US" smtClean="0"/>
              <a:t>15</a:t>
            </a:fld>
            <a:endParaRPr lang="en-US"/>
          </a:p>
        </p:txBody>
      </p:sp>
    </p:spTree>
    <p:extLst>
      <p:ext uri="{BB962C8B-B14F-4D97-AF65-F5344CB8AC3E}">
        <p14:creationId xmlns:p14="http://schemas.microsoft.com/office/powerpoint/2010/main" val="25949151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00D61A-301E-D144-A837-63964DA749E9}" type="slidenum">
              <a:rPr lang="en-US" smtClean="0"/>
              <a:t>21</a:t>
            </a:fld>
            <a:endParaRPr lang="en-US"/>
          </a:p>
        </p:txBody>
      </p:sp>
    </p:spTree>
    <p:extLst>
      <p:ext uri="{BB962C8B-B14F-4D97-AF65-F5344CB8AC3E}">
        <p14:creationId xmlns:p14="http://schemas.microsoft.com/office/powerpoint/2010/main" val="3892590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this table say?</a:t>
            </a:r>
          </a:p>
          <a:p>
            <a:r>
              <a:rPr lang="en-US" dirty="0"/>
              <a:t>solution(</a:t>
            </a:r>
            <a:r>
              <a:rPr lang="en-US" dirty="0" err="1"/>
              <a:t>raised+solar+battery</a:t>
            </a:r>
            <a:r>
              <a:rPr lang="en-US" dirty="0"/>
              <a:t>) is the number one pick!!!</a:t>
            </a:r>
          </a:p>
          <a:p>
            <a:endParaRPr lang="en-US" dirty="0"/>
          </a:p>
          <a:p>
            <a:r>
              <a:rPr lang="en-US" dirty="0"/>
              <a:t>After changing the values to account for the price differential, the Pressure tank wins out, but this assumes we have a solar and battery system that works.</a:t>
            </a:r>
          </a:p>
        </p:txBody>
      </p:sp>
      <p:sp>
        <p:nvSpPr>
          <p:cNvPr id="4" name="Slide Number Placeholder 3"/>
          <p:cNvSpPr>
            <a:spLocks noGrp="1"/>
          </p:cNvSpPr>
          <p:nvPr>
            <p:ph type="sldNum" sz="quarter" idx="5"/>
          </p:nvPr>
        </p:nvSpPr>
        <p:spPr/>
        <p:txBody>
          <a:bodyPr/>
          <a:lstStyle/>
          <a:p>
            <a:fld id="{5600D61A-301E-D144-A837-63964DA749E9}" type="slidenum">
              <a:rPr lang="en-US" smtClean="0"/>
              <a:t>22</a:t>
            </a:fld>
            <a:endParaRPr lang="en-US"/>
          </a:p>
        </p:txBody>
      </p:sp>
    </p:spTree>
    <p:extLst>
      <p:ext uri="{BB962C8B-B14F-4D97-AF65-F5344CB8AC3E}">
        <p14:creationId xmlns:p14="http://schemas.microsoft.com/office/powerpoint/2010/main" val="24668226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concept is the Pressure </a:t>
            </a:r>
            <a:r>
              <a:rPr lang="en-US" dirty="0" err="1"/>
              <a:t>tank+battery+solar</a:t>
            </a:r>
            <a:endParaRPr lang="en-US" dirty="0"/>
          </a:p>
        </p:txBody>
      </p:sp>
      <p:sp>
        <p:nvSpPr>
          <p:cNvPr id="4" name="Slide Number Placeholder 3"/>
          <p:cNvSpPr>
            <a:spLocks noGrp="1"/>
          </p:cNvSpPr>
          <p:nvPr>
            <p:ph type="sldNum" sz="quarter" idx="5"/>
          </p:nvPr>
        </p:nvSpPr>
        <p:spPr/>
        <p:txBody>
          <a:bodyPr/>
          <a:lstStyle/>
          <a:p>
            <a:fld id="{5600D61A-301E-D144-A837-63964DA749E9}" type="slidenum">
              <a:rPr lang="en-US" smtClean="0"/>
              <a:t>23</a:t>
            </a:fld>
            <a:endParaRPr lang="en-US"/>
          </a:p>
        </p:txBody>
      </p:sp>
    </p:spTree>
    <p:extLst>
      <p:ext uri="{BB962C8B-B14F-4D97-AF65-F5344CB8AC3E}">
        <p14:creationId xmlns:p14="http://schemas.microsoft.com/office/powerpoint/2010/main" val="16106131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00D61A-301E-D144-A837-63964DA749E9}" type="slidenum">
              <a:rPr lang="en-US" smtClean="0"/>
              <a:t>24</a:t>
            </a:fld>
            <a:endParaRPr lang="en-US"/>
          </a:p>
        </p:txBody>
      </p:sp>
    </p:spTree>
    <p:extLst>
      <p:ext uri="{BB962C8B-B14F-4D97-AF65-F5344CB8AC3E}">
        <p14:creationId xmlns:p14="http://schemas.microsoft.com/office/powerpoint/2010/main" val="4817468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00D61A-301E-D144-A837-63964DA749E9}" type="slidenum">
              <a:rPr lang="en-US" smtClean="0"/>
              <a:t>25</a:t>
            </a:fld>
            <a:endParaRPr lang="en-US"/>
          </a:p>
        </p:txBody>
      </p:sp>
    </p:spTree>
    <p:extLst>
      <p:ext uri="{BB962C8B-B14F-4D97-AF65-F5344CB8AC3E}">
        <p14:creationId xmlns:p14="http://schemas.microsoft.com/office/powerpoint/2010/main" val="22673074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4E72BD8-5ACE-8546-AEC0-1C37E8E899D5}" type="datetime1">
              <a:rPr lang="en-US" smtClean="0"/>
              <a:t>11/9/24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4CDBE44-B809-E541-B047-2F379DD21D71}" type="datetime1">
              <a:rPr lang="en-US" smtClean="0"/>
              <a:t>11/9/24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762697-8822-6C47-AD4C-C3038BF0B84F}" type="datetime1">
              <a:rPr lang="en-US" smtClean="0"/>
              <a:t>11/9/24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F986AF0-9BD4-DA4A-848C-8F2FE3C1968E}" type="datetime1">
              <a:rPr lang="en-US" smtClean="0"/>
              <a:t>11/9/24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6871818-4F21-D343-835D-20131CBFA823}" type="datetime1">
              <a:rPr lang="en-US" smtClean="0"/>
              <a:t>11/9/24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813630-8736-FC45-B9CA-F92FE063E708}" type="datetime1">
              <a:rPr lang="en-US" smtClean="0"/>
              <a:t>11/9/24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479ADB-CA3B-774C-A5CE-62F4F8CC82C5}" type="datetime1">
              <a:rPr lang="en-US" smtClean="0"/>
              <a:t>11/9/24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7958B1-A44D-0E4F-BC8F-64B4C89A523B}" type="datetime1">
              <a:rPr lang="en-US" smtClean="0"/>
              <a:t>11/9/24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D84174-3699-C142-B870-E2401C9E567A}" type="datetime1">
              <a:rPr lang="en-US" smtClean="0"/>
              <a:t>11/9/24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3787C6-6E5A-B04D-B8F8-EF04E49D778C}" type="datetime1">
              <a:rPr lang="en-US" smtClean="0"/>
              <a:t>11/9/24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4803FED-6C1E-BF41-8704-7822912B9EAE}" type="datetime1">
              <a:rPr lang="en-US" smtClean="0"/>
              <a:t>11/9/24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6FC64A-4698-3946-AD9D-709F0961CF99}" type="datetime1">
              <a:rPr lang="en-US" smtClean="0"/>
              <a:t>11/9/24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6.png"/><Relationship Id="rId7" Type="http://schemas.openxmlformats.org/officeDocument/2006/relationships/diagramColors" Target="../diagrams/colors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7.png"/><Relationship Id="rId7" Type="http://schemas.openxmlformats.org/officeDocument/2006/relationships/diagramColors" Target="../diagrams/colors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7.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8.png"/><Relationship Id="rId7" Type="http://schemas.openxmlformats.org/officeDocument/2006/relationships/diagramColors" Target="../diagrams/colors4.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5.png"/><Relationship Id="rId7" Type="http://schemas.openxmlformats.org/officeDocument/2006/relationships/diagramColors" Target="../diagrams/colors6.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collegeweekends.com/exploring-the-university-of-south-carolina-and-columbias-favorite-neighboring-towns/" TargetMode="External"/></Relationships>
</file>

<file path=ppt/slides/_rels/slide25.xml.rels><?xml version="1.0" encoding="UTF-8" standalone="yes"?>
<Relationships xmlns="http://schemas.openxmlformats.org/package/2006/relationships"><Relationship Id="rId8" Type="http://schemas.openxmlformats.org/officeDocument/2006/relationships/diagramColors" Target="../diagrams/colors7.xml"/><Relationship Id="rId3" Type="http://schemas.openxmlformats.org/officeDocument/2006/relationships/image" Target="../media/image38.jpg"/><Relationship Id="rId7" Type="http://schemas.openxmlformats.org/officeDocument/2006/relationships/diagramQuickStyle" Target="../diagrams/quickStyle7.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Layout" Target="../diagrams/layout7.xml"/><Relationship Id="rId5" Type="http://schemas.openxmlformats.org/officeDocument/2006/relationships/diagramData" Target="../diagrams/data7.xml"/><Relationship Id="rId4" Type="http://schemas.openxmlformats.org/officeDocument/2006/relationships/hyperlink" Target="https://www.wallpaperflare.com/calm-lake-reflection-forest-green-forest-forest-background-wallpaper-ufnbk" TargetMode="External"/><Relationship Id="rId9" Type="http://schemas.microsoft.com/office/2007/relationships/diagramDrawing" Target="../diagrams/drawing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76A1B86-DC99-46B9-B5AA-A7E928EA9C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9304FFE-74E9-4316-B822-F35A685E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70295" y="1090721"/>
            <a:ext cx="5636113" cy="2456597"/>
          </a:xfrm>
        </p:spPr>
        <p:txBody>
          <a:bodyPr anchor="b">
            <a:normAutofit/>
          </a:bodyPr>
          <a:lstStyle/>
          <a:p>
            <a:r>
              <a:rPr lang="en-US" sz="7600" dirty="0">
                <a:solidFill>
                  <a:schemeClr val="tx1">
                    <a:lumMod val="85000"/>
                    <a:lumOff val="15000"/>
                  </a:schemeClr>
                </a:solidFill>
                <a:latin typeface="ACADEMY ENGRAVED LET PLAIN:1.0" panose="02000000000000000000" pitchFamily="2" charset="0"/>
              </a:rPr>
              <a:t>Conceptual</a:t>
            </a:r>
            <a:r>
              <a:rPr lang="en-US" sz="6000" dirty="0">
                <a:solidFill>
                  <a:schemeClr val="tx1">
                    <a:lumMod val="85000"/>
                    <a:lumOff val="15000"/>
                  </a:schemeClr>
                </a:solidFill>
              </a:rPr>
              <a:t> </a:t>
            </a:r>
            <a:r>
              <a:rPr lang="en-US" sz="6000" b="1" dirty="0">
                <a:solidFill>
                  <a:schemeClr val="tx1">
                    <a:lumMod val="85000"/>
                    <a:lumOff val="15000"/>
                  </a:schemeClr>
                </a:solidFill>
                <a:latin typeface="Times New Roman" panose="02020603050405020304" pitchFamily="18" charset="0"/>
                <a:cs typeface="Times New Roman" panose="02020603050405020304" pitchFamily="18" charset="0"/>
              </a:rPr>
              <a:t>Design Review</a:t>
            </a:r>
          </a:p>
        </p:txBody>
      </p:sp>
      <p:sp>
        <p:nvSpPr>
          <p:cNvPr id="3" name="Subtitle 2"/>
          <p:cNvSpPr>
            <a:spLocks noGrp="1"/>
          </p:cNvSpPr>
          <p:nvPr>
            <p:ph type="subTitle" idx="1"/>
          </p:nvPr>
        </p:nvSpPr>
        <p:spPr>
          <a:xfrm>
            <a:off x="5649309" y="4298722"/>
            <a:ext cx="4678086" cy="1148885"/>
          </a:xfrm>
        </p:spPr>
        <p:txBody>
          <a:bodyPr anchor="t">
            <a:noAutofit/>
          </a:bodyPr>
          <a:lstStyle/>
          <a:p>
            <a:r>
              <a:rPr lang="en-US" sz="3600" dirty="0">
                <a:solidFill>
                  <a:schemeClr val="tx1">
                    <a:lumMod val="85000"/>
                    <a:lumOff val="15000"/>
                  </a:schemeClr>
                </a:solidFill>
                <a:latin typeface="Aptos" panose="020B0004020202020204" pitchFamily="34" charset="0"/>
              </a:rPr>
              <a:t>USC Facilities: </a:t>
            </a:r>
          </a:p>
          <a:p>
            <a:r>
              <a:rPr lang="en-US" sz="2800" dirty="0">
                <a:solidFill>
                  <a:schemeClr val="tx1">
                    <a:lumMod val="85000"/>
                    <a:lumOff val="15000"/>
                  </a:schemeClr>
                </a:solidFill>
                <a:latin typeface="Aptos" panose="020B0004020202020204" pitchFamily="34" charset="0"/>
              </a:rPr>
              <a:t>Rainwater Barrel Project</a:t>
            </a:r>
            <a:endParaRPr lang="en-US" sz="3600" dirty="0">
              <a:solidFill>
                <a:schemeClr val="tx1">
                  <a:lumMod val="85000"/>
                  <a:lumOff val="15000"/>
                </a:schemeClr>
              </a:solidFill>
              <a:latin typeface="Aptos" panose="020B0004020202020204" pitchFamily="34" charset="0"/>
            </a:endParaRPr>
          </a:p>
        </p:txBody>
      </p:sp>
      <p:pic>
        <p:nvPicPr>
          <p:cNvPr id="5" name="Picture 4">
            <a:extLst>
              <a:ext uri="{FF2B5EF4-FFF2-40B4-BE49-F238E27FC236}">
                <a16:creationId xmlns:a16="http://schemas.microsoft.com/office/drawing/2014/main" id="{239E9A6A-99BF-3E7F-3C58-86F0E41263C0}"/>
              </a:ext>
            </a:extLst>
          </p:cNvPr>
          <p:cNvPicPr>
            <a:picLocks noChangeAspect="1"/>
          </p:cNvPicPr>
          <p:nvPr/>
        </p:nvPicPr>
        <p:blipFill>
          <a:blip r:embed="rId2"/>
          <a:srcRect l="-71" r="65457"/>
          <a:stretch/>
        </p:blipFill>
        <p:spPr>
          <a:xfrm>
            <a:off x="-7266" y="10"/>
            <a:ext cx="3569616" cy="6857990"/>
          </a:xfrm>
          <a:custGeom>
            <a:avLst/>
            <a:gdLst/>
            <a:ahLst/>
            <a:cxnLst/>
            <a:rect l="l" t="t" r="r" b="b"/>
            <a:pathLst>
              <a:path w="3569616" h="6858000">
                <a:moveTo>
                  <a:pt x="0" y="0"/>
                </a:moveTo>
                <a:lnTo>
                  <a:pt x="3119345" y="0"/>
                </a:lnTo>
                <a:lnTo>
                  <a:pt x="3123529" y="17226"/>
                </a:lnTo>
                <a:cubicBezTo>
                  <a:pt x="3124924" y="23927"/>
                  <a:pt x="3126075" y="29690"/>
                  <a:pt x="3127926" y="35733"/>
                </a:cubicBezTo>
                <a:cubicBezTo>
                  <a:pt x="3135983" y="55162"/>
                  <a:pt x="3152761" y="75163"/>
                  <a:pt x="3158476" y="86830"/>
                </a:cubicBezTo>
                <a:lnTo>
                  <a:pt x="3162217" y="105744"/>
                </a:lnTo>
                <a:lnTo>
                  <a:pt x="3166997" y="104727"/>
                </a:lnTo>
                <a:lnTo>
                  <a:pt x="3167793" y="111793"/>
                </a:lnTo>
                <a:lnTo>
                  <a:pt x="3168896" y="127609"/>
                </a:lnTo>
                <a:cubicBezTo>
                  <a:pt x="3170241" y="137435"/>
                  <a:pt x="3170795" y="164972"/>
                  <a:pt x="3173185" y="174906"/>
                </a:cubicBezTo>
                <a:cubicBezTo>
                  <a:pt x="3178510" y="177461"/>
                  <a:pt x="3181593" y="181749"/>
                  <a:pt x="3183238" y="187215"/>
                </a:cubicBezTo>
                <a:lnTo>
                  <a:pt x="3184145" y="199435"/>
                </a:lnTo>
                <a:lnTo>
                  <a:pt x="3200957" y="269529"/>
                </a:lnTo>
                <a:lnTo>
                  <a:pt x="3202491" y="279219"/>
                </a:lnTo>
                <a:lnTo>
                  <a:pt x="3206975" y="284221"/>
                </a:lnTo>
                <a:cubicBezTo>
                  <a:pt x="3208056" y="288198"/>
                  <a:pt x="3208241" y="299815"/>
                  <a:pt x="3208979" y="303078"/>
                </a:cubicBezTo>
                <a:cubicBezTo>
                  <a:pt x="3209786" y="303316"/>
                  <a:pt x="3210593" y="303555"/>
                  <a:pt x="3211400" y="303794"/>
                </a:cubicBezTo>
                <a:cubicBezTo>
                  <a:pt x="3215834" y="314048"/>
                  <a:pt x="3230882" y="352723"/>
                  <a:pt x="3235583" y="364595"/>
                </a:cubicBezTo>
                <a:cubicBezTo>
                  <a:pt x="3232098" y="367263"/>
                  <a:pt x="3238178" y="372307"/>
                  <a:pt x="3239601" y="375020"/>
                </a:cubicBezTo>
                <a:cubicBezTo>
                  <a:pt x="3237179" y="375617"/>
                  <a:pt x="3236854" y="382439"/>
                  <a:pt x="3239157" y="384290"/>
                </a:cubicBezTo>
                <a:cubicBezTo>
                  <a:pt x="3254070" y="431093"/>
                  <a:pt x="3227895" y="408920"/>
                  <a:pt x="3245230" y="435044"/>
                </a:cubicBezTo>
                <a:cubicBezTo>
                  <a:pt x="3246565" y="439781"/>
                  <a:pt x="3245820" y="443743"/>
                  <a:pt x="3244204" y="447282"/>
                </a:cubicBezTo>
                <a:lnTo>
                  <a:pt x="3240762" y="452630"/>
                </a:lnTo>
                <a:lnTo>
                  <a:pt x="3249093" y="471880"/>
                </a:lnTo>
                <a:cubicBezTo>
                  <a:pt x="3252174" y="481431"/>
                  <a:pt x="3254453" y="491548"/>
                  <a:pt x="3255857" y="501992"/>
                </a:cubicBezTo>
                <a:cubicBezTo>
                  <a:pt x="3250999" y="504682"/>
                  <a:pt x="3258622" y="512442"/>
                  <a:pt x="3260271" y="516223"/>
                </a:cubicBezTo>
                <a:cubicBezTo>
                  <a:pt x="3257006" y="516482"/>
                  <a:pt x="3255973" y="525173"/>
                  <a:pt x="3258865" y="528038"/>
                </a:cubicBezTo>
                <a:cubicBezTo>
                  <a:pt x="3274535" y="591283"/>
                  <a:pt x="3241762" y="557303"/>
                  <a:pt x="3262462" y="594499"/>
                </a:cubicBezTo>
                <a:cubicBezTo>
                  <a:pt x="3263816" y="600863"/>
                  <a:pt x="3262479" y="605795"/>
                  <a:pt x="3260024" y="610000"/>
                </a:cubicBezTo>
                <a:lnTo>
                  <a:pt x="3253721" y="617692"/>
                </a:lnTo>
                <a:lnTo>
                  <a:pt x="3256482" y="623204"/>
                </a:lnTo>
                <a:cubicBezTo>
                  <a:pt x="3258005" y="644600"/>
                  <a:pt x="3251476" y="651376"/>
                  <a:pt x="3259225" y="663365"/>
                </a:cubicBezTo>
                <a:cubicBezTo>
                  <a:pt x="3245876" y="682744"/>
                  <a:pt x="3258539" y="675670"/>
                  <a:pt x="3261631" y="689522"/>
                </a:cubicBezTo>
                <a:cubicBezTo>
                  <a:pt x="3265207" y="700373"/>
                  <a:pt x="3269507" y="679723"/>
                  <a:pt x="3271002" y="690492"/>
                </a:cubicBezTo>
                <a:cubicBezTo>
                  <a:pt x="3267989" y="702455"/>
                  <a:pt x="3279578" y="701125"/>
                  <a:pt x="3275760" y="713609"/>
                </a:cubicBezTo>
                <a:cubicBezTo>
                  <a:pt x="3266819" y="711239"/>
                  <a:pt x="3278954" y="737528"/>
                  <a:pt x="3271356" y="738880"/>
                </a:cubicBezTo>
                <a:cubicBezTo>
                  <a:pt x="3282938" y="748490"/>
                  <a:pt x="3269788" y="754591"/>
                  <a:pt x="3274016" y="768139"/>
                </a:cubicBezTo>
                <a:cubicBezTo>
                  <a:pt x="3278559" y="774347"/>
                  <a:pt x="3279560" y="778980"/>
                  <a:pt x="3275507" y="785654"/>
                </a:cubicBezTo>
                <a:cubicBezTo>
                  <a:pt x="3297514" y="814181"/>
                  <a:pt x="3277534" y="803670"/>
                  <a:pt x="3287024" y="831111"/>
                </a:cubicBezTo>
                <a:cubicBezTo>
                  <a:pt x="3296672" y="854655"/>
                  <a:pt x="3303659" y="881610"/>
                  <a:pt x="3324562" y="903604"/>
                </a:cubicBezTo>
                <a:cubicBezTo>
                  <a:pt x="3330338" y="907511"/>
                  <a:pt x="3333079" y="917872"/>
                  <a:pt x="3330682" y="926744"/>
                </a:cubicBezTo>
                <a:cubicBezTo>
                  <a:pt x="3330269" y="928269"/>
                  <a:pt x="3329716" y="929694"/>
                  <a:pt x="3329041" y="930971"/>
                </a:cubicBezTo>
                <a:cubicBezTo>
                  <a:pt x="3333270" y="950914"/>
                  <a:pt x="3351150" y="1023696"/>
                  <a:pt x="3356062" y="1046405"/>
                </a:cubicBezTo>
                <a:cubicBezTo>
                  <a:pt x="3349099" y="1048737"/>
                  <a:pt x="3362597" y="1059482"/>
                  <a:pt x="3358521" y="1067217"/>
                </a:cubicBezTo>
                <a:cubicBezTo>
                  <a:pt x="3354869" y="1072807"/>
                  <a:pt x="3358113" y="1077371"/>
                  <a:pt x="3358773" y="1082909"/>
                </a:cubicBezTo>
                <a:cubicBezTo>
                  <a:pt x="3356098" y="1090444"/>
                  <a:pt x="3363241" y="1113953"/>
                  <a:pt x="3367682" y="1119909"/>
                </a:cubicBezTo>
                <a:cubicBezTo>
                  <a:pt x="3382703" y="1133847"/>
                  <a:pt x="3374343" y="1168367"/>
                  <a:pt x="3385911" y="1180009"/>
                </a:cubicBezTo>
                <a:cubicBezTo>
                  <a:pt x="3387774" y="1184389"/>
                  <a:pt x="3388688" y="1188737"/>
                  <a:pt x="3389010" y="1193041"/>
                </a:cubicBezTo>
                <a:lnTo>
                  <a:pt x="3388572" y="1205179"/>
                </a:lnTo>
                <a:lnTo>
                  <a:pt x="3385768" y="1208811"/>
                </a:lnTo>
                <a:lnTo>
                  <a:pt x="3386975" y="1216129"/>
                </a:lnTo>
                <a:lnTo>
                  <a:pt x="3386647" y="1218271"/>
                </a:lnTo>
                <a:cubicBezTo>
                  <a:pt x="3386007" y="1222365"/>
                  <a:pt x="3385480" y="1226399"/>
                  <a:pt x="3385420" y="1230360"/>
                </a:cubicBezTo>
                <a:cubicBezTo>
                  <a:pt x="3400233" y="1224163"/>
                  <a:pt x="3387342" y="1263034"/>
                  <a:pt x="3398902" y="1251303"/>
                </a:cubicBezTo>
                <a:cubicBezTo>
                  <a:pt x="3401143" y="1271991"/>
                  <a:pt x="3411558" y="1255397"/>
                  <a:pt x="3402244" y="1281071"/>
                </a:cubicBezTo>
                <a:cubicBezTo>
                  <a:pt x="3416627" y="1312459"/>
                  <a:pt x="3415183" y="1363554"/>
                  <a:pt x="3435533" y="1387530"/>
                </a:cubicBezTo>
                <a:cubicBezTo>
                  <a:pt x="3428168" y="1384876"/>
                  <a:pt x="3423452" y="1398828"/>
                  <a:pt x="3427595" y="1407995"/>
                </a:cubicBezTo>
                <a:cubicBezTo>
                  <a:pt x="3398778" y="1398886"/>
                  <a:pt x="3455260" y="1443485"/>
                  <a:pt x="3436580" y="1453051"/>
                </a:cubicBezTo>
                <a:cubicBezTo>
                  <a:pt x="3454427" y="1452263"/>
                  <a:pt x="3487273" y="1492392"/>
                  <a:pt x="3473886" y="1513215"/>
                </a:cubicBezTo>
                <a:cubicBezTo>
                  <a:pt x="3479337" y="1543203"/>
                  <a:pt x="3495403" y="1563620"/>
                  <a:pt x="3491486" y="1595707"/>
                </a:cubicBezTo>
                <a:cubicBezTo>
                  <a:pt x="3493932" y="1596530"/>
                  <a:pt x="3496028" y="1598008"/>
                  <a:pt x="3497869" y="1599939"/>
                </a:cubicBezTo>
                <a:lnTo>
                  <a:pt x="3502453" y="1606503"/>
                </a:lnTo>
                <a:lnTo>
                  <a:pt x="3502232" y="1607846"/>
                </a:lnTo>
                <a:cubicBezTo>
                  <a:pt x="3502503" y="1613048"/>
                  <a:pt x="3503673" y="1615641"/>
                  <a:pt x="3505239" y="1617081"/>
                </a:cubicBezTo>
                <a:cubicBezTo>
                  <a:pt x="3505979" y="1617395"/>
                  <a:pt x="3506719" y="1617710"/>
                  <a:pt x="3507459" y="1618024"/>
                </a:cubicBezTo>
                <a:lnTo>
                  <a:pt x="3510011" y="1624022"/>
                </a:lnTo>
                <a:lnTo>
                  <a:pt x="3516358" y="1634929"/>
                </a:lnTo>
                <a:lnTo>
                  <a:pt x="3516308" y="1637821"/>
                </a:lnTo>
                <a:lnTo>
                  <a:pt x="3523955" y="1655598"/>
                </a:lnTo>
                <a:lnTo>
                  <a:pt x="3523473" y="1656247"/>
                </a:lnTo>
                <a:cubicBezTo>
                  <a:pt x="3522567" y="1658107"/>
                  <a:pt x="3522227" y="1660249"/>
                  <a:pt x="3523061" y="1663024"/>
                </a:cubicBezTo>
                <a:cubicBezTo>
                  <a:pt x="3513175" y="1664689"/>
                  <a:pt x="3520280" y="1667013"/>
                  <a:pt x="3523616" y="1675054"/>
                </a:cubicBezTo>
                <a:cubicBezTo>
                  <a:pt x="3509006" y="1679436"/>
                  <a:pt x="3523682" y="1698702"/>
                  <a:pt x="3517630" y="1707801"/>
                </a:cubicBezTo>
                <a:cubicBezTo>
                  <a:pt x="3520410" y="1713612"/>
                  <a:pt x="3523083" y="1719836"/>
                  <a:pt x="3525537" y="1726380"/>
                </a:cubicBezTo>
                <a:lnTo>
                  <a:pt x="3529903" y="1779986"/>
                </a:lnTo>
                <a:lnTo>
                  <a:pt x="3521468" y="1836998"/>
                </a:lnTo>
                <a:cubicBezTo>
                  <a:pt x="3522502" y="1857808"/>
                  <a:pt x="3519191" y="1876110"/>
                  <a:pt x="3523412" y="1893497"/>
                </a:cubicBezTo>
                <a:cubicBezTo>
                  <a:pt x="3520411" y="1900876"/>
                  <a:pt x="3519436" y="1907708"/>
                  <a:pt x="3525004" y="1913894"/>
                </a:cubicBezTo>
                <a:cubicBezTo>
                  <a:pt x="3524490" y="1933413"/>
                  <a:pt x="3517414" y="1938604"/>
                  <a:pt x="3523928" y="1950514"/>
                </a:cubicBezTo>
                <a:cubicBezTo>
                  <a:pt x="3512685" y="1962215"/>
                  <a:pt x="3517275" y="1962555"/>
                  <a:pt x="3521008" y="1967449"/>
                </a:cubicBezTo>
                <a:lnTo>
                  <a:pt x="3521297" y="1968163"/>
                </a:lnTo>
                <a:lnTo>
                  <a:pt x="3519686" y="1969768"/>
                </a:lnTo>
                <a:lnTo>
                  <a:pt x="3519089" y="1972904"/>
                </a:lnTo>
                <a:lnTo>
                  <a:pt x="3520122" y="1981289"/>
                </a:lnTo>
                <a:lnTo>
                  <a:pt x="3520948" y="1984413"/>
                </a:lnTo>
                <a:cubicBezTo>
                  <a:pt x="3521356" y="1986575"/>
                  <a:pt x="3521416" y="1988026"/>
                  <a:pt x="3521226" y="1989046"/>
                </a:cubicBezTo>
                <a:lnTo>
                  <a:pt x="3521092" y="1989171"/>
                </a:lnTo>
                <a:lnTo>
                  <a:pt x="3521624" y="1993492"/>
                </a:lnTo>
                <a:cubicBezTo>
                  <a:pt x="3522844" y="2000762"/>
                  <a:pt x="3524332" y="2007819"/>
                  <a:pt x="3525996" y="2014518"/>
                </a:cubicBezTo>
                <a:cubicBezTo>
                  <a:pt x="3518529" y="2020777"/>
                  <a:pt x="3529333" y="2045218"/>
                  <a:pt x="3514412" y="2043465"/>
                </a:cubicBezTo>
                <a:cubicBezTo>
                  <a:pt x="3516219" y="2052531"/>
                  <a:pt x="3522688" y="2057653"/>
                  <a:pt x="3512822" y="2055222"/>
                </a:cubicBezTo>
                <a:cubicBezTo>
                  <a:pt x="3513140" y="2058224"/>
                  <a:pt x="3512432" y="2060136"/>
                  <a:pt x="3511227" y="2061550"/>
                </a:cubicBezTo>
                <a:lnTo>
                  <a:pt x="3510645" y="2061975"/>
                </a:lnTo>
                <a:lnTo>
                  <a:pt x="3514907" y="2082129"/>
                </a:lnTo>
                <a:lnTo>
                  <a:pt x="3514347" y="2084880"/>
                </a:lnTo>
                <a:lnTo>
                  <a:pt x="3518565" y="2097919"/>
                </a:lnTo>
                <a:lnTo>
                  <a:pt x="3519976" y="2104707"/>
                </a:lnTo>
                <a:lnTo>
                  <a:pt x="3521958" y="2106519"/>
                </a:lnTo>
                <a:cubicBezTo>
                  <a:pt x="3523219" y="2108534"/>
                  <a:pt x="3523895" y="2111498"/>
                  <a:pt x="3523237" y="2116590"/>
                </a:cubicBezTo>
                <a:lnTo>
                  <a:pt x="3522786" y="2117790"/>
                </a:lnTo>
                <a:lnTo>
                  <a:pt x="3526064" y="2125947"/>
                </a:lnTo>
                <a:cubicBezTo>
                  <a:pt x="3527505" y="2128548"/>
                  <a:pt x="3529274" y="2130818"/>
                  <a:pt x="3531495" y="2132603"/>
                </a:cubicBezTo>
                <a:cubicBezTo>
                  <a:pt x="3522034" y="2161762"/>
                  <a:pt x="3533978" y="2187874"/>
                  <a:pt x="3533955" y="2218836"/>
                </a:cubicBezTo>
                <a:cubicBezTo>
                  <a:pt x="3517312" y="2233337"/>
                  <a:pt x="3542024" y="2285180"/>
                  <a:pt x="3559442" y="2291697"/>
                </a:cubicBezTo>
                <a:cubicBezTo>
                  <a:pt x="3544608" y="2292866"/>
                  <a:pt x="3567228" y="2330146"/>
                  <a:pt x="3568373" y="2340076"/>
                </a:cubicBezTo>
                <a:cubicBezTo>
                  <a:pt x="3568755" y="2343387"/>
                  <a:pt x="3566751" y="2343658"/>
                  <a:pt x="3560178" y="2338540"/>
                </a:cubicBezTo>
                <a:cubicBezTo>
                  <a:pt x="3562571" y="2349015"/>
                  <a:pt x="3555536" y="2360463"/>
                  <a:pt x="3548875" y="2354921"/>
                </a:cubicBezTo>
                <a:cubicBezTo>
                  <a:pt x="3564342" y="2386191"/>
                  <a:pt x="3553912" y="2434573"/>
                  <a:pt x="3562290" y="2470516"/>
                </a:cubicBezTo>
                <a:cubicBezTo>
                  <a:pt x="3548732" y="2491328"/>
                  <a:pt x="3561750" y="2479665"/>
                  <a:pt x="3560263" y="2500409"/>
                </a:cubicBezTo>
                <a:cubicBezTo>
                  <a:pt x="3573531" y="2493872"/>
                  <a:pt x="3554177" y="2525877"/>
                  <a:pt x="3569616" y="2525972"/>
                </a:cubicBezTo>
                <a:cubicBezTo>
                  <a:pt x="3568857" y="2529744"/>
                  <a:pt x="3567635" y="2533395"/>
                  <a:pt x="3566291" y="2537057"/>
                </a:cubicBezTo>
                <a:lnTo>
                  <a:pt x="3565595" y="2538979"/>
                </a:lnTo>
                <a:lnTo>
                  <a:pt x="3565471" y="2546483"/>
                </a:lnTo>
                <a:lnTo>
                  <a:pt x="3562111" y="2548822"/>
                </a:lnTo>
                <a:lnTo>
                  <a:pt x="3559542" y="2560277"/>
                </a:lnTo>
                <a:cubicBezTo>
                  <a:pt x="3559093" y="2564534"/>
                  <a:pt x="3559212" y="2569074"/>
                  <a:pt x="3560240" y="2574030"/>
                </a:cubicBezTo>
                <a:cubicBezTo>
                  <a:pt x="3567097" y="2585933"/>
                  <a:pt x="3560828" y="2605604"/>
                  <a:pt x="3562359" y="2622912"/>
                </a:cubicBezTo>
                <a:lnTo>
                  <a:pt x="3564740" y="2630748"/>
                </a:lnTo>
                <a:lnTo>
                  <a:pt x="3563214" y="2656947"/>
                </a:lnTo>
                <a:cubicBezTo>
                  <a:pt x="3563065" y="2664385"/>
                  <a:pt x="3563222" y="2672085"/>
                  <a:pt x="3563949" y="2680153"/>
                </a:cubicBezTo>
                <a:lnTo>
                  <a:pt x="3566383" y="2695058"/>
                </a:lnTo>
                <a:lnTo>
                  <a:pt x="3565385" y="2699075"/>
                </a:lnTo>
                <a:cubicBezTo>
                  <a:pt x="3565951" y="2705917"/>
                  <a:pt x="3570892" y="2714690"/>
                  <a:pt x="3565525" y="2714239"/>
                </a:cubicBezTo>
                <a:lnTo>
                  <a:pt x="3567847" y="2721812"/>
                </a:lnTo>
                <a:lnTo>
                  <a:pt x="3564077" y="2729693"/>
                </a:lnTo>
                <a:cubicBezTo>
                  <a:pt x="3563144" y="2730592"/>
                  <a:pt x="3562134" y="2731288"/>
                  <a:pt x="3561085" y="2731758"/>
                </a:cubicBezTo>
                <a:lnTo>
                  <a:pt x="3563149" y="2742418"/>
                </a:lnTo>
                <a:lnTo>
                  <a:pt x="3560661" y="2751437"/>
                </a:lnTo>
                <a:lnTo>
                  <a:pt x="3563126" y="2758989"/>
                </a:lnTo>
                <a:lnTo>
                  <a:pt x="3562876" y="2762207"/>
                </a:lnTo>
                <a:lnTo>
                  <a:pt x="3561866" y="2770236"/>
                </a:lnTo>
                <a:cubicBezTo>
                  <a:pt x="3561066" y="2774372"/>
                  <a:pt x="3560080" y="2779005"/>
                  <a:pt x="3559378" y="2784138"/>
                </a:cubicBezTo>
                <a:lnTo>
                  <a:pt x="3559178" y="2788436"/>
                </a:lnTo>
                <a:lnTo>
                  <a:pt x="3554648" y="2798068"/>
                </a:lnTo>
                <a:cubicBezTo>
                  <a:pt x="3551209" y="2805087"/>
                  <a:pt x="3548936" y="2810580"/>
                  <a:pt x="3551400" y="2816345"/>
                </a:cubicBezTo>
                <a:cubicBezTo>
                  <a:pt x="3547036" y="2826742"/>
                  <a:pt x="3533490" y="2834711"/>
                  <a:pt x="3538128" y="2849028"/>
                </a:cubicBezTo>
                <a:cubicBezTo>
                  <a:pt x="3531517" y="2845031"/>
                  <a:pt x="3538369" y="2865256"/>
                  <a:pt x="3532013" y="2868126"/>
                </a:cubicBezTo>
                <a:cubicBezTo>
                  <a:pt x="3526842" y="2869601"/>
                  <a:pt x="3527715" y="2876080"/>
                  <a:pt x="3526094" y="2881167"/>
                </a:cubicBezTo>
                <a:cubicBezTo>
                  <a:pt x="3520961" y="2885059"/>
                  <a:pt x="3517628" y="2910333"/>
                  <a:pt x="3518939" y="2918966"/>
                </a:cubicBezTo>
                <a:cubicBezTo>
                  <a:pt x="3525789" y="2943088"/>
                  <a:pt x="3505468" y="2964225"/>
                  <a:pt x="3510391" y="2983548"/>
                </a:cubicBezTo>
                <a:cubicBezTo>
                  <a:pt x="3510204" y="2988707"/>
                  <a:pt x="3509257" y="2993036"/>
                  <a:pt x="3507840" y="2996827"/>
                </a:cubicBezTo>
                <a:lnTo>
                  <a:pt x="3502741" y="3006379"/>
                </a:lnTo>
                <a:lnTo>
                  <a:pt x="3499028" y="3006971"/>
                </a:lnTo>
                <a:lnTo>
                  <a:pt x="3497157" y="3013976"/>
                </a:lnTo>
                <a:lnTo>
                  <a:pt x="3496053" y="3015450"/>
                </a:lnTo>
                <a:cubicBezTo>
                  <a:pt x="3493931" y="3018255"/>
                  <a:pt x="3491925" y="3021106"/>
                  <a:pt x="3490329" y="3024292"/>
                </a:cubicBezTo>
                <a:cubicBezTo>
                  <a:pt x="3504872" y="3031782"/>
                  <a:pt x="3479143" y="3052632"/>
                  <a:pt x="3493186" y="3052840"/>
                </a:cubicBezTo>
                <a:cubicBezTo>
                  <a:pt x="3486942" y="3071654"/>
                  <a:pt x="3501947" y="3066916"/>
                  <a:pt x="3484298" y="3080007"/>
                </a:cubicBezTo>
                <a:cubicBezTo>
                  <a:pt x="3483814" y="3117860"/>
                  <a:pt x="3462683" y="3158406"/>
                  <a:pt x="3469977" y="3195253"/>
                </a:cubicBezTo>
                <a:cubicBezTo>
                  <a:pt x="3464984" y="3186842"/>
                  <a:pt x="3455676" y="3194249"/>
                  <a:pt x="3455490" y="3205255"/>
                </a:cubicBezTo>
                <a:cubicBezTo>
                  <a:pt x="3435461" y="3173385"/>
                  <a:pt x="3464274" y="3257718"/>
                  <a:pt x="3445250" y="3249703"/>
                </a:cubicBezTo>
                <a:cubicBezTo>
                  <a:pt x="3460163" y="3264187"/>
                  <a:pt x="3471377" y="3324835"/>
                  <a:pt x="3452291" y="3330508"/>
                </a:cubicBezTo>
                <a:cubicBezTo>
                  <a:pt x="3445043" y="3359645"/>
                  <a:pt x="3450218" y="3389952"/>
                  <a:pt x="3434486" y="3412864"/>
                </a:cubicBezTo>
                <a:cubicBezTo>
                  <a:pt x="3436166" y="3415609"/>
                  <a:pt x="3437306" y="3418595"/>
                  <a:pt x="3438058" y="3421734"/>
                </a:cubicBezTo>
                <a:lnTo>
                  <a:pt x="3439245" y="3430986"/>
                </a:lnTo>
                <a:lnTo>
                  <a:pt x="3438541" y="3431897"/>
                </a:lnTo>
                <a:cubicBezTo>
                  <a:pt x="3436732" y="3436375"/>
                  <a:pt x="3436677" y="3439488"/>
                  <a:pt x="3437396" y="3441992"/>
                </a:cubicBezTo>
                <a:lnTo>
                  <a:pt x="3438843" y="3444647"/>
                </a:lnTo>
                <a:lnTo>
                  <a:pt x="3438591" y="3451712"/>
                </a:lnTo>
                <a:lnTo>
                  <a:pt x="3439527" y="3466008"/>
                </a:lnTo>
                <a:lnTo>
                  <a:pt x="3438357" y="3468331"/>
                </a:lnTo>
                <a:lnTo>
                  <a:pt x="3437674" y="3489343"/>
                </a:lnTo>
                <a:cubicBezTo>
                  <a:pt x="3437459" y="3489383"/>
                  <a:pt x="3437241" y="3489424"/>
                  <a:pt x="3437026" y="3489465"/>
                </a:cubicBezTo>
                <a:cubicBezTo>
                  <a:pt x="3435558" y="3490219"/>
                  <a:pt x="3434444" y="3491679"/>
                  <a:pt x="3434044" y="3494659"/>
                </a:cubicBezTo>
                <a:cubicBezTo>
                  <a:pt x="3425302" y="3487640"/>
                  <a:pt x="3430211" y="3495561"/>
                  <a:pt x="3429800" y="3504965"/>
                </a:cubicBezTo>
                <a:cubicBezTo>
                  <a:pt x="3416132" y="3496161"/>
                  <a:pt x="3420620" y="3524348"/>
                  <a:pt x="3412115" y="3526661"/>
                </a:cubicBezTo>
                <a:cubicBezTo>
                  <a:pt x="3412121" y="3533765"/>
                  <a:pt x="3411879" y="3541120"/>
                  <a:pt x="3411331" y="3548549"/>
                </a:cubicBezTo>
                <a:lnTo>
                  <a:pt x="3410824" y="3552872"/>
                </a:lnTo>
                <a:cubicBezTo>
                  <a:pt x="3410773" y="3552889"/>
                  <a:pt x="3410721" y="3552908"/>
                  <a:pt x="3410671" y="3552926"/>
                </a:cubicBezTo>
                <a:cubicBezTo>
                  <a:pt x="3410254" y="3553793"/>
                  <a:pt x="3409971" y="3555188"/>
                  <a:pt x="3409849" y="3557419"/>
                </a:cubicBezTo>
                <a:lnTo>
                  <a:pt x="3409902" y="3560756"/>
                </a:lnTo>
                <a:lnTo>
                  <a:pt x="3408918" y="3569144"/>
                </a:lnTo>
                <a:lnTo>
                  <a:pt x="3407623" y="3571810"/>
                </a:lnTo>
                <a:lnTo>
                  <a:pt x="3405729" y="3572549"/>
                </a:lnTo>
                <a:lnTo>
                  <a:pt x="3405835" y="3573359"/>
                </a:lnTo>
                <a:cubicBezTo>
                  <a:pt x="3408214" y="3579757"/>
                  <a:pt x="3412465" y="3582275"/>
                  <a:pt x="3399129" y="3587902"/>
                </a:cubicBezTo>
                <a:cubicBezTo>
                  <a:pt x="3402495" y="3602236"/>
                  <a:pt x="3394605" y="3603730"/>
                  <a:pt x="3389566" y="3621859"/>
                </a:cubicBezTo>
                <a:cubicBezTo>
                  <a:pt x="3393374" y="3630350"/>
                  <a:pt x="3390863" y="3636316"/>
                  <a:pt x="3386307" y="3641820"/>
                </a:cubicBezTo>
                <a:cubicBezTo>
                  <a:pt x="3386232" y="3660214"/>
                  <a:pt x="3378837" y="3675854"/>
                  <a:pt x="3374956" y="3695940"/>
                </a:cubicBezTo>
                <a:cubicBezTo>
                  <a:pt x="3378387" y="3718839"/>
                  <a:pt x="3365817" y="3728358"/>
                  <a:pt x="3361718" y="3749831"/>
                </a:cubicBezTo>
                <a:cubicBezTo>
                  <a:pt x="3370064" y="3770267"/>
                  <a:pt x="3350403" y="3763879"/>
                  <a:pt x="3344768" y="3774338"/>
                </a:cubicBezTo>
                <a:lnTo>
                  <a:pt x="3343985" y="3777418"/>
                </a:lnTo>
                <a:lnTo>
                  <a:pt x="3344520" y="3785849"/>
                </a:lnTo>
                <a:lnTo>
                  <a:pt x="3345162" y="3789023"/>
                </a:lnTo>
                <a:cubicBezTo>
                  <a:pt x="3345441" y="3791209"/>
                  <a:pt x="3345415" y="3792659"/>
                  <a:pt x="3345164" y="3793659"/>
                </a:cubicBezTo>
                <a:lnTo>
                  <a:pt x="3345024" y="3793774"/>
                </a:lnTo>
                <a:lnTo>
                  <a:pt x="3345300" y="3798119"/>
                </a:lnTo>
                <a:cubicBezTo>
                  <a:pt x="3346087" y="3805456"/>
                  <a:pt x="3347157" y="3812596"/>
                  <a:pt x="3348424" y="3819398"/>
                </a:cubicBezTo>
                <a:cubicBezTo>
                  <a:pt x="3340590" y="3825065"/>
                  <a:pt x="3349940" y="3850234"/>
                  <a:pt x="3335133" y="3847354"/>
                </a:cubicBezTo>
                <a:cubicBezTo>
                  <a:pt x="3336403" y="3856524"/>
                  <a:pt x="3342565" y="3862118"/>
                  <a:pt x="3332848" y="3858945"/>
                </a:cubicBezTo>
                <a:cubicBezTo>
                  <a:pt x="3332988" y="3861961"/>
                  <a:pt x="3332168" y="3863811"/>
                  <a:pt x="3330878" y="3865128"/>
                </a:cubicBezTo>
                <a:lnTo>
                  <a:pt x="3330273" y="3865510"/>
                </a:lnTo>
                <a:lnTo>
                  <a:pt x="3333337" y="3885908"/>
                </a:lnTo>
                <a:lnTo>
                  <a:pt x="3332616" y="3888608"/>
                </a:lnTo>
                <a:lnTo>
                  <a:pt x="3336057" y="3901916"/>
                </a:lnTo>
                <a:lnTo>
                  <a:pt x="3337066" y="3908785"/>
                </a:lnTo>
                <a:lnTo>
                  <a:pt x="3338940" y="3910739"/>
                </a:lnTo>
                <a:cubicBezTo>
                  <a:pt x="3340082" y="3912843"/>
                  <a:pt x="3340580" y="3915849"/>
                  <a:pt x="3339621" y="3920873"/>
                </a:cubicBezTo>
                <a:lnTo>
                  <a:pt x="3339102" y="3922032"/>
                </a:lnTo>
                <a:lnTo>
                  <a:pt x="3341891" y="3930408"/>
                </a:lnTo>
                <a:cubicBezTo>
                  <a:pt x="3343178" y="3933107"/>
                  <a:pt x="3344812" y="3935503"/>
                  <a:pt x="3346927" y="3937451"/>
                </a:cubicBezTo>
                <a:cubicBezTo>
                  <a:pt x="3335745" y="3965779"/>
                  <a:pt x="3346136" y="3992699"/>
                  <a:pt x="3344279" y="4023542"/>
                </a:cubicBezTo>
                <a:cubicBezTo>
                  <a:pt x="3347024" y="4058096"/>
                  <a:pt x="3350783" y="4081986"/>
                  <a:pt x="3351926" y="4104769"/>
                </a:cubicBezTo>
                <a:cubicBezTo>
                  <a:pt x="3353695" y="4115384"/>
                  <a:pt x="3359144" y="4193344"/>
                  <a:pt x="3352816" y="4187317"/>
                </a:cubicBezTo>
                <a:cubicBezTo>
                  <a:pt x="3366419" y="4219638"/>
                  <a:pt x="3351446" y="4239971"/>
                  <a:pt x="3357691" y="4276413"/>
                </a:cubicBezTo>
                <a:cubicBezTo>
                  <a:pt x="3342910" y="4296116"/>
                  <a:pt x="3356610" y="4285488"/>
                  <a:pt x="3353895" y="4306037"/>
                </a:cubicBezTo>
                <a:cubicBezTo>
                  <a:pt x="3367541" y="4300534"/>
                  <a:pt x="3346306" y="4330948"/>
                  <a:pt x="3361728" y="4332215"/>
                </a:cubicBezTo>
                <a:cubicBezTo>
                  <a:pt x="3360746" y="4335915"/>
                  <a:pt x="3359307" y="4339458"/>
                  <a:pt x="3357748" y="4343006"/>
                </a:cubicBezTo>
                <a:lnTo>
                  <a:pt x="3356941" y="4344866"/>
                </a:lnTo>
                <a:lnTo>
                  <a:pt x="3356370" y="4352332"/>
                </a:lnTo>
                <a:lnTo>
                  <a:pt x="3352876" y="4354407"/>
                </a:lnTo>
                <a:lnTo>
                  <a:pt x="3352683" y="4444689"/>
                </a:lnTo>
                <a:cubicBezTo>
                  <a:pt x="3355485" y="4452425"/>
                  <a:pt x="3356736" y="4477980"/>
                  <a:pt x="3352455" y="4483791"/>
                </a:cubicBezTo>
                <a:cubicBezTo>
                  <a:pt x="3351784" y="4489320"/>
                  <a:pt x="3353780" y="4495171"/>
                  <a:pt x="3349030" y="4498683"/>
                </a:cubicBezTo>
                <a:cubicBezTo>
                  <a:pt x="3346858" y="4510741"/>
                  <a:pt x="3341860" y="4538358"/>
                  <a:pt x="3339427" y="4556140"/>
                </a:cubicBezTo>
                <a:cubicBezTo>
                  <a:pt x="3342836" y="4560659"/>
                  <a:pt x="3341611" y="4566842"/>
                  <a:pt x="3339521" y="4574959"/>
                </a:cubicBezTo>
                <a:lnTo>
                  <a:pt x="3338246" y="4582576"/>
                </a:lnTo>
                <a:lnTo>
                  <a:pt x="3348539" y="4605460"/>
                </a:lnTo>
                <a:lnTo>
                  <a:pt x="3345760" y="4678575"/>
                </a:lnTo>
                <a:lnTo>
                  <a:pt x="3356250" y="4713574"/>
                </a:lnTo>
                <a:cubicBezTo>
                  <a:pt x="3358600" y="4727943"/>
                  <a:pt x="3359577" y="4741820"/>
                  <a:pt x="3361380" y="4755215"/>
                </a:cubicBezTo>
                <a:cubicBezTo>
                  <a:pt x="3363928" y="4785596"/>
                  <a:pt x="3347531" y="4766123"/>
                  <a:pt x="3361636" y="4803525"/>
                </a:cubicBezTo>
                <a:cubicBezTo>
                  <a:pt x="3356254" y="4807867"/>
                  <a:pt x="3356117" y="4812705"/>
                  <a:pt x="3358957" y="4820729"/>
                </a:cubicBezTo>
                <a:cubicBezTo>
                  <a:pt x="3359783" y="4835507"/>
                  <a:pt x="3345952" y="4834947"/>
                  <a:pt x="3354635" y="4849546"/>
                </a:cubicBezTo>
                <a:cubicBezTo>
                  <a:pt x="3350894" y="4848362"/>
                  <a:pt x="3350351" y="4855411"/>
                  <a:pt x="3349759" y="4861941"/>
                </a:cubicBezTo>
                <a:lnTo>
                  <a:pt x="3347368" y="4866228"/>
                </a:lnTo>
                <a:lnTo>
                  <a:pt x="3358408" y="4889535"/>
                </a:lnTo>
                <a:cubicBezTo>
                  <a:pt x="3373705" y="4931282"/>
                  <a:pt x="3382233" y="4982216"/>
                  <a:pt x="3393319" y="5017998"/>
                </a:cubicBezTo>
                <a:cubicBezTo>
                  <a:pt x="3368256" y="5040241"/>
                  <a:pt x="3392200" y="5029364"/>
                  <a:pt x="3389184" y="5055049"/>
                </a:cubicBezTo>
                <a:cubicBezTo>
                  <a:pt x="3413510" y="5050695"/>
                  <a:pt x="3377700" y="5085342"/>
                  <a:pt x="3405892" y="5089973"/>
                </a:cubicBezTo>
                <a:cubicBezTo>
                  <a:pt x="3404451" y="5094499"/>
                  <a:pt x="3402165" y="5098741"/>
                  <a:pt x="3399662" y="5102960"/>
                </a:cubicBezTo>
                <a:lnTo>
                  <a:pt x="3398363" y="5105176"/>
                </a:lnTo>
                <a:lnTo>
                  <a:pt x="3398026" y="5114590"/>
                </a:lnTo>
                <a:lnTo>
                  <a:pt x="3391859" y="5116550"/>
                </a:lnTo>
                <a:lnTo>
                  <a:pt x="3386999" y="5130226"/>
                </a:lnTo>
                <a:cubicBezTo>
                  <a:pt x="3386119" y="5135455"/>
                  <a:pt x="3386267" y="5141205"/>
                  <a:pt x="3388073" y="5147747"/>
                </a:cubicBezTo>
                <a:cubicBezTo>
                  <a:pt x="3400425" y="5164741"/>
                  <a:pt x="3388688" y="5187675"/>
                  <a:pt x="3391234" y="5209919"/>
                </a:cubicBezTo>
                <a:lnTo>
                  <a:pt x="3395469" y="5220481"/>
                </a:lnTo>
                <a:lnTo>
                  <a:pt x="3392518" y="5250830"/>
                </a:lnTo>
                <a:lnTo>
                  <a:pt x="3393800" y="5252877"/>
                </a:lnTo>
                <a:cubicBezTo>
                  <a:pt x="3393941" y="5258188"/>
                  <a:pt x="3392357" y="5268832"/>
                  <a:pt x="3393361" y="5282697"/>
                </a:cubicBezTo>
                <a:lnTo>
                  <a:pt x="3399825" y="5336059"/>
                </a:lnTo>
                <a:lnTo>
                  <a:pt x="3392824" y="5344884"/>
                </a:lnTo>
                <a:lnTo>
                  <a:pt x="3389277" y="5345998"/>
                </a:lnTo>
                <a:lnTo>
                  <a:pt x="3390946" y="5360636"/>
                </a:lnTo>
                <a:lnTo>
                  <a:pt x="3386366" y="5371486"/>
                </a:lnTo>
                <a:lnTo>
                  <a:pt x="3390662" y="5381496"/>
                </a:lnTo>
                <a:lnTo>
                  <a:pt x="3388199" y="5395290"/>
                </a:lnTo>
                <a:cubicBezTo>
                  <a:pt x="3386677" y="5400263"/>
                  <a:pt x="3384810" y="5405812"/>
                  <a:pt x="3383455" y="5412069"/>
                </a:cubicBezTo>
                <a:lnTo>
                  <a:pt x="3376345" y="5426008"/>
                </a:lnTo>
                <a:lnTo>
                  <a:pt x="3374012" y="5448470"/>
                </a:lnTo>
                <a:cubicBezTo>
                  <a:pt x="3372358" y="5465848"/>
                  <a:pt x="3370199" y="5482458"/>
                  <a:pt x="3365299" y="5498771"/>
                </a:cubicBezTo>
                <a:cubicBezTo>
                  <a:pt x="3368242" y="5512292"/>
                  <a:pt x="3368289" y="5524931"/>
                  <a:pt x="3358774" y="5536815"/>
                </a:cubicBezTo>
                <a:cubicBezTo>
                  <a:pt x="3355554" y="5573082"/>
                  <a:pt x="3364982" y="5582256"/>
                  <a:pt x="3352897" y="5604851"/>
                </a:cubicBezTo>
                <a:cubicBezTo>
                  <a:pt x="3357655" y="5611851"/>
                  <a:pt x="3360065" y="5616619"/>
                  <a:pt x="3360918" y="5620215"/>
                </a:cubicBezTo>
                <a:cubicBezTo>
                  <a:pt x="3363482" y="5631010"/>
                  <a:pt x="3352061" y="5631235"/>
                  <a:pt x="3348145" y="5649365"/>
                </a:cubicBezTo>
                <a:cubicBezTo>
                  <a:pt x="3342329" y="5668683"/>
                  <a:pt x="3336842" y="5635583"/>
                  <a:pt x="3334135" y="5654076"/>
                </a:cubicBezTo>
                <a:cubicBezTo>
                  <a:pt x="3338089" y="5673079"/>
                  <a:pt x="3320876" y="5674673"/>
                  <a:pt x="3326011" y="5694285"/>
                </a:cubicBezTo>
                <a:cubicBezTo>
                  <a:pt x="3339441" y="5687377"/>
                  <a:pt x="3320185" y="5735320"/>
                  <a:pt x="3331448" y="5735077"/>
                </a:cubicBezTo>
                <a:cubicBezTo>
                  <a:pt x="3313758" y="5754960"/>
                  <a:pt x="3333086" y="5760823"/>
                  <a:pt x="3326180" y="5784860"/>
                </a:cubicBezTo>
                <a:cubicBezTo>
                  <a:pt x="3319129" y="5796737"/>
                  <a:pt x="3317432" y="5804806"/>
                  <a:pt x="3323175" y="5814629"/>
                </a:cubicBezTo>
                <a:cubicBezTo>
                  <a:pt x="3289103" y="5869565"/>
                  <a:pt x="3319352" y="5845410"/>
                  <a:pt x="3303983" y="5894405"/>
                </a:cubicBezTo>
                <a:lnTo>
                  <a:pt x="3302615" y="5898375"/>
                </a:lnTo>
                <a:lnTo>
                  <a:pt x="3305988" y="5914019"/>
                </a:lnTo>
                <a:cubicBezTo>
                  <a:pt x="3306566" y="5914416"/>
                  <a:pt x="3307142" y="5914813"/>
                  <a:pt x="3307720" y="5915209"/>
                </a:cubicBezTo>
                <a:lnTo>
                  <a:pt x="3288942" y="5962966"/>
                </a:lnTo>
                <a:lnTo>
                  <a:pt x="3289995" y="5969791"/>
                </a:lnTo>
                <a:lnTo>
                  <a:pt x="3273219" y="6000303"/>
                </a:lnTo>
                <a:lnTo>
                  <a:pt x="3266971" y="6016394"/>
                </a:lnTo>
                <a:lnTo>
                  <a:pt x="3258268" y="6034498"/>
                </a:lnTo>
                <a:lnTo>
                  <a:pt x="3262376" y="6046147"/>
                </a:lnTo>
                <a:cubicBezTo>
                  <a:pt x="3269023" y="6073717"/>
                  <a:pt x="3250846" y="6118951"/>
                  <a:pt x="3274161" y="6127097"/>
                </a:cubicBezTo>
                <a:cubicBezTo>
                  <a:pt x="3261055" y="6140796"/>
                  <a:pt x="3284255" y="6151240"/>
                  <a:pt x="3287116" y="6165061"/>
                </a:cubicBezTo>
                <a:cubicBezTo>
                  <a:pt x="3278972" y="6176795"/>
                  <a:pt x="3286959" y="6181809"/>
                  <a:pt x="3289289" y="6191816"/>
                </a:cubicBezTo>
                <a:cubicBezTo>
                  <a:pt x="3284123" y="6196765"/>
                  <a:pt x="3284941" y="6205311"/>
                  <a:pt x="3291517" y="6207797"/>
                </a:cubicBezTo>
                <a:cubicBezTo>
                  <a:pt x="3306003" y="6202672"/>
                  <a:pt x="3300501" y="6232914"/>
                  <a:pt x="3310808" y="6234442"/>
                </a:cubicBezTo>
                <a:cubicBezTo>
                  <a:pt x="3314005" y="6251566"/>
                  <a:pt x="3305763" y="6327405"/>
                  <a:pt x="3322832" y="6339012"/>
                </a:cubicBezTo>
                <a:cubicBezTo>
                  <a:pt x="3332735" y="6373401"/>
                  <a:pt x="3309981" y="6425589"/>
                  <a:pt x="3311360" y="6440393"/>
                </a:cubicBezTo>
                <a:cubicBezTo>
                  <a:pt x="3282540" y="6457108"/>
                  <a:pt x="3365374" y="6523495"/>
                  <a:pt x="3370963" y="6586374"/>
                </a:cubicBezTo>
                <a:cubicBezTo>
                  <a:pt x="3368621" y="6595055"/>
                  <a:pt x="3368943" y="6599590"/>
                  <a:pt x="3375863" y="6601412"/>
                </a:cubicBezTo>
                <a:cubicBezTo>
                  <a:pt x="3380798" y="6617525"/>
                  <a:pt x="3389212" y="6649404"/>
                  <a:pt x="3400578" y="6683057"/>
                </a:cubicBezTo>
                <a:cubicBezTo>
                  <a:pt x="3408645" y="6705148"/>
                  <a:pt x="3410628" y="6805370"/>
                  <a:pt x="3417831" y="6852700"/>
                </a:cubicBezTo>
                <a:lnTo>
                  <a:pt x="3418926" y="6858000"/>
                </a:lnTo>
                <a:lnTo>
                  <a:pt x="0" y="6858000"/>
                </a:lnTo>
                <a:close/>
              </a:path>
            </a:pathLst>
          </a:cu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7" name="Rectangle 6">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1803" y="350196"/>
            <a:ext cx="4646904" cy="1624520"/>
          </a:xfrm>
        </p:spPr>
        <p:txBody>
          <a:bodyPr anchor="ctr">
            <a:normAutofit/>
          </a:bodyPr>
          <a:lstStyle/>
          <a:p>
            <a:r>
              <a:rPr lang="en-US" sz="4000"/>
              <a:t>Project Background</a:t>
            </a:r>
          </a:p>
        </p:txBody>
      </p:sp>
      <p:sp>
        <p:nvSpPr>
          <p:cNvPr id="3" name="Content Placeholder 2"/>
          <p:cNvSpPr>
            <a:spLocks noGrp="1"/>
          </p:cNvSpPr>
          <p:nvPr>
            <p:ph idx="1"/>
          </p:nvPr>
        </p:nvSpPr>
        <p:spPr>
          <a:xfrm>
            <a:off x="761802" y="2743200"/>
            <a:ext cx="4813088" cy="3613149"/>
          </a:xfrm>
        </p:spPr>
        <p:txBody>
          <a:bodyPr anchor="ctr">
            <a:normAutofit/>
          </a:bodyPr>
          <a:lstStyle/>
          <a:p>
            <a:pPr>
              <a:buFont typeface="Arial" panose="020B0604020202020204" pitchFamily="34" charset="0"/>
              <a:buChar char="•"/>
            </a:pPr>
            <a:r>
              <a:rPr lang="en-US" sz="2400" b="1" dirty="0">
                <a:latin typeface="Aptos" panose="020B0004020202020204" pitchFamily="34" charset="0"/>
              </a:rPr>
              <a:t>Green Quad: </a:t>
            </a:r>
            <a:r>
              <a:rPr lang="en-US" sz="2400" dirty="0">
                <a:latin typeface="Aptos" panose="020B0004020202020204" pitchFamily="34" charset="0"/>
              </a:rPr>
              <a:t>First LEED-certified building on campus, focuses on sustainability.</a:t>
            </a:r>
          </a:p>
          <a:p>
            <a:pPr>
              <a:buFont typeface="Arial" panose="020B0604020202020204" pitchFamily="34" charset="0"/>
              <a:buChar char="•"/>
            </a:pPr>
            <a:r>
              <a:rPr lang="en-US" sz="2400" b="1" dirty="0">
                <a:latin typeface="Aptos" panose="020B0004020202020204" pitchFamily="34" charset="0"/>
              </a:rPr>
              <a:t>USC Office of Sustainability: </a:t>
            </a:r>
            <a:r>
              <a:rPr lang="en-US" sz="2400" dirty="0">
                <a:latin typeface="Aptos" panose="020B0004020202020204" pitchFamily="34" charset="0"/>
              </a:rPr>
              <a:t>Promotes eco-friendly initiatives and resource conservation.</a:t>
            </a:r>
          </a:p>
          <a:p>
            <a:endParaRPr lang="en-US" sz="2000" dirty="0">
              <a:latin typeface="Aptos" panose="020B0004020202020204" pitchFamily="34" charset="0"/>
            </a:endParaRPr>
          </a:p>
        </p:txBody>
      </p:sp>
      <p:pic>
        <p:nvPicPr>
          <p:cNvPr id="8" name="Picture 7">
            <a:extLst>
              <a:ext uri="{FF2B5EF4-FFF2-40B4-BE49-F238E27FC236}">
                <a16:creationId xmlns:a16="http://schemas.microsoft.com/office/drawing/2014/main" id="{4761B471-3E4A-FD93-B159-713F67F6382C}"/>
              </a:ext>
            </a:extLst>
          </p:cNvPr>
          <p:cNvPicPr>
            <a:picLocks noChangeAspect="1"/>
          </p:cNvPicPr>
          <p:nvPr/>
        </p:nvPicPr>
        <p:blipFill>
          <a:blip r:embed="rId2"/>
          <a:srcRect l="40778" r="12568"/>
          <a:stretch/>
        </p:blipFill>
        <p:spPr>
          <a:xfrm>
            <a:off x="6096000" y="1"/>
            <a:ext cx="6102825" cy="6858000"/>
          </a:xfrm>
          <a:prstGeom prst="rect">
            <a:avLst/>
          </a:prstGeom>
        </p:spPr>
      </p:pic>
      <p:sp>
        <p:nvSpPr>
          <p:cNvPr id="4" name="Slide Number Placeholder 3">
            <a:extLst>
              <a:ext uri="{FF2B5EF4-FFF2-40B4-BE49-F238E27FC236}">
                <a16:creationId xmlns:a16="http://schemas.microsoft.com/office/drawing/2014/main" id="{4647591F-D229-AE29-75FF-D34452416529}"/>
              </a:ext>
            </a:extLst>
          </p:cNvPr>
          <p:cNvSpPr>
            <a:spLocks noGrp="1"/>
          </p:cNvSpPr>
          <p:nvPr>
            <p:ph type="sldNum" sz="quarter" idx="12"/>
          </p:nvPr>
        </p:nvSpPr>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C7C124-EF8E-9910-D9A5-175B86F5EB1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93394DA-E684-47C2-9020-13225823F4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5965AF-1948-C718-2002-5CFA0E1CCBEB}"/>
              </a:ext>
            </a:extLst>
          </p:cNvPr>
          <p:cNvSpPr>
            <a:spLocks noGrp="1"/>
          </p:cNvSpPr>
          <p:nvPr>
            <p:ph type="title"/>
          </p:nvPr>
        </p:nvSpPr>
        <p:spPr>
          <a:xfrm>
            <a:off x="838200" y="365125"/>
            <a:ext cx="10515600" cy="1306443"/>
          </a:xfrm>
        </p:spPr>
        <p:txBody>
          <a:bodyPr>
            <a:normAutofit/>
          </a:bodyPr>
          <a:lstStyle/>
          <a:p>
            <a:r>
              <a:rPr lang="en-US" sz="4000"/>
              <a:t>Project Background</a:t>
            </a:r>
            <a:endParaRPr lang="en-US" sz="4000" dirty="0"/>
          </a:p>
        </p:txBody>
      </p:sp>
      <p:pic>
        <p:nvPicPr>
          <p:cNvPr id="6" name="Picture 5" descr="A garden with a small black object&#10;&#10;Description automatically generated">
            <a:extLst>
              <a:ext uri="{FF2B5EF4-FFF2-40B4-BE49-F238E27FC236}">
                <a16:creationId xmlns:a16="http://schemas.microsoft.com/office/drawing/2014/main" id="{A2586C2E-EDA6-C768-A3E8-25CB2BC5C28A}"/>
              </a:ext>
            </a:extLst>
          </p:cNvPr>
          <p:cNvPicPr>
            <a:picLocks noChangeAspect="1"/>
          </p:cNvPicPr>
          <p:nvPr/>
        </p:nvPicPr>
        <p:blipFill>
          <a:blip r:embed="rId2"/>
          <a:srcRect l="9598" r="44172"/>
          <a:stretch/>
        </p:blipFill>
        <p:spPr>
          <a:xfrm>
            <a:off x="7989293" y="1825625"/>
            <a:ext cx="3486824" cy="4303465"/>
          </a:xfrm>
          <a:prstGeom prst="rect">
            <a:avLst/>
          </a:prstGeom>
        </p:spPr>
      </p:pic>
      <p:graphicFrame>
        <p:nvGraphicFramePr>
          <p:cNvPr id="17" name="Content Placeholder 2">
            <a:extLst>
              <a:ext uri="{FF2B5EF4-FFF2-40B4-BE49-F238E27FC236}">
                <a16:creationId xmlns:a16="http://schemas.microsoft.com/office/drawing/2014/main" id="{19105C08-EB55-FD77-E368-D8FDDE8EF93F}"/>
              </a:ext>
            </a:extLst>
          </p:cNvPr>
          <p:cNvGraphicFramePr>
            <a:graphicFrameLocks noGrp="1"/>
          </p:cNvGraphicFramePr>
          <p:nvPr>
            <p:ph idx="1"/>
            <p:extLst>
              <p:ext uri="{D42A27DB-BD31-4B8C-83A1-F6EECF244321}">
                <p14:modId xmlns:p14="http://schemas.microsoft.com/office/powerpoint/2010/main" val="988450217"/>
              </p:ext>
            </p:extLst>
          </p:nvPr>
        </p:nvGraphicFramePr>
        <p:xfrm>
          <a:off x="838200" y="1825625"/>
          <a:ext cx="6714744" cy="43034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D90FA95A-BB0C-F8E1-5D63-B08976D85A84}"/>
              </a:ext>
            </a:extLst>
          </p:cNvPr>
          <p:cNvSpPr>
            <a:spLocks noGrp="1"/>
          </p:cNvSpPr>
          <p:nvPr>
            <p:ph type="sldNum" sz="quarter" idx="12"/>
          </p:nvPr>
        </p:nvSpPr>
        <p:spPr/>
        <p:txBody>
          <a:bodyPr/>
          <a:lstStyle/>
          <a:p>
            <a:fld id="{C1FF6DA9-008F-8B48-92A6-B652298478BF}" type="slidenum">
              <a:rPr lang="en-US" smtClean="0"/>
              <a:t>3</a:t>
            </a:fld>
            <a:endParaRPr lang="en-US"/>
          </a:p>
        </p:txBody>
      </p:sp>
    </p:spTree>
    <p:extLst>
      <p:ext uri="{BB962C8B-B14F-4D97-AF65-F5344CB8AC3E}">
        <p14:creationId xmlns:p14="http://schemas.microsoft.com/office/powerpoint/2010/main" val="1566664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FA0D24-8F81-21DA-1741-F0872F1E2FE7}"/>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8468727-63BE-4191-B4A6-C30C82C0E9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5196FB-B515-A962-1603-EA9DAA2295C4}"/>
              </a:ext>
            </a:extLst>
          </p:cNvPr>
          <p:cNvSpPr>
            <a:spLocks noGrp="1"/>
          </p:cNvSpPr>
          <p:nvPr>
            <p:ph type="title"/>
          </p:nvPr>
        </p:nvSpPr>
        <p:spPr>
          <a:xfrm>
            <a:off x="457201" y="412454"/>
            <a:ext cx="2381250" cy="2101850"/>
          </a:xfrm>
        </p:spPr>
        <p:txBody>
          <a:bodyPr>
            <a:normAutofit/>
          </a:bodyPr>
          <a:lstStyle/>
          <a:p>
            <a:r>
              <a:rPr lang="en-US" sz="2800"/>
              <a:t>Current Watering Solution</a:t>
            </a:r>
          </a:p>
        </p:txBody>
      </p:sp>
      <p:sp>
        <p:nvSpPr>
          <p:cNvPr id="17" name="Rectangle 16">
            <a:extLst>
              <a:ext uri="{FF2B5EF4-FFF2-40B4-BE49-F238E27FC236}">
                <a16:creationId xmlns:a16="http://schemas.microsoft.com/office/drawing/2014/main" id="{9D355BB6-1BB8-4828-B246-CFB31742D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3483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CA52A9B9-B2B3-46F0-9D53-0EFF9905BF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45238" y="1452646"/>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Content Placeholder 11">
            <a:extLst>
              <a:ext uri="{FF2B5EF4-FFF2-40B4-BE49-F238E27FC236}">
                <a16:creationId xmlns:a16="http://schemas.microsoft.com/office/drawing/2014/main" id="{2C94D372-DFA0-D567-DA9E-773F3C943EEE}"/>
              </a:ext>
            </a:extLst>
          </p:cNvPr>
          <p:cNvSpPr>
            <a:spLocks noGrp="1"/>
          </p:cNvSpPr>
          <p:nvPr>
            <p:ph idx="1"/>
          </p:nvPr>
        </p:nvSpPr>
        <p:spPr>
          <a:xfrm>
            <a:off x="3157538" y="412454"/>
            <a:ext cx="3243262" cy="2101850"/>
          </a:xfrm>
        </p:spPr>
        <p:txBody>
          <a:bodyPr anchor="ctr">
            <a:normAutofit/>
          </a:bodyPr>
          <a:lstStyle/>
          <a:p>
            <a:pPr marL="0" indent="0">
              <a:buNone/>
            </a:pPr>
            <a:r>
              <a:rPr lang="en-US" sz="1800" dirty="0"/>
              <a:t>Water is transferred manually using small watering cans, taking upwards of 1-minute, which is inconvenient for daily garden needs.</a:t>
            </a:r>
            <a:endParaRPr lang="en-US" dirty="0"/>
          </a:p>
        </p:txBody>
      </p:sp>
      <p:pic>
        <p:nvPicPr>
          <p:cNvPr id="8" name="Picture 7">
            <a:extLst>
              <a:ext uri="{FF2B5EF4-FFF2-40B4-BE49-F238E27FC236}">
                <a16:creationId xmlns:a16="http://schemas.microsoft.com/office/drawing/2014/main" id="{A8D4BF5F-84BC-1DD9-1F44-9750CCF52B94}"/>
              </a:ext>
            </a:extLst>
          </p:cNvPr>
          <p:cNvPicPr>
            <a:picLocks noChangeAspect="1"/>
          </p:cNvPicPr>
          <p:nvPr/>
        </p:nvPicPr>
        <p:blipFill>
          <a:blip r:embed="rId2"/>
          <a:srcRect l="4642" t="-3" r="3409" b="-1"/>
          <a:stretch/>
        </p:blipFill>
        <p:spPr>
          <a:xfrm>
            <a:off x="20" y="2959630"/>
            <a:ext cx="6400781" cy="3898370"/>
          </a:xfrm>
          <a:prstGeom prst="rect">
            <a:avLst/>
          </a:prstGeom>
        </p:spPr>
      </p:pic>
      <p:pic>
        <p:nvPicPr>
          <p:cNvPr id="7" name="Content Placeholder 6" descr="A large black tank outside of a building&#10;&#10;Description automatically generated">
            <a:extLst>
              <a:ext uri="{FF2B5EF4-FFF2-40B4-BE49-F238E27FC236}">
                <a16:creationId xmlns:a16="http://schemas.microsoft.com/office/drawing/2014/main" id="{43B4ADF3-C27A-D9F5-79B9-3247B19BFAE8}"/>
              </a:ext>
            </a:extLst>
          </p:cNvPr>
          <p:cNvPicPr>
            <a:picLocks noChangeAspect="1"/>
          </p:cNvPicPr>
          <p:nvPr/>
        </p:nvPicPr>
        <p:blipFill>
          <a:blip r:embed="rId3"/>
          <a:srcRect t="7078" b="1085"/>
          <a:stretch/>
        </p:blipFill>
        <p:spPr>
          <a:xfrm>
            <a:off x="6591299" y="1"/>
            <a:ext cx="5600701" cy="6857999"/>
          </a:xfrm>
          <a:prstGeom prst="rect">
            <a:avLst/>
          </a:prstGeom>
        </p:spPr>
      </p:pic>
      <p:sp>
        <p:nvSpPr>
          <p:cNvPr id="3" name="Slide Number Placeholder 2">
            <a:extLst>
              <a:ext uri="{FF2B5EF4-FFF2-40B4-BE49-F238E27FC236}">
                <a16:creationId xmlns:a16="http://schemas.microsoft.com/office/drawing/2014/main" id="{3AA72798-C671-FE6D-1DBE-FE293CCF2839}"/>
              </a:ext>
            </a:extLst>
          </p:cNvPr>
          <p:cNvSpPr>
            <a:spLocks noGrp="1"/>
          </p:cNvSpPr>
          <p:nvPr>
            <p:ph type="sldNum" sz="quarter" idx="12"/>
          </p:nvPr>
        </p:nvSpPr>
        <p:spPr/>
        <p:txBody>
          <a:bodyPr/>
          <a:lstStyle/>
          <a:p>
            <a:fld id="{C1FF6DA9-008F-8B48-92A6-B652298478BF}" type="slidenum">
              <a:rPr lang="en-US" smtClean="0"/>
              <a:t>4</a:t>
            </a:fld>
            <a:endParaRPr lang="en-US"/>
          </a:p>
        </p:txBody>
      </p:sp>
    </p:spTree>
    <p:extLst>
      <p:ext uri="{BB962C8B-B14F-4D97-AF65-F5344CB8AC3E}">
        <p14:creationId xmlns:p14="http://schemas.microsoft.com/office/powerpoint/2010/main" val="422498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41EACFB3-BF25-949D-FDD3-0A49531FC31B}"/>
              </a:ext>
            </a:extLst>
          </p:cNvPr>
          <p:cNvPicPr>
            <a:picLocks noChangeAspect="1"/>
          </p:cNvPicPr>
          <p:nvPr/>
        </p:nvPicPr>
        <p:blipFill>
          <a:blip r:embed="rId3"/>
          <a:srcRect l="15033" r="44831"/>
          <a:stretch/>
        </p:blipFill>
        <p:spPr>
          <a:xfrm>
            <a:off x="-1" y="-2"/>
            <a:ext cx="5410198" cy="6858002"/>
          </a:xfrm>
          <a:prstGeom prst="rect">
            <a:avLst/>
          </a:prstGeom>
        </p:spPr>
      </p:pic>
      <p:sp useBgFill="1">
        <p:nvSpPr>
          <p:cNvPr id="37" name="Rectangle 36">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15317" y="405685"/>
            <a:ext cx="5464968" cy="1559301"/>
          </a:xfrm>
        </p:spPr>
        <p:txBody>
          <a:bodyPr>
            <a:normAutofit/>
          </a:bodyPr>
          <a:lstStyle/>
          <a:p>
            <a:r>
              <a:rPr lang="en-US" sz="4000" dirty="0"/>
              <a:t>Customer Needs</a:t>
            </a:r>
          </a:p>
        </p:txBody>
      </p:sp>
      <p:graphicFrame>
        <p:nvGraphicFramePr>
          <p:cNvPr id="46" name="Content Placeholder 2">
            <a:extLst>
              <a:ext uri="{FF2B5EF4-FFF2-40B4-BE49-F238E27FC236}">
                <a16:creationId xmlns:a16="http://schemas.microsoft.com/office/drawing/2014/main" id="{377907D7-CE3A-8731-B57D-299F08958470}"/>
              </a:ext>
            </a:extLst>
          </p:cNvPr>
          <p:cNvGraphicFramePr>
            <a:graphicFrameLocks noGrp="1"/>
          </p:cNvGraphicFramePr>
          <p:nvPr>
            <p:ph idx="1"/>
            <p:extLst>
              <p:ext uri="{D42A27DB-BD31-4B8C-83A1-F6EECF244321}">
                <p14:modId xmlns:p14="http://schemas.microsoft.com/office/powerpoint/2010/main" val="2708795869"/>
              </p:ext>
            </p:extLst>
          </p:nvPr>
        </p:nvGraphicFramePr>
        <p:xfrm>
          <a:off x="5676900" y="2370671"/>
          <a:ext cx="6223000" cy="418252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Slide Number Placeholder 2">
            <a:extLst>
              <a:ext uri="{FF2B5EF4-FFF2-40B4-BE49-F238E27FC236}">
                <a16:creationId xmlns:a16="http://schemas.microsoft.com/office/drawing/2014/main" id="{C88A02D2-C7E9-7212-CBE6-E2AFBE62F6B6}"/>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0080" y="325369"/>
            <a:ext cx="4368602" cy="1956841"/>
          </a:xfrm>
        </p:spPr>
        <p:txBody>
          <a:bodyPr anchor="b">
            <a:normAutofit/>
          </a:bodyPr>
          <a:lstStyle/>
          <a:p>
            <a:r>
              <a:rPr lang="en-US" sz="5400"/>
              <a:t>Critical to Quality Needs</a:t>
            </a:r>
          </a:p>
        </p:txBody>
      </p:sp>
      <p:sp>
        <p:nvSpPr>
          <p:cNvPr id="40"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B5B1CE2-81FF-F482-ECB0-EC9734F44622}"/>
              </a:ext>
            </a:extLst>
          </p:cNvPr>
          <p:cNvPicPr>
            <a:picLocks noChangeAspect="1"/>
          </p:cNvPicPr>
          <p:nvPr/>
        </p:nvPicPr>
        <p:blipFill>
          <a:blip r:embed="rId3"/>
          <a:srcRect l="21815" r="21815"/>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graphicFrame>
        <p:nvGraphicFramePr>
          <p:cNvPr id="18" name="Content Placeholder 2">
            <a:extLst>
              <a:ext uri="{FF2B5EF4-FFF2-40B4-BE49-F238E27FC236}">
                <a16:creationId xmlns:a16="http://schemas.microsoft.com/office/drawing/2014/main" id="{C0E155C9-C593-17B5-A360-1FE94D863527}"/>
              </a:ext>
            </a:extLst>
          </p:cNvPr>
          <p:cNvGraphicFramePr>
            <a:graphicFrameLocks/>
          </p:cNvGraphicFramePr>
          <p:nvPr>
            <p:extLst>
              <p:ext uri="{D42A27DB-BD31-4B8C-83A1-F6EECF244321}">
                <p14:modId xmlns:p14="http://schemas.microsoft.com/office/powerpoint/2010/main" val="1478960461"/>
              </p:ext>
            </p:extLst>
          </p:nvPr>
        </p:nvGraphicFramePr>
        <p:xfrm>
          <a:off x="640080" y="2872899"/>
          <a:ext cx="4243589" cy="332066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Slide Number Placeholder 4">
            <a:extLst>
              <a:ext uri="{FF2B5EF4-FFF2-40B4-BE49-F238E27FC236}">
                <a16:creationId xmlns:a16="http://schemas.microsoft.com/office/drawing/2014/main" id="{F2BCAA3C-6DFF-C03D-59A1-FA5E1C5144F7}"/>
              </a:ext>
            </a:extLst>
          </p:cNvPr>
          <p:cNvSpPr>
            <a:spLocks noGrp="1"/>
          </p:cNvSpPr>
          <p:nvPr>
            <p:ph type="sldNum" sz="quarter" idx="12"/>
          </p:nvPr>
        </p:nvSpPr>
        <p:spPr/>
        <p:txBody>
          <a:bodyPr/>
          <a:lstStyle/>
          <a:p>
            <a:fld id="{C1FF6DA9-008F-8B48-92A6-B652298478BF}"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53733" y="548464"/>
            <a:ext cx="6798541" cy="1675623"/>
          </a:xfrm>
        </p:spPr>
        <p:txBody>
          <a:bodyPr anchor="b">
            <a:normAutofit/>
          </a:bodyPr>
          <a:lstStyle/>
          <a:p>
            <a:r>
              <a:rPr lang="en-US" sz="4000"/>
              <a:t>Product Mission Statement</a:t>
            </a:r>
          </a:p>
        </p:txBody>
      </p:sp>
      <p:pic>
        <p:nvPicPr>
          <p:cNvPr id="25" name="Picture 24" descr="A sprinkler watering a field&#10;&#10;Description automatically generated">
            <a:extLst>
              <a:ext uri="{FF2B5EF4-FFF2-40B4-BE49-F238E27FC236}">
                <a16:creationId xmlns:a16="http://schemas.microsoft.com/office/drawing/2014/main" id="{33BB48CC-3925-3475-8160-E3497D022828}"/>
              </a:ext>
            </a:extLst>
          </p:cNvPr>
          <p:cNvPicPr>
            <a:picLocks noChangeAspect="1"/>
          </p:cNvPicPr>
          <p:nvPr/>
        </p:nvPicPr>
        <p:blipFill>
          <a:blip r:embed="rId3"/>
          <a:srcRect l="38192" r="20968"/>
          <a:stretch/>
        </p:blipFill>
        <p:spPr>
          <a:xfrm>
            <a:off x="1" y="10"/>
            <a:ext cx="4196496" cy="6857990"/>
          </a:xfrm>
          <a:prstGeom prst="rect">
            <a:avLst/>
          </a:prstGeom>
          <a:effectLst/>
        </p:spPr>
      </p:pic>
      <p:graphicFrame>
        <p:nvGraphicFramePr>
          <p:cNvPr id="5" name="Content Placeholder 2">
            <a:extLst>
              <a:ext uri="{FF2B5EF4-FFF2-40B4-BE49-F238E27FC236}">
                <a16:creationId xmlns:a16="http://schemas.microsoft.com/office/drawing/2014/main" id="{97C52229-3978-9C80-8EA0-DAEF1F0A01E8}"/>
              </a:ext>
            </a:extLst>
          </p:cNvPr>
          <p:cNvGraphicFramePr>
            <a:graphicFrameLocks noGrp="1"/>
          </p:cNvGraphicFramePr>
          <p:nvPr>
            <p:ph idx="1"/>
            <p:extLst>
              <p:ext uri="{D42A27DB-BD31-4B8C-83A1-F6EECF244321}">
                <p14:modId xmlns:p14="http://schemas.microsoft.com/office/powerpoint/2010/main" val="3530877044"/>
              </p:ext>
            </p:extLst>
          </p:nvPr>
        </p:nvGraphicFramePr>
        <p:xfrm>
          <a:off x="4553734" y="2409830"/>
          <a:ext cx="6798539" cy="370521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Slide Number Placeholder 3">
            <a:extLst>
              <a:ext uri="{FF2B5EF4-FFF2-40B4-BE49-F238E27FC236}">
                <a16:creationId xmlns:a16="http://schemas.microsoft.com/office/drawing/2014/main" id="{EB2AC588-E6B1-4078-42EB-8ABD4D326F76}"/>
              </a:ext>
            </a:extLst>
          </p:cNvPr>
          <p:cNvSpPr>
            <a:spLocks noGrp="1"/>
          </p:cNvSpPr>
          <p:nvPr>
            <p:ph type="sldNum" sz="quarter" idx="12"/>
          </p:nvPr>
        </p:nvSpPr>
        <p:spPr/>
        <p:txBody>
          <a:bodyPr/>
          <a:lstStyle/>
          <a:p>
            <a:fld id="{C1FF6DA9-008F-8B48-92A6-B652298478BF}"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53733" y="548464"/>
            <a:ext cx="6798541" cy="1675623"/>
          </a:xfrm>
        </p:spPr>
        <p:txBody>
          <a:bodyPr anchor="b">
            <a:normAutofit/>
          </a:bodyPr>
          <a:lstStyle/>
          <a:p>
            <a:r>
              <a:rPr lang="en-US" sz="4000"/>
              <a:t>Specifications: Needs vs Metrics</a:t>
            </a:r>
          </a:p>
        </p:txBody>
      </p:sp>
      <p:pic>
        <p:nvPicPr>
          <p:cNvPr id="14" name="Picture 13">
            <a:extLst>
              <a:ext uri="{FF2B5EF4-FFF2-40B4-BE49-F238E27FC236}">
                <a16:creationId xmlns:a16="http://schemas.microsoft.com/office/drawing/2014/main" id="{1924B7F0-7E65-A1AA-CFB1-C311BD8B5C3C}"/>
              </a:ext>
            </a:extLst>
          </p:cNvPr>
          <p:cNvPicPr>
            <a:picLocks noChangeAspect="1"/>
          </p:cNvPicPr>
          <p:nvPr/>
        </p:nvPicPr>
        <p:blipFill>
          <a:blip r:embed="rId3"/>
          <a:srcRect l="17967" r="35303"/>
          <a:stretch/>
        </p:blipFill>
        <p:spPr>
          <a:xfrm flipH="1">
            <a:off x="1" y="10"/>
            <a:ext cx="4196496" cy="6857990"/>
          </a:xfrm>
          <a:prstGeom prst="rect">
            <a:avLst/>
          </a:prstGeom>
          <a:effectLst/>
        </p:spPr>
      </p:pic>
      <p:sp>
        <p:nvSpPr>
          <p:cNvPr id="15" name="Content Placeholder 2"/>
          <p:cNvSpPr>
            <a:spLocks noGrp="1"/>
          </p:cNvSpPr>
          <p:nvPr>
            <p:ph idx="1"/>
          </p:nvPr>
        </p:nvSpPr>
        <p:spPr>
          <a:xfrm>
            <a:off x="4553734" y="2409830"/>
            <a:ext cx="6798539" cy="3705217"/>
          </a:xfrm>
        </p:spPr>
        <p:txBody>
          <a:bodyPr>
            <a:normAutofit/>
          </a:bodyPr>
          <a:lstStyle/>
          <a:p>
            <a:pPr>
              <a:lnSpc>
                <a:spcPct val="90000"/>
              </a:lnSpc>
              <a:buFont typeface="Arial" panose="020B0604020202020204" pitchFamily="34" charset="0"/>
              <a:buChar char="•"/>
            </a:pPr>
            <a:r>
              <a:rPr lang="en-US" sz="1900" b="1" dirty="0"/>
              <a:t>Top Prioritized Needs:</a:t>
            </a:r>
          </a:p>
          <a:p>
            <a:pPr lvl="1">
              <a:lnSpc>
                <a:spcPct val="90000"/>
              </a:lnSpc>
              <a:buFont typeface="Arial" panose="020B0604020202020204" pitchFamily="34" charset="0"/>
              <a:buChar char="•"/>
            </a:pPr>
            <a:r>
              <a:rPr lang="en-US" sz="1900" dirty="0"/>
              <a:t>Quick and efficient water transfer </a:t>
            </a:r>
          </a:p>
          <a:p>
            <a:pPr lvl="1">
              <a:lnSpc>
                <a:spcPct val="90000"/>
              </a:lnSpc>
              <a:buFont typeface="Arial" panose="020B0604020202020204" pitchFamily="34" charset="0"/>
              <a:buChar char="•"/>
            </a:pPr>
            <a:r>
              <a:rPr lang="en-US" sz="1900" dirty="0"/>
              <a:t>Sufficient water pressure</a:t>
            </a:r>
          </a:p>
          <a:p>
            <a:pPr lvl="1">
              <a:lnSpc>
                <a:spcPct val="90000"/>
              </a:lnSpc>
              <a:buFont typeface="Arial" panose="020B0604020202020204" pitchFamily="34" charset="0"/>
              <a:buChar char="•"/>
            </a:pPr>
            <a:r>
              <a:rPr lang="en-US" sz="1900" dirty="0"/>
              <a:t>Minimize manual labor through user-friendly operation.</a:t>
            </a:r>
          </a:p>
          <a:p>
            <a:pPr lvl="1">
              <a:lnSpc>
                <a:spcPct val="90000"/>
              </a:lnSpc>
              <a:buFont typeface="Arial" panose="020B0604020202020204" pitchFamily="34" charset="0"/>
              <a:buChar char="•"/>
            </a:pPr>
            <a:r>
              <a:rPr lang="en-US" sz="1900" dirty="0"/>
              <a:t>Minimize environmental impact with eco-friendly materials.</a:t>
            </a:r>
          </a:p>
          <a:p>
            <a:pPr lvl="1">
              <a:lnSpc>
                <a:spcPct val="90000"/>
              </a:lnSpc>
              <a:buFont typeface="Arial" panose="020B0604020202020204" pitchFamily="34" charset="0"/>
              <a:buChar char="•"/>
            </a:pPr>
            <a:r>
              <a:rPr lang="en-US" sz="1900" dirty="0"/>
              <a:t>Durability to last at least 10 years under outdoor conditions.</a:t>
            </a:r>
          </a:p>
          <a:p>
            <a:pPr>
              <a:lnSpc>
                <a:spcPct val="90000"/>
              </a:lnSpc>
              <a:buFont typeface="Arial" panose="020B0604020202020204" pitchFamily="34" charset="0"/>
              <a:buChar char="•"/>
            </a:pPr>
            <a:r>
              <a:rPr lang="en-US" sz="1900" b="1" dirty="0"/>
              <a:t>Metrics Tracked:</a:t>
            </a:r>
          </a:p>
          <a:p>
            <a:pPr lvl="1">
              <a:lnSpc>
                <a:spcPct val="90000"/>
              </a:lnSpc>
              <a:buFont typeface="Arial" panose="020B0604020202020204" pitchFamily="34" charset="0"/>
              <a:buChar char="•"/>
            </a:pPr>
            <a:r>
              <a:rPr lang="en-US" sz="1900" dirty="0"/>
              <a:t>Water transfer rate, flow rate consistency, operational effort time, noise level</a:t>
            </a:r>
          </a:p>
        </p:txBody>
      </p:sp>
      <p:sp>
        <p:nvSpPr>
          <p:cNvPr id="4" name="Slide Number Placeholder 3">
            <a:extLst>
              <a:ext uri="{FF2B5EF4-FFF2-40B4-BE49-F238E27FC236}">
                <a16:creationId xmlns:a16="http://schemas.microsoft.com/office/drawing/2014/main" id="{B52B3D9D-FD70-4B66-6170-0935A9A1D6F0}"/>
              </a:ext>
            </a:extLst>
          </p:cNvPr>
          <p:cNvSpPr>
            <a:spLocks noGrp="1"/>
          </p:cNvSpPr>
          <p:nvPr>
            <p:ph type="sldNum" sz="quarter" idx="12"/>
          </p:nvPr>
        </p:nvSpPr>
        <p:spPr/>
        <p:txBody>
          <a:bodyPr/>
          <a:lstStyle/>
          <a:p>
            <a:fld id="{C1FF6DA9-008F-8B48-92A6-B652298478BF}"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US" sz="5400" dirty="0"/>
              <a:t>Target vs Fallback Specifications</a:t>
            </a:r>
          </a:p>
        </p:txBody>
      </p:sp>
      <p:sp>
        <p:nvSpPr>
          <p:cNvPr id="22"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3" name="Content Placeholder 2">
            <a:extLst>
              <a:ext uri="{FF2B5EF4-FFF2-40B4-BE49-F238E27FC236}">
                <a16:creationId xmlns:a16="http://schemas.microsoft.com/office/drawing/2014/main" id="{DE65B332-422F-1118-E162-29908EC9850B}"/>
              </a:ext>
            </a:extLst>
          </p:cNvPr>
          <p:cNvGraphicFramePr>
            <a:graphicFrameLocks noGrp="1"/>
          </p:cNvGraphicFramePr>
          <p:nvPr>
            <p:ph idx="1"/>
            <p:extLst>
              <p:ext uri="{D42A27DB-BD31-4B8C-83A1-F6EECF244321}">
                <p14:modId xmlns:p14="http://schemas.microsoft.com/office/powerpoint/2010/main" val="3976346278"/>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BCACBF1B-9993-AA5B-7EDF-456440A05B5B}"/>
              </a:ext>
            </a:extLst>
          </p:cNvPr>
          <p:cNvSpPr>
            <a:spLocks noGrp="1"/>
          </p:cNvSpPr>
          <p:nvPr>
            <p:ph type="sldNum" sz="quarter" idx="12"/>
          </p:nvPr>
        </p:nvSpPr>
        <p:spPr/>
        <p:txBody>
          <a:bodyPr/>
          <a:lstStyle/>
          <a:p>
            <a:fld id="{C1FF6DA9-008F-8B48-92A6-B652298478BF}"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868557" y="1138036"/>
            <a:ext cx="5444382" cy="1402470"/>
          </a:xfrm>
        </p:spPr>
        <p:txBody>
          <a:bodyPr anchor="t">
            <a:normAutofit/>
          </a:bodyPr>
          <a:lstStyle/>
          <a:p>
            <a:r>
              <a:rPr lang="en-US" sz="3200"/>
              <a:t>Functional Decomposition</a:t>
            </a:r>
          </a:p>
        </p:txBody>
      </p:sp>
      <p:pic>
        <p:nvPicPr>
          <p:cNvPr id="5" name="Picture 4">
            <a:extLst>
              <a:ext uri="{FF2B5EF4-FFF2-40B4-BE49-F238E27FC236}">
                <a16:creationId xmlns:a16="http://schemas.microsoft.com/office/drawing/2014/main" id="{2D8DE5BC-BBF2-0A37-2099-A67A24D524A4}"/>
              </a:ext>
            </a:extLst>
          </p:cNvPr>
          <p:cNvPicPr>
            <a:picLocks noChangeAspect="1"/>
          </p:cNvPicPr>
          <p:nvPr/>
        </p:nvPicPr>
        <p:blipFill>
          <a:blip r:embed="rId3"/>
          <a:srcRect l="31707" r="18267"/>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4B844C0-277E-F840-E946-014344A5792F}"/>
              </a:ext>
            </a:extLst>
          </p:cNvPr>
          <p:cNvSpPr>
            <a:spLocks noGrp="1"/>
          </p:cNvSpPr>
          <p:nvPr>
            <p:ph idx="1"/>
          </p:nvPr>
        </p:nvSpPr>
        <p:spPr>
          <a:xfrm>
            <a:off x="5868557" y="2551176"/>
            <a:ext cx="5444382" cy="3591207"/>
          </a:xfrm>
        </p:spPr>
        <p:txBody>
          <a:bodyPr>
            <a:normAutofit/>
          </a:bodyPr>
          <a:lstStyle/>
          <a:p>
            <a:pPr>
              <a:lnSpc>
                <a:spcPct val="90000"/>
              </a:lnSpc>
              <a:buFont typeface="Arial" panose="020B0604020202020204" pitchFamily="34" charset="0"/>
              <a:buChar char="•"/>
            </a:pPr>
            <a:r>
              <a:rPr lang="en-US" sz="2000" u="sng" dirty="0"/>
              <a:t>Functional decomposition </a:t>
            </a:r>
            <a:r>
              <a:rPr lang="en-US" sz="2000" dirty="0"/>
              <a:t>breaks a complex system into smaller, manageable functions to simplify analysis and design.</a:t>
            </a:r>
          </a:p>
          <a:p>
            <a:pPr lvl="1">
              <a:lnSpc>
                <a:spcPct val="90000"/>
              </a:lnSpc>
              <a:buFont typeface="Arial" panose="020B0604020202020204" pitchFamily="34" charset="0"/>
              <a:buChar char="•"/>
            </a:pPr>
            <a:r>
              <a:rPr lang="en-US" sz="2000" dirty="0"/>
              <a:t>Identifies all system operations needed to achieve the project goals.</a:t>
            </a:r>
          </a:p>
          <a:p>
            <a:pPr lvl="1">
              <a:lnSpc>
                <a:spcPct val="90000"/>
              </a:lnSpc>
              <a:buFont typeface="Arial" panose="020B0604020202020204" pitchFamily="34" charset="0"/>
              <a:buChar char="•"/>
            </a:pPr>
            <a:r>
              <a:rPr lang="en-US" sz="2000" dirty="0"/>
              <a:t>Helps pinpoint critical components and dependencies.</a:t>
            </a:r>
          </a:p>
          <a:p>
            <a:pPr lvl="1">
              <a:lnSpc>
                <a:spcPct val="90000"/>
              </a:lnSpc>
              <a:buFont typeface="Arial" panose="020B0604020202020204" pitchFamily="34" charset="0"/>
              <a:buChar char="•"/>
            </a:pPr>
            <a:r>
              <a:rPr lang="en-US" sz="2000" dirty="0"/>
              <a:t>Ensures no functionality is overlooked during the design process.</a:t>
            </a:r>
          </a:p>
          <a:p>
            <a:pPr lvl="1">
              <a:lnSpc>
                <a:spcPct val="90000"/>
              </a:lnSpc>
              <a:buFont typeface="Arial" panose="020B0604020202020204" pitchFamily="34" charset="0"/>
              <a:buChar char="•"/>
            </a:pPr>
            <a:r>
              <a:rPr lang="en-US" sz="2000" dirty="0"/>
              <a:t>Highlights interactions between subsystems.</a:t>
            </a:r>
          </a:p>
          <a:p>
            <a:pPr>
              <a:lnSpc>
                <a:spcPct val="90000"/>
              </a:lnSpc>
            </a:pPr>
            <a:endParaRPr lang="en-US" sz="2000" dirty="0"/>
          </a:p>
        </p:txBody>
      </p:sp>
      <p:sp>
        <p:nvSpPr>
          <p:cNvPr id="6" name="Slide Number Placeholder 5">
            <a:extLst>
              <a:ext uri="{FF2B5EF4-FFF2-40B4-BE49-F238E27FC236}">
                <a16:creationId xmlns:a16="http://schemas.microsoft.com/office/drawing/2014/main" id="{6B2CB043-BABD-830D-829C-56749D38D769}"/>
              </a:ext>
            </a:extLst>
          </p:cNvPr>
          <p:cNvSpPr>
            <a:spLocks noGrp="1"/>
          </p:cNvSpPr>
          <p:nvPr>
            <p:ph type="sldNum" sz="quarter" idx="12"/>
          </p:nvPr>
        </p:nvSpPr>
        <p:spPr/>
        <p:txBody>
          <a:bodyPr/>
          <a:lstStyle/>
          <a:p>
            <a:fld id="{C1FF6DA9-008F-8B48-92A6-B652298478BF}"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E56DE8-B0A5-F6C2-2317-B64D5FE9CA8C}"/>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B117FC-8E7C-2453-88AD-7E661346152E}"/>
              </a:ext>
            </a:extLst>
          </p:cNvPr>
          <p:cNvSpPr>
            <a:spLocks noGrp="1"/>
          </p:cNvSpPr>
          <p:nvPr>
            <p:ph type="title"/>
          </p:nvPr>
        </p:nvSpPr>
        <p:spPr>
          <a:xfrm>
            <a:off x="5297762" y="329184"/>
            <a:ext cx="6251110" cy="1783080"/>
          </a:xfrm>
        </p:spPr>
        <p:txBody>
          <a:bodyPr anchor="b">
            <a:normAutofit/>
          </a:bodyPr>
          <a:lstStyle/>
          <a:p>
            <a:r>
              <a:rPr lang="en-US" sz="5400" dirty="0"/>
              <a:t>Essential Functions</a:t>
            </a:r>
          </a:p>
        </p:txBody>
      </p:sp>
      <p:pic>
        <p:nvPicPr>
          <p:cNvPr id="7" name="Picture 6">
            <a:extLst>
              <a:ext uri="{FF2B5EF4-FFF2-40B4-BE49-F238E27FC236}">
                <a16:creationId xmlns:a16="http://schemas.microsoft.com/office/drawing/2014/main" id="{72EFB449-3CD8-DC67-01DE-9BBBCDD28C10}"/>
              </a:ext>
            </a:extLst>
          </p:cNvPr>
          <p:cNvPicPr>
            <a:picLocks noChangeAspect="1"/>
          </p:cNvPicPr>
          <p:nvPr/>
        </p:nvPicPr>
        <p:blipFill>
          <a:blip r:embed="rId3"/>
          <a:srcRect l="47256" r="4220"/>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Content Placeholder 2">
            <a:extLst>
              <a:ext uri="{FF2B5EF4-FFF2-40B4-BE49-F238E27FC236}">
                <a16:creationId xmlns:a16="http://schemas.microsoft.com/office/drawing/2014/main" id="{19632323-28AD-9669-5AFF-33BE84949F2F}"/>
              </a:ext>
            </a:extLst>
          </p:cNvPr>
          <p:cNvGraphicFramePr>
            <a:graphicFrameLocks noGrp="1"/>
          </p:cNvGraphicFramePr>
          <p:nvPr>
            <p:ph idx="1"/>
          </p:nvPr>
        </p:nvGraphicFramePr>
        <p:xfrm>
          <a:off x="5297762" y="2706624"/>
          <a:ext cx="6251110" cy="34838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Slide Number Placeholder 11">
            <a:extLst>
              <a:ext uri="{FF2B5EF4-FFF2-40B4-BE49-F238E27FC236}">
                <a16:creationId xmlns:a16="http://schemas.microsoft.com/office/drawing/2014/main" id="{FDC21927-35FE-65B4-7B28-277FFCE63FDF}"/>
              </a:ext>
            </a:extLst>
          </p:cNvPr>
          <p:cNvSpPr>
            <a:spLocks noGrp="1"/>
          </p:cNvSpPr>
          <p:nvPr>
            <p:ph type="sldNum" sz="quarter" idx="12"/>
          </p:nvPr>
        </p:nvSpPr>
        <p:spPr/>
        <p:txBody>
          <a:bodyPr/>
          <a:lstStyle/>
          <a:p>
            <a:fld id="{C1FF6DA9-008F-8B48-92A6-B652298478BF}" type="slidenum">
              <a:rPr lang="en-US" smtClean="0"/>
              <a:t>11</a:t>
            </a:fld>
            <a:endParaRPr lang="en-US"/>
          </a:p>
        </p:txBody>
      </p:sp>
    </p:spTree>
    <p:extLst>
      <p:ext uri="{BB962C8B-B14F-4D97-AF65-F5344CB8AC3E}">
        <p14:creationId xmlns:p14="http://schemas.microsoft.com/office/powerpoint/2010/main" val="702907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99713" y="248038"/>
            <a:ext cx="7063721" cy="1159200"/>
          </a:xfrm>
        </p:spPr>
        <p:txBody>
          <a:bodyPr vert="horz" lIns="91440" tIns="45720" rIns="91440" bIns="45720" rtlCol="0" anchor="ctr">
            <a:normAutofit/>
          </a:bodyPr>
          <a:lstStyle/>
          <a:p>
            <a:pPr algn="l" defTabSz="914400">
              <a:lnSpc>
                <a:spcPct val="90000"/>
              </a:lnSpc>
            </a:pPr>
            <a:r>
              <a:rPr lang="en-US" sz="4000" kern="1200">
                <a:solidFill>
                  <a:srgbClr val="FFFFFF"/>
                </a:solidFill>
                <a:latin typeface="+mj-lt"/>
                <a:ea typeface="+mj-ea"/>
                <a:cs typeface="+mj-cs"/>
              </a:rPr>
              <a:t>Functional Decomposition</a:t>
            </a:r>
          </a:p>
        </p:txBody>
      </p:sp>
      <p:pic>
        <p:nvPicPr>
          <p:cNvPr id="3" name="Picture 2">
            <a:extLst>
              <a:ext uri="{FF2B5EF4-FFF2-40B4-BE49-F238E27FC236}">
                <a16:creationId xmlns:a16="http://schemas.microsoft.com/office/drawing/2014/main" id="{AAE60412-0DFA-9B90-8926-360A7AA02F75}"/>
              </a:ext>
            </a:extLst>
          </p:cNvPr>
          <p:cNvPicPr>
            <a:picLocks noChangeAspect="1"/>
          </p:cNvPicPr>
          <p:nvPr/>
        </p:nvPicPr>
        <p:blipFill>
          <a:blip r:embed="rId3"/>
          <a:stretch>
            <a:fillRect/>
          </a:stretch>
        </p:blipFill>
        <p:spPr>
          <a:xfrm>
            <a:off x="1359657" y="1966293"/>
            <a:ext cx="9472685" cy="4452160"/>
          </a:xfrm>
          <a:prstGeom prst="rect">
            <a:avLst/>
          </a:prstGeom>
        </p:spPr>
      </p:pic>
      <p:sp>
        <p:nvSpPr>
          <p:cNvPr id="4" name="Slide Number Placeholder 3">
            <a:extLst>
              <a:ext uri="{FF2B5EF4-FFF2-40B4-BE49-F238E27FC236}">
                <a16:creationId xmlns:a16="http://schemas.microsoft.com/office/drawing/2014/main" id="{69BDB719-C216-5BEC-8C03-8198C1E0BDBD}"/>
              </a:ext>
            </a:extLst>
          </p:cNvPr>
          <p:cNvSpPr>
            <a:spLocks noGrp="1"/>
          </p:cNvSpPr>
          <p:nvPr>
            <p:ph type="sldNum" sz="quarter" idx="12"/>
          </p:nvPr>
        </p:nvSpPr>
        <p:spPr/>
        <p:txBody>
          <a:bodyPr/>
          <a:lstStyle/>
          <a:p>
            <a:fld id="{C1FF6DA9-008F-8B48-92A6-B652298478BF}"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1F6B40-11C7-2B7A-9B40-E0E4E8196B2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0C1A134-A9E8-1AF3-053C-D2641F54FC59}"/>
              </a:ext>
            </a:extLst>
          </p:cNvPr>
          <p:cNvPicPr>
            <a:picLocks noChangeAspect="1"/>
          </p:cNvPicPr>
          <p:nvPr/>
        </p:nvPicPr>
        <p:blipFill>
          <a:blip r:embed="rId3"/>
          <a:srcRect l="4440" r="4440"/>
          <a:stretch/>
        </p:blipFill>
        <p:spPr>
          <a:xfrm>
            <a:off x="1" y="10"/>
            <a:ext cx="9669642" cy="6857990"/>
          </a:xfrm>
          <a:prstGeom prst="rect">
            <a:avLst/>
          </a:prstGeom>
        </p:spPr>
      </p:pic>
      <p:sp>
        <p:nvSpPr>
          <p:cNvPr id="12" name="Rectangle 1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CD9F378-C91C-D3AD-3B9B-4F85FB53DF9D}"/>
              </a:ext>
            </a:extLst>
          </p:cNvPr>
          <p:cNvSpPr>
            <a:spLocks noGrp="1"/>
          </p:cNvSpPr>
          <p:nvPr>
            <p:ph type="title"/>
          </p:nvPr>
        </p:nvSpPr>
        <p:spPr>
          <a:xfrm>
            <a:off x="7531610" y="365125"/>
            <a:ext cx="3822189" cy="1899912"/>
          </a:xfrm>
        </p:spPr>
        <p:txBody>
          <a:bodyPr>
            <a:normAutofit/>
          </a:bodyPr>
          <a:lstStyle/>
          <a:p>
            <a:r>
              <a:rPr lang="en-US" sz="4000"/>
              <a:t>Concept Combination</a:t>
            </a:r>
          </a:p>
        </p:txBody>
      </p:sp>
      <p:sp>
        <p:nvSpPr>
          <p:cNvPr id="3" name="Content Placeholder 2">
            <a:extLst>
              <a:ext uri="{FF2B5EF4-FFF2-40B4-BE49-F238E27FC236}">
                <a16:creationId xmlns:a16="http://schemas.microsoft.com/office/drawing/2014/main" id="{1F029E6B-EE94-8BA2-12D9-4EF6184111E9}"/>
              </a:ext>
            </a:extLst>
          </p:cNvPr>
          <p:cNvSpPr>
            <a:spLocks noGrp="1"/>
          </p:cNvSpPr>
          <p:nvPr>
            <p:ph idx="1"/>
          </p:nvPr>
        </p:nvSpPr>
        <p:spPr>
          <a:xfrm>
            <a:off x="7531610" y="2434201"/>
            <a:ext cx="3822189" cy="3742762"/>
          </a:xfrm>
        </p:spPr>
        <p:txBody>
          <a:bodyPr>
            <a:normAutofit/>
          </a:bodyPr>
          <a:lstStyle/>
          <a:p>
            <a:pPr>
              <a:lnSpc>
                <a:spcPct val="90000"/>
              </a:lnSpc>
              <a:buFont typeface="Arial" panose="020B0604020202020204" pitchFamily="34" charset="0"/>
              <a:buChar char="•"/>
            </a:pPr>
            <a:r>
              <a:rPr lang="en-US" sz="2000" u="sng" dirty="0"/>
              <a:t>Concept Combination </a:t>
            </a:r>
            <a:r>
              <a:rPr lang="en-US" sz="2000" dirty="0"/>
              <a:t>is the process of mixing and matching different solutions for individual system functions to create an optimal overall design. </a:t>
            </a:r>
          </a:p>
          <a:p>
            <a:pPr>
              <a:lnSpc>
                <a:spcPct val="90000"/>
              </a:lnSpc>
              <a:buFont typeface="Arial" panose="020B0604020202020204" pitchFamily="34" charset="0"/>
              <a:buChar char="•"/>
            </a:pPr>
            <a:r>
              <a:rPr lang="en-US" sz="2000" dirty="0"/>
              <a:t>The Concept Combination Table (CCT) serves as a systematic tool to explore these combinations, ensuring that every function is addressed and all innovative possibilities are considered</a:t>
            </a:r>
          </a:p>
          <a:p>
            <a:pPr>
              <a:lnSpc>
                <a:spcPct val="90000"/>
              </a:lnSpc>
            </a:pPr>
            <a:endParaRPr lang="en-US" sz="2000" dirty="0"/>
          </a:p>
        </p:txBody>
      </p:sp>
      <p:sp>
        <p:nvSpPr>
          <p:cNvPr id="4" name="Slide Number Placeholder 3">
            <a:extLst>
              <a:ext uri="{FF2B5EF4-FFF2-40B4-BE49-F238E27FC236}">
                <a16:creationId xmlns:a16="http://schemas.microsoft.com/office/drawing/2014/main" id="{505DA4BA-81DE-914F-31C4-5CF3D7C84499}"/>
              </a:ext>
            </a:extLst>
          </p:cNvPr>
          <p:cNvSpPr>
            <a:spLocks noGrp="1"/>
          </p:cNvSpPr>
          <p:nvPr>
            <p:ph type="sldNum" sz="quarter" idx="12"/>
          </p:nvPr>
        </p:nvSpPr>
        <p:spPr/>
        <p:txBody>
          <a:bodyPr/>
          <a:lstStyle/>
          <a:p>
            <a:fld id="{C1FF6DA9-008F-8B48-92A6-B652298478BF}" type="slidenum">
              <a:rPr lang="en-US" smtClean="0"/>
              <a:t>13</a:t>
            </a:fld>
            <a:endParaRPr lang="en-US"/>
          </a:p>
        </p:txBody>
      </p:sp>
    </p:spTree>
    <p:extLst>
      <p:ext uri="{BB962C8B-B14F-4D97-AF65-F5344CB8AC3E}">
        <p14:creationId xmlns:p14="http://schemas.microsoft.com/office/powerpoint/2010/main" val="2913819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0037D2-B0B8-7DDE-D966-A5CD1A27CABA}"/>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Freeform: Shape 2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2DFD6E9-8786-F519-5284-8C02234CC5CC}"/>
              </a:ext>
            </a:extLst>
          </p:cNvPr>
          <p:cNvSpPr>
            <a:spLocks noGrp="1"/>
          </p:cNvSpPr>
          <p:nvPr>
            <p:ph type="title"/>
          </p:nvPr>
        </p:nvSpPr>
        <p:spPr>
          <a:xfrm>
            <a:off x="660041" y="2767106"/>
            <a:ext cx="2880828" cy="3071906"/>
          </a:xfrm>
        </p:spPr>
        <p:txBody>
          <a:bodyPr vert="horz" lIns="91440" tIns="45720" rIns="91440" bIns="45720" rtlCol="0" anchor="t">
            <a:normAutofit/>
          </a:bodyPr>
          <a:lstStyle/>
          <a:p>
            <a:pPr algn="l" defTabSz="914400">
              <a:lnSpc>
                <a:spcPct val="90000"/>
              </a:lnSpc>
            </a:pPr>
            <a:r>
              <a:rPr lang="en-US" sz="4000" kern="1200">
                <a:solidFill>
                  <a:srgbClr val="FFFFFF"/>
                </a:solidFill>
                <a:latin typeface="+mj-lt"/>
                <a:ea typeface="+mj-ea"/>
                <a:cs typeface="+mj-cs"/>
              </a:rPr>
              <a:t>Concept Combination Table</a:t>
            </a:r>
          </a:p>
        </p:txBody>
      </p:sp>
      <p:pic>
        <p:nvPicPr>
          <p:cNvPr id="4" name="Picture 3" descr="A diagram of a solar panel&#10;&#10;Description automatically generated with medium confidence">
            <a:extLst>
              <a:ext uri="{FF2B5EF4-FFF2-40B4-BE49-F238E27FC236}">
                <a16:creationId xmlns:a16="http://schemas.microsoft.com/office/drawing/2014/main" id="{02A9C32C-6F97-2978-6D5C-B1305572B725}"/>
              </a:ext>
            </a:extLst>
          </p:cNvPr>
          <p:cNvPicPr>
            <a:picLocks noChangeAspect="1"/>
          </p:cNvPicPr>
          <p:nvPr/>
        </p:nvPicPr>
        <p:blipFill>
          <a:blip r:embed="rId3"/>
          <a:stretch>
            <a:fillRect/>
          </a:stretch>
        </p:blipFill>
        <p:spPr>
          <a:xfrm>
            <a:off x="4720633" y="467208"/>
            <a:ext cx="6789338" cy="5923584"/>
          </a:xfrm>
          <a:prstGeom prst="rect">
            <a:avLst/>
          </a:prstGeom>
        </p:spPr>
      </p:pic>
      <p:sp>
        <p:nvSpPr>
          <p:cNvPr id="5" name="Slide Number Placeholder 4">
            <a:extLst>
              <a:ext uri="{FF2B5EF4-FFF2-40B4-BE49-F238E27FC236}">
                <a16:creationId xmlns:a16="http://schemas.microsoft.com/office/drawing/2014/main" id="{192D45C3-A7CA-AE99-BBE1-CB1E89E9D559}"/>
              </a:ext>
            </a:extLst>
          </p:cNvPr>
          <p:cNvSpPr>
            <a:spLocks noGrp="1"/>
          </p:cNvSpPr>
          <p:nvPr>
            <p:ph type="sldNum" sz="quarter" idx="12"/>
          </p:nvPr>
        </p:nvSpPr>
        <p:spPr/>
        <p:txBody>
          <a:bodyPr/>
          <a:lstStyle/>
          <a:p>
            <a:fld id="{C1FF6DA9-008F-8B48-92A6-B652298478BF}" type="slidenum">
              <a:rPr lang="en-US" smtClean="0"/>
              <a:t>14</a:t>
            </a:fld>
            <a:endParaRPr lang="en-US"/>
          </a:p>
        </p:txBody>
      </p:sp>
    </p:spTree>
    <p:extLst>
      <p:ext uri="{BB962C8B-B14F-4D97-AF65-F5344CB8AC3E}">
        <p14:creationId xmlns:p14="http://schemas.microsoft.com/office/powerpoint/2010/main" val="561759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0080" y="325369"/>
            <a:ext cx="4368602" cy="1956841"/>
          </a:xfrm>
        </p:spPr>
        <p:txBody>
          <a:bodyPr anchor="b">
            <a:normAutofit/>
          </a:bodyPr>
          <a:lstStyle/>
          <a:p>
            <a:r>
              <a:rPr lang="en-US" sz="5400"/>
              <a:t>C1: Changing Pipe Diameter</a:t>
            </a:r>
          </a:p>
        </p:txBody>
      </p:sp>
      <p:sp>
        <p:nvSpPr>
          <p:cNvPr id="14"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F774855D-05CF-D41E-3262-30CEAF9EE719}"/>
              </a:ext>
            </a:extLst>
          </p:cNvPr>
          <p:cNvSpPr>
            <a:spLocks noGrp="1"/>
          </p:cNvSpPr>
          <p:nvPr>
            <p:ph idx="1"/>
          </p:nvPr>
        </p:nvSpPr>
        <p:spPr>
          <a:xfrm>
            <a:off x="640080" y="2872899"/>
            <a:ext cx="4243589" cy="3320668"/>
          </a:xfrm>
        </p:spPr>
        <p:txBody>
          <a:bodyPr>
            <a:normAutofit/>
          </a:bodyPr>
          <a:lstStyle/>
          <a:p>
            <a:r>
              <a:rPr lang="en-US" sz="2200" dirty="0"/>
              <a:t>Good: Cheap. Easy to operate. Reliable</a:t>
            </a:r>
          </a:p>
          <a:p>
            <a:r>
              <a:rPr lang="en-US" sz="2200" dirty="0"/>
              <a:t>Bad: No hose. Not versatile. Will not work with sprinkler. Limited capabilities</a:t>
            </a:r>
          </a:p>
        </p:txBody>
      </p:sp>
      <p:pic>
        <p:nvPicPr>
          <p:cNvPr id="5" name="Content Placeholder 4" descr="Diagram of a blue cylinder with text and a blue pipe&#10;&#10;Description automatically generated with medium confidence">
            <a:extLst>
              <a:ext uri="{FF2B5EF4-FFF2-40B4-BE49-F238E27FC236}">
                <a16:creationId xmlns:a16="http://schemas.microsoft.com/office/drawing/2014/main" id="{F9843C26-0C32-0808-A7C8-2A101CDF76AA}"/>
              </a:ext>
            </a:extLst>
          </p:cNvPr>
          <p:cNvPicPr>
            <a:picLocks noChangeAspect="1"/>
          </p:cNvPicPr>
          <p:nvPr/>
        </p:nvPicPr>
        <p:blipFill>
          <a:blip r:embed="rId3"/>
          <a:srcRect l="1666" r="24110"/>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6" name="Slide Number Placeholder 5">
            <a:extLst>
              <a:ext uri="{FF2B5EF4-FFF2-40B4-BE49-F238E27FC236}">
                <a16:creationId xmlns:a16="http://schemas.microsoft.com/office/drawing/2014/main" id="{8A0D28F8-978F-83F4-CC1D-425E3EEECB90}"/>
              </a:ext>
            </a:extLst>
          </p:cNvPr>
          <p:cNvSpPr>
            <a:spLocks noGrp="1"/>
          </p:cNvSpPr>
          <p:nvPr>
            <p:ph type="sldNum" sz="quarter" idx="12"/>
          </p:nvPr>
        </p:nvSpPr>
        <p:spPr/>
        <p:txBody>
          <a:bodyPr/>
          <a:lstStyle/>
          <a:p>
            <a:fld id="{C1FF6DA9-008F-8B48-92A6-B652298478BF}"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0080" y="325369"/>
            <a:ext cx="4368602" cy="1956841"/>
          </a:xfrm>
        </p:spPr>
        <p:txBody>
          <a:bodyPr anchor="b">
            <a:normAutofit/>
          </a:bodyPr>
          <a:lstStyle/>
          <a:p>
            <a:r>
              <a:rPr lang="en-US" sz="5400"/>
              <a:t>C2: Raising Tank</a:t>
            </a:r>
          </a:p>
        </p:txBody>
      </p:sp>
      <p:sp>
        <p:nvSpPr>
          <p:cNvPr id="14"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3E38972C-2602-5193-E589-2F0589F7A937}"/>
              </a:ext>
            </a:extLst>
          </p:cNvPr>
          <p:cNvSpPr>
            <a:spLocks noGrp="1"/>
          </p:cNvSpPr>
          <p:nvPr>
            <p:ph idx="1"/>
          </p:nvPr>
        </p:nvSpPr>
        <p:spPr>
          <a:xfrm>
            <a:off x="640080" y="2872899"/>
            <a:ext cx="4243589" cy="3320668"/>
          </a:xfrm>
        </p:spPr>
        <p:txBody>
          <a:bodyPr>
            <a:normAutofit/>
          </a:bodyPr>
          <a:lstStyle/>
          <a:p>
            <a:r>
              <a:rPr lang="en-US" sz="2200" dirty="0"/>
              <a:t>Good: Cheap. Easy to operate. Reliable. Works with hose</a:t>
            </a:r>
          </a:p>
          <a:p>
            <a:r>
              <a:rPr lang="en-US" sz="2200" dirty="0"/>
              <a:t>Bad: Raised Tank is ugly. Won’t provide enough pressure to run sprinkler. Will be hard to do maintenance on</a:t>
            </a:r>
          </a:p>
          <a:p>
            <a:endParaRPr lang="en-US" sz="2200" dirty="0"/>
          </a:p>
        </p:txBody>
      </p:sp>
      <p:pic>
        <p:nvPicPr>
          <p:cNvPr id="5" name="Content Placeholder 4" descr="Diagram of a blue cylinder with a pipe and a pipe line&#10;&#10;Description automatically generated with medium confidence">
            <a:extLst>
              <a:ext uri="{FF2B5EF4-FFF2-40B4-BE49-F238E27FC236}">
                <a16:creationId xmlns:a16="http://schemas.microsoft.com/office/drawing/2014/main" id="{A337A777-82A4-3C78-465B-5017D77EE32C}"/>
              </a:ext>
            </a:extLst>
          </p:cNvPr>
          <p:cNvPicPr>
            <a:picLocks noChangeAspect="1"/>
          </p:cNvPicPr>
          <p:nvPr/>
        </p:nvPicPr>
        <p:blipFill>
          <a:blip r:embed="rId2"/>
          <a:srcRect r="9227"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6" name="Slide Number Placeholder 5">
            <a:extLst>
              <a:ext uri="{FF2B5EF4-FFF2-40B4-BE49-F238E27FC236}">
                <a16:creationId xmlns:a16="http://schemas.microsoft.com/office/drawing/2014/main" id="{C686466C-D165-0031-BFDC-417F6E544DB5}"/>
              </a:ext>
            </a:extLst>
          </p:cNvPr>
          <p:cNvSpPr>
            <a:spLocks noGrp="1"/>
          </p:cNvSpPr>
          <p:nvPr>
            <p:ph type="sldNum" sz="quarter" idx="12"/>
          </p:nvPr>
        </p:nvSpPr>
        <p:spPr/>
        <p:txBody>
          <a:bodyPr/>
          <a:lstStyle/>
          <a:p>
            <a:fld id="{C1FF6DA9-008F-8B48-92A6-B652298478BF}"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2E5337-F150-7918-6E85-48D525562ACD}"/>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5C602C0-39FA-952A-2627-EA836CF04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C387AB-2FF7-E49C-6713-A862ABF1FAFC}"/>
              </a:ext>
            </a:extLst>
          </p:cNvPr>
          <p:cNvSpPr>
            <a:spLocks noGrp="1"/>
          </p:cNvSpPr>
          <p:nvPr>
            <p:ph type="title"/>
          </p:nvPr>
        </p:nvSpPr>
        <p:spPr>
          <a:xfrm>
            <a:off x="640080" y="325369"/>
            <a:ext cx="4368602" cy="1956841"/>
          </a:xfrm>
        </p:spPr>
        <p:txBody>
          <a:bodyPr anchor="b">
            <a:normAutofit/>
          </a:bodyPr>
          <a:lstStyle/>
          <a:p>
            <a:r>
              <a:rPr lang="en-US" sz="5400" dirty="0"/>
              <a:t>C3: Manual Pump</a:t>
            </a:r>
          </a:p>
        </p:txBody>
      </p:sp>
      <p:sp>
        <p:nvSpPr>
          <p:cNvPr id="14" name="sketchy line">
            <a:extLst>
              <a:ext uri="{FF2B5EF4-FFF2-40B4-BE49-F238E27FC236}">
                <a16:creationId xmlns:a16="http://schemas.microsoft.com/office/drawing/2014/main" id="{3A4256AD-5482-D635-9723-18416A1353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12982DE6-ECCB-A26E-E3F1-BA5C7B99CCBD}"/>
              </a:ext>
            </a:extLst>
          </p:cNvPr>
          <p:cNvSpPr>
            <a:spLocks noGrp="1"/>
          </p:cNvSpPr>
          <p:nvPr>
            <p:ph idx="1"/>
          </p:nvPr>
        </p:nvSpPr>
        <p:spPr>
          <a:xfrm>
            <a:off x="640080" y="2872899"/>
            <a:ext cx="4243589" cy="3320668"/>
          </a:xfrm>
        </p:spPr>
        <p:txBody>
          <a:bodyPr>
            <a:normAutofit/>
          </a:bodyPr>
          <a:lstStyle/>
          <a:p>
            <a:r>
              <a:rPr lang="en-US" sz="2400" dirty="0"/>
              <a:t>Good: Simple to operate. Reliable. Easy to maintain</a:t>
            </a:r>
          </a:p>
          <a:p>
            <a:r>
              <a:rPr lang="en-US" sz="2400" dirty="0"/>
              <a:t>Bad: Either low pressure or low flowrate. Requires manual labor. Medium maintenance</a:t>
            </a:r>
          </a:p>
        </p:txBody>
      </p:sp>
      <p:pic>
        <p:nvPicPr>
          <p:cNvPr id="4" name="Content Placeholder 4" descr="Diagram of a diagram of a water pump&#10;&#10;Description automatically generated">
            <a:extLst>
              <a:ext uri="{FF2B5EF4-FFF2-40B4-BE49-F238E27FC236}">
                <a16:creationId xmlns:a16="http://schemas.microsoft.com/office/drawing/2014/main" id="{CE731413-B8BF-A19E-36FB-87ADB7BA6CB0}"/>
              </a:ext>
            </a:extLst>
          </p:cNvPr>
          <p:cNvPicPr>
            <a:picLocks noChangeAspect="1"/>
          </p:cNvPicPr>
          <p:nvPr/>
        </p:nvPicPr>
        <p:blipFill>
          <a:blip r:embed="rId2"/>
          <a:stretch>
            <a:fillRect/>
          </a:stretch>
        </p:blipFill>
        <p:spPr>
          <a:xfrm>
            <a:off x="4717302" y="635332"/>
            <a:ext cx="7474698" cy="5587336"/>
          </a:xfrm>
          <a:prstGeom prst="rect">
            <a:avLst/>
          </a:prstGeom>
        </p:spPr>
      </p:pic>
      <p:sp>
        <p:nvSpPr>
          <p:cNvPr id="6" name="Slide Number Placeholder 5">
            <a:extLst>
              <a:ext uri="{FF2B5EF4-FFF2-40B4-BE49-F238E27FC236}">
                <a16:creationId xmlns:a16="http://schemas.microsoft.com/office/drawing/2014/main" id="{83DE28D0-144B-41B0-9C58-46216DD43C2A}"/>
              </a:ext>
            </a:extLst>
          </p:cNvPr>
          <p:cNvSpPr>
            <a:spLocks noGrp="1"/>
          </p:cNvSpPr>
          <p:nvPr>
            <p:ph type="sldNum" sz="quarter" idx="12"/>
          </p:nvPr>
        </p:nvSpPr>
        <p:spPr/>
        <p:txBody>
          <a:bodyPr/>
          <a:lstStyle/>
          <a:p>
            <a:fld id="{C1FF6DA9-008F-8B48-92A6-B652298478BF}" type="slidenum">
              <a:rPr lang="en-US" smtClean="0"/>
              <a:t>17</a:t>
            </a:fld>
            <a:endParaRPr lang="en-US"/>
          </a:p>
        </p:txBody>
      </p:sp>
    </p:spTree>
    <p:extLst>
      <p:ext uri="{BB962C8B-B14F-4D97-AF65-F5344CB8AC3E}">
        <p14:creationId xmlns:p14="http://schemas.microsoft.com/office/powerpoint/2010/main" val="30857681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82EC45-44BF-5419-6760-9E664990D706}"/>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1F8BA29-897C-0E82-D877-25928233D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ketchy line">
            <a:extLst>
              <a:ext uri="{FF2B5EF4-FFF2-40B4-BE49-F238E27FC236}">
                <a16:creationId xmlns:a16="http://schemas.microsoft.com/office/drawing/2014/main" id="{4EC53141-D3D6-3F58-1CBE-BE94EFC26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80A240A1-33CD-EEFA-461E-ECD88D736B55}"/>
              </a:ext>
            </a:extLst>
          </p:cNvPr>
          <p:cNvSpPr>
            <a:spLocks noGrp="1"/>
          </p:cNvSpPr>
          <p:nvPr>
            <p:ph idx="1"/>
          </p:nvPr>
        </p:nvSpPr>
        <p:spPr>
          <a:xfrm>
            <a:off x="640080" y="2872899"/>
            <a:ext cx="4243589" cy="3320668"/>
          </a:xfrm>
        </p:spPr>
        <p:txBody>
          <a:bodyPr>
            <a:normAutofit/>
          </a:bodyPr>
          <a:lstStyle/>
          <a:p>
            <a:r>
              <a:rPr lang="en-US" sz="2400" dirty="0"/>
              <a:t>Good: No manual Labor. Good pressure. </a:t>
            </a:r>
          </a:p>
          <a:p>
            <a:r>
              <a:rPr lang="en-US" sz="2400" dirty="0"/>
              <a:t>Bad: Raised tank is unsightly. Solar energy dependent on sun. More expensive. </a:t>
            </a:r>
          </a:p>
        </p:txBody>
      </p:sp>
      <p:pic>
        <p:nvPicPr>
          <p:cNvPr id="3" name="Content Placeholder 4" descr="Diagram of a solar energy pump&#10;&#10;Description automatically generated">
            <a:extLst>
              <a:ext uri="{FF2B5EF4-FFF2-40B4-BE49-F238E27FC236}">
                <a16:creationId xmlns:a16="http://schemas.microsoft.com/office/drawing/2014/main" id="{F22DAA52-2B8F-A61E-248D-0785685B46ED}"/>
              </a:ext>
            </a:extLst>
          </p:cNvPr>
          <p:cNvPicPr>
            <a:picLocks noChangeAspect="1"/>
          </p:cNvPicPr>
          <p:nvPr/>
        </p:nvPicPr>
        <p:blipFill>
          <a:blip r:embed="rId2"/>
          <a:stretch>
            <a:fillRect/>
          </a:stretch>
        </p:blipFill>
        <p:spPr>
          <a:xfrm>
            <a:off x="4497979" y="793798"/>
            <a:ext cx="7694021" cy="5270404"/>
          </a:xfrm>
          <a:prstGeom prst="rect">
            <a:avLst/>
          </a:prstGeom>
        </p:spPr>
      </p:pic>
      <p:sp>
        <p:nvSpPr>
          <p:cNvPr id="2" name="Title 1">
            <a:extLst>
              <a:ext uri="{FF2B5EF4-FFF2-40B4-BE49-F238E27FC236}">
                <a16:creationId xmlns:a16="http://schemas.microsoft.com/office/drawing/2014/main" id="{29AC6746-B0C6-CE4A-A586-F68DAE91D577}"/>
              </a:ext>
            </a:extLst>
          </p:cNvPr>
          <p:cNvSpPr>
            <a:spLocks noGrp="1"/>
          </p:cNvSpPr>
          <p:nvPr>
            <p:ph type="title"/>
          </p:nvPr>
        </p:nvSpPr>
        <p:spPr>
          <a:xfrm>
            <a:off x="640080" y="325369"/>
            <a:ext cx="4368602" cy="1956841"/>
          </a:xfrm>
        </p:spPr>
        <p:txBody>
          <a:bodyPr anchor="b">
            <a:normAutofit fontScale="90000"/>
          </a:bodyPr>
          <a:lstStyle/>
          <a:p>
            <a:r>
              <a:rPr lang="en-US" sz="5400" dirty="0"/>
              <a:t>C4: Solar Pump + Raised Tank</a:t>
            </a:r>
          </a:p>
        </p:txBody>
      </p:sp>
      <p:sp>
        <p:nvSpPr>
          <p:cNvPr id="5" name="Slide Number Placeholder 4">
            <a:extLst>
              <a:ext uri="{FF2B5EF4-FFF2-40B4-BE49-F238E27FC236}">
                <a16:creationId xmlns:a16="http://schemas.microsoft.com/office/drawing/2014/main" id="{5BD66ADC-9BED-68ED-E122-47D18C7706EE}"/>
              </a:ext>
            </a:extLst>
          </p:cNvPr>
          <p:cNvSpPr>
            <a:spLocks noGrp="1"/>
          </p:cNvSpPr>
          <p:nvPr>
            <p:ph type="sldNum" sz="quarter" idx="12"/>
          </p:nvPr>
        </p:nvSpPr>
        <p:spPr/>
        <p:txBody>
          <a:bodyPr/>
          <a:lstStyle/>
          <a:p>
            <a:fld id="{C1FF6DA9-008F-8B48-92A6-B652298478BF}" type="slidenum">
              <a:rPr lang="en-US" smtClean="0"/>
              <a:t>18</a:t>
            </a:fld>
            <a:endParaRPr lang="en-US"/>
          </a:p>
        </p:txBody>
      </p:sp>
    </p:spTree>
    <p:extLst>
      <p:ext uri="{BB962C8B-B14F-4D97-AF65-F5344CB8AC3E}">
        <p14:creationId xmlns:p14="http://schemas.microsoft.com/office/powerpoint/2010/main" val="16041907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1D9B75-0636-D687-D7B1-A3A07F02AFA2}"/>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FEE67DC-1285-5E4E-F399-5895F609A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1114F6-351C-3026-4000-A9DA8E2669FC}"/>
              </a:ext>
            </a:extLst>
          </p:cNvPr>
          <p:cNvSpPr>
            <a:spLocks noGrp="1"/>
          </p:cNvSpPr>
          <p:nvPr>
            <p:ph type="title"/>
          </p:nvPr>
        </p:nvSpPr>
        <p:spPr>
          <a:xfrm>
            <a:off x="640080" y="325369"/>
            <a:ext cx="4368602" cy="1956841"/>
          </a:xfrm>
        </p:spPr>
        <p:txBody>
          <a:bodyPr anchor="b">
            <a:normAutofit fontScale="90000"/>
          </a:bodyPr>
          <a:lstStyle/>
          <a:p>
            <a:r>
              <a:rPr lang="en-US" sz="5400" dirty="0"/>
              <a:t>C5: Solar + Battery + Raised</a:t>
            </a:r>
          </a:p>
        </p:txBody>
      </p:sp>
      <p:sp>
        <p:nvSpPr>
          <p:cNvPr id="14" name="sketchy line">
            <a:extLst>
              <a:ext uri="{FF2B5EF4-FFF2-40B4-BE49-F238E27FC236}">
                <a16:creationId xmlns:a16="http://schemas.microsoft.com/office/drawing/2014/main" id="{D6858810-FD50-F921-435D-311F2503E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91528C04-BFB6-530C-DFE5-D1F234076BBE}"/>
              </a:ext>
            </a:extLst>
          </p:cNvPr>
          <p:cNvSpPr>
            <a:spLocks noGrp="1"/>
          </p:cNvSpPr>
          <p:nvPr>
            <p:ph idx="1"/>
          </p:nvPr>
        </p:nvSpPr>
        <p:spPr>
          <a:xfrm>
            <a:off x="640080" y="2872899"/>
            <a:ext cx="4243589" cy="3320668"/>
          </a:xfrm>
        </p:spPr>
        <p:txBody>
          <a:bodyPr>
            <a:normAutofit/>
          </a:bodyPr>
          <a:lstStyle/>
          <a:p>
            <a:r>
              <a:rPr lang="en-US" sz="2400" dirty="0"/>
              <a:t>Good: No manual Labor. Good pressure. More reliable</a:t>
            </a:r>
          </a:p>
          <a:p>
            <a:r>
              <a:rPr lang="en-US" sz="2400" dirty="0"/>
              <a:t>Bad: Raised tank is unsightly. Solar energy dependent on sun. More expensive. </a:t>
            </a:r>
          </a:p>
        </p:txBody>
      </p:sp>
      <p:pic>
        <p:nvPicPr>
          <p:cNvPr id="3" name="Content Placeholder 4" descr="Diagram of a solar energy system&#10;&#10;Description automatically generated">
            <a:extLst>
              <a:ext uri="{FF2B5EF4-FFF2-40B4-BE49-F238E27FC236}">
                <a16:creationId xmlns:a16="http://schemas.microsoft.com/office/drawing/2014/main" id="{51079453-A804-FF98-019A-A193C3825FFB}"/>
              </a:ext>
            </a:extLst>
          </p:cNvPr>
          <p:cNvPicPr>
            <a:picLocks noChangeAspect="1"/>
          </p:cNvPicPr>
          <p:nvPr/>
        </p:nvPicPr>
        <p:blipFill>
          <a:blip r:embed="rId2"/>
          <a:stretch>
            <a:fillRect/>
          </a:stretch>
        </p:blipFill>
        <p:spPr>
          <a:xfrm>
            <a:off x="4883669" y="899546"/>
            <a:ext cx="7305283" cy="5058907"/>
          </a:xfrm>
          <a:prstGeom prst="rect">
            <a:avLst/>
          </a:prstGeom>
        </p:spPr>
      </p:pic>
      <p:sp>
        <p:nvSpPr>
          <p:cNvPr id="5" name="Slide Number Placeholder 4">
            <a:extLst>
              <a:ext uri="{FF2B5EF4-FFF2-40B4-BE49-F238E27FC236}">
                <a16:creationId xmlns:a16="http://schemas.microsoft.com/office/drawing/2014/main" id="{053CBFFB-BF13-5A13-3B27-FE080F04D1FF}"/>
              </a:ext>
            </a:extLst>
          </p:cNvPr>
          <p:cNvSpPr>
            <a:spLocks noGrp="1"/>
          </p:cNvSpPr>
          <p:nvPr>
            <p:ph type="sldNum" sz="quarter" idx="12"/>
          </p:nvPr>
        </p:nvSpPr>
        <p:spPr/>
        <p:txBody>
          <a:bodyPr/>
          <a:lstStyle/>
          <a:p>
            <a:fld id="{C1FF6DA9-008F-8B48-92A6-B652298478BF}" type="slidenum">
              <a:rPr lang="en-US" smtClean="0"/>
              <a:t>19</a:t>
            </a:fld>
            <a:endParaRPr lang="en-US"/>
          </a:p>
        </p:txBody>
      </p:sp>
    </p:spTree>
    <p:extLst>
      <p:ext uri="{BB962C8B-B14F-4D97-AF65-F5344CB8AC3E}">
        <p14:creationId xmlns:p14="http://schemas.microsoft.com/office/powerpoint/2010/main" val="3072047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5E0245-EAF3-2285-EC46-223AF164C1BC}"/>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2850339-765A-9A48-F60A-A42BB5AE3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A0A663-8701-5116-FEDE-ADE77B6BB5D1}"/>
              </a:ext>
            </a:extLst>
          </p:cNvPr>
          <p:cNvSpPr>
            <a:spLocks noGrp="1"/>
          </p:cNvSpPr>
          <p:nvPr>
            <p:ph type="title"/>
          </p:nvPr>
        </p:nvSpPr>
        <p:spPr>
          <a:xfrm>
            <a:off x="640080" y="325369"/>
            <a:ext cx="4368602" cy="1956841"/>
          </a:xfrm>
        </p:spPr>
        <p:txBody>
          <a:bodyPr anchor="b">
            <a:noAutofit/>
          </a:bodyPr>
          <a:lstStyle/>
          <a:p>
            <a:r>
              <a:rPr lang="en-US" dirty="0"/>
              <a:t>C6: Solar + Battery + Pressure</a:t>
            </a:r>
          </a:p>
        </p:txBody>
      </p:sp>
      <p:sp>
        <p:nvSpPr>
          <p:cNvPr id="14" name="sketchy line">
            <a:extLst>
              <a:ext uri="{FF2B5EF4-FFF2-40B4-BE49-F238E27FC236}">
                <a16:creationId xmlns:a16="http://schemas.microsoft.com/office/drawing/2014/main" id="{2824CD2A-6DB6-EB0C-3085-A39531B749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C6115B84-0628-A897-CBC2-D5B6BAD3871D}"/>
              </a:ext>
            </a:extLst>
          </p:cNvPr>
          <p:cNvSpPr>
            <a:spLocks noGrp="1"/>
          </p:cNvSpPr>
          <p:nvPr>
            <p:ph idx="1"/>
          </p:nvPr>
        </p:nvSpPr>
        <p:spPr>
          <a:xfrm>
            <a:off x="640080" y="2872899"/>
            <a:ext cx="4243589" cy="3320668"/>
          </a:xfrm>
        </p:spPr>
        <p:txBody>
          <a:bodyPr>
            <a:normAutofit/>
          </a:bodyPr>
          <a:lstStyle/>
          <a:p>
            <a:r>
              <a:rPr lang="en-US" sz="2400" dirty="0"/>
              <a:t>Good: No manual Labor. Best pressure. Mostly reliable</a:t>
            </a:r>
          </a:p>
          <a:p>
            <a:r>
              <a:rPr lang="en-US" sz="2400" dirty="0"/>
              <a:t>Bad: Complex engineering. Most expensive. Hardest to maintain. </a:t>
            </a:r>
          </a:p>
        </p:txBody>
      </p:sp>
      <p:pic>
        <p:nvPicPr>
          <p:cNvPr id="3" name="Content Placeholder 4">
            <a:extLst>
              <a:ext uri="{FF2B5EF4-FFF2-40B4-BE49-F238E27FC236}">
                <a16:creationId xmlns:a16="http://schemas.microsoft.com/office/drawing/2014/main" id="{92246AA4-20C5-F29B-3447-0E24DC97C966}"/>
              </a:ext>
            </a:extLst>
          </p:cNvPr>
          <p:cNvPicPr>
            <a:picLocks noChangeAspect="1"/>
          </p:cNvPicPr>
          <p:nvPr/>
        </p:nvPicPr>
        <p:blipFill>
          <a:blip r:embed="rId2"/>
          <a:srcRect/>
          <a:stretch/>
        </p:blipFill>
        <p:spPr>
          <a:xfrm>
            <a:off x="4883669" y="1203755"/>
            <a:ext cx="7305283" cy="4450488"/>
          </a:xfrm>
          <a:prstGeom prst="rect">
            <a:avLst/>
          </a:prstGeom>
        </p:spPr>
      </p:pic>
      <p:sp>
        <p:nvSpPr>
          <p:cNvPr id="4" name="Slide Number Placeholder 3">
            <a:extLst>
              <a:ext uri="{FF2B5EF4-FFF2-40B4-BE49-F238E27FC236}">
                <a16:creationId xmlns:a16="http://schemas.microsoft.com/office/drawing/2014/main" id="{1595DBB8-430D-518A-EAA9-CFA8EB835EBE}"/>
              </a:ext>
            </a:extLst>
          </p:cNvPr>
          <p:cNvSpPr>
            <a:spLocks noGrp="1"/>
          </p:cNvSpPr>
          <p:nvPr>
            <p:ph type="sldNum" sz="quarter" idx="12"/>
          </p:nvPr>
        </p:nvSpPr>
        <p:spPr/>
        <p:txBody>
          <a:bodyPr/>
          <a:lstStyle/>
          <a:p>
            <a:fld id="{C1FF6DA9-008F-8B48-92A6-B652298478BF}" type="slidenum">
              <a:rPr lang="en-US" smtClean="0"/>
              <a:t>20</a:t>
            </a:fld>
            <a:endParaRPr lang="en-US"/>
          </a:p>
        </p:txBody>
      </p:sp>
    </p:spTree>
    <p:extLst>
      <p:ext uri="{BB962C8B-B14F-4D97-AF65-F5344CB8AC3E}">
        <p14:creationId xmlns:p14="http://schemas.microsoft.com/office/powerpoint/2010/main" val="32794694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 of Viable Solutions</a:t>
            </a:r>
          </a:p>
        </p:txBody>
      </p:sp>
      <p:pic>
        <p:nvPicPr>
          <p:cNvPr id="5" name="Content Placeholder 4">
            <a:extLst>
              <a:ext uri="{FF2B5EF4-FFF2-40B4-BE49-F238E27FC236}">
                <a16:creationId xmlns:a16="http://schemas.microsoft.com/office/drawing/2014/main" id="{E2E7B401-6852-CDB2-8B5A-E18B893383C0}"/>
              </a:ext>
            </a:extLst>
          </p:cNvPr>
          <p:cNvPicPr>
            <a:picLocks noGrp="1" noChangeAspect="1"/>
          </p:cNvPicPr>
          <p:nvPr>
            <p:ph idx="1"/>
          </p:nvPr>
        </p:nvPicPr>
        <p:blipFill>
          <a:blip r:embed="rId3"/>
          <a:stretch>
            <a:fillRect/>
          </a:stretch>
        </p:blipFill>
        <p:spPr>
          <a:xfrm>
            <a:off x="143717" y="1714200"/>
            <a:ext cx="11904565" cy="4732638"/>
          </a:xfrm>
          <a:prstGeom prst="rect">
            <a:avLst/>
          </a:prstGeom>
        </p:spPr>
      </p:pic>
      <p:sp>
        <p:nvSpPr>
          <p:cNvPr id="6" name="Slide Number Placeholder 5">
            <a:extLst>
              <a:ext uri="{FF2B5EF4-FFF2-40B4-BE49-F238E27FC236}">
                <a16:creationId xmlns:a16="http://schemas.microsoft.com/office/drawing/2014/main" id="{E62BDF22-1509-F834-C098-CC4BAA3A78BF}"/>
              </a:ext>
            </a:extLst>
          </p:cNvPr>
          <p:cNvSpPr>
            <a:spLocks noGrp="1"/>
          </p:cNvSpPr>
          <p:nvPr>
            <p:ph type="sldNum" sz="quarter" idx="12"/>
          </p:nvPr>
        </p:nvSpPr>
        <p:spPr/>
        <p:txBody>
          <a:bodyPr/>
          <a:lstStyle/>
          <a:p>
            <a:fld id="{C1FF6DA9-008F-8B48-92A6-B652298478BF}"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Concept Selection Matrix</a:t>
            </a:r>
          </a:p>
        </p:txBody>
      </p:sp>
      <p:pic>
        <p:nvPicPr>
          <p:cNvPr id="5" name="Content Placeholder 4">
            <a:extLst>
              <a:ext uri="{FF2B5EF4-FFF2-40B4-BE49-F238E27FC236}">
                <a16:creationId xmlns:a16="http://schemas.microsoft.com/office/drawing/2014/main" id="{214631A0-31CA-3CF1-FE3E-211ACB34C247}"/>
              </a:ext>
            </a:extLst>
          </p:cNvPr>
          <p:cNvPicPr>
            <a:picLocks noGrp="1" noChangeAspect="1"/>
          </p:cNvPicPr>
          <p:nvPr>
            <p:ph idx="1"/>
          </p:nvPr>
        </p:nvPicPr>
        <p:blipFill>
          <a:blip r:embed="rId3"/>
          <a:stretch>
            <a:fillRect/>
          </a:stretch>
        </p:blipFill>
        <p:spPr>
          <a:xfrm>
            <a:off x="482665" y="1417638"/>
            <a:ext cx="11099735" cy="4862384"/>
          </a:xfrm>
          <a:prstGeom prst="rect">
            <a:avLst/>
          </a:prstGeom>
        </p:spPr>
      </p:pic>
      <p:sp>
        <p:nvSpPr>
          <p:cNvPr id="6" name="Slide Number Placeholder 5">
            <a:extLst>
              <a:ext uri="{FF2B5EF4-FFF2-40B4-BE49-F238E27FC236}">
                <a16:creationId xmlns:a16="http://schemas.microsoft.com/office/drawing/2014/main" id="{8AF638E3-AE13-CC83-AE16-AA5D38EBC140}"/>
              </a:ext>
            </a:extLst>
          </p:cNvPr>
          <p:cNvSpPr>
            <a:spLocks noGrp="1"/>
          </p:cNvSpPr>
          <p:nvPr>
            <p:ph type="sldNum" sz="quarter" idx="12"/>
          </p:nvPr>
        </p:nvSpPr>
        <p:spPr/>
        <p:txBody>
          <a:bodyPr/>
          <a:lstStyle/>
          <a:p>
            <a:fld id="{C1FF6DA9-008F-8B48-92A6-B652298478BF}"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9" name="Arc 38">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5894962" y="479493"/>
            <a:ext cx="5458838" cy="1325563"/>
          </a:xfrm>
        </p:spPr>
        <p:txBody>
          <a:bodyPr>
            <a:normAutofit/>
          </a:bodyPr>
          <a:lstStyle/>
          <a:p>
            <a:r>
              <a:rPr lang="en-US"/>
              <a:t>Top Concept</a:t>
            </a:r>
          </a:p>
        </p:txBody>
      </p:sp>
      <p:sp>
        <p:nvSpPr>
          <p:cNvPr id="40" name="Freeform: Shape 18">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Content Placeholder 4" descr="Diagram of a solar energy system&#10;&#10;Description automatically generated">
            <a:extLst>
              <a:ext uri="{FF2B5EF4-FFF2-40B4-BE49-F238E27FC236}">
                <a16:creationId xmlns:a16="http://schemas.microsoft.com/office/drawing/2014/main" id="{B3EE8302-AC6F-AD39-2B79-552D8D38CFB0}"/>
              </a:ext>
            </a:extLst>
          </p:cNvPr>
          <p:cNvPicPr>
            <a:picLocks noChangeAspect="1"/>
          </p:cNvPicPr>
          <p:nvPr/>
        </p:nvPicPr>
        <p:blipFill>
          <a:blip r:embed="rId3"/>
          <a:stretch/>
        </p:blipFill>
        <p:spPr>
          <a:xfrm>
            <a:off x="703182" y="1887027"/>
            <a:ext cx="4777381" cy="2914202"/>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10" name="Content Placeholder 7">
            <a:extLst>
              <a:ext uri="{FF2B5EF4-FFF2-40B4-BE49-F238E27FC236}">
                <a16:creationId xmlns:a16="http://schemas.microsoft.com/office/drawing/2014/main" id="{EC12A48C-B525-D35B-C395-7CDD94026789}"/>
              </a:ext>
            </a:extLst>
          </p:cNvPr>
          <p:cNvSpPr>
            <a:spLocks noGrp="1"/>
          </p:cNvSpPr>
          <p:nvPr>
            <p:ph idx="1"/>
          </p:nvPr>
        </p:nvSpPr>
        <p:spPr>
          <a:xfrm>
            <a:off x="5894962" y="1984443"/>
            <a:ext cx="5458838" cy="4192520"/>
          </a:xfrm>
        </p:spPr>
        <p:txBody>
          <a:bodyPr>
            <a:normAutofit/>
          </a:bodyPr>
          <a:lstStyle/>
          <a:p>
            <a:pPr>
              <a:lnSpc>
                <a:spcPct val="90000"/>
              </a:lnSpc>
            </a:pPr>
            <a:r>
              <a:rPr lang="en-US" sz="2200" b="1"/>
              <a:t>Sustainable and Reliable</a:t>
            </a:r>
            <a:r>
              <a:rPr lang="en-US" sz="2200"/>
              <a:t>: Combines solar energy and battery storage for eco-friendly, uninterrupted operation.</a:t>
            </a:r>
          </a:p>
          <a:p>
            <a:pPr>
              <a:lnSpc>
                <a:spcPct val="90000"/>
              </a:lnSpc>
            </a:pPr>
            <a:r>
              <a:rPr lang="en-US" sz="2200" b="1"/>
              <a:t>Efficient Water Delivery</a:t>
            </a:r>
            <a:r>
              <a:rPr lang="en-US" sz="2200"/>
              <a:t>: Pressurized tank ensures steady flow with minimal energy waste.</a:t>
            </a:r>
          </a:p>
          <a:p>
            <a:pPr>
              <a:lnSpc>
                <a:spcPct val="90000"/>
              </a:lnSpc>
            </a:pPr>
            <a:r>
              <a:rPr lang="en-US" sz="2200" b="1"/>
              <a:t>Cost-Effective</a:t>
            </a:r>
            <a:r>
              <a:rPr lang="en-US" sz="2200"/>
              <a:t>: Long-term savings from renewable energy offset initial investment.</a:t>
            </a:r>
          </a:p>
          <a:p>
            <a:pPr>
              <a:lnSpc>
                <a:spcPct val="90000"/>
              </a:lnSpc>
            </a:pPr>
            <a:r>
              <a:rPr lang="en-US" sz="2200" b="1"/>
              <a:t>Adaptable and Scalable</a:t>
            </a:r>
            <a:r>
              <a:rPr lang="en-US" sz="2200"/>
              <a:t>: Modular design supports future expansion and upgrades.</a:t>
            </a:r>
          </a:p>
        </p:txBody>
      </p:sp>
      <p:sp>
        <p:nvSpPr>
          <p:cNvPr id="5" name="Slide Number Placeholder 4">
            <a:extLst>
              <a:ext uri="{FF2B5EF4-FFF2-40B4-BE49-F238E27FC236}">
                <a16:creationId xmlns:a16="http://schemas.microsoft.com/office/drawing/2014/main" id="{17D73716-4B79-73B1-37B8-ECFA531E4F70}"/>
              </a:ext>
            </a:extLst>
          </p:cNvPr>
          <p:cNvSpPr>
            <a:spLocks noGrp="1"/>
          </p:cNvSpPr>
          <p:nvPr>
            <p:ph type="sldNum" sz="quarter" idx="12"/>
          </p:nvPr>
        </p:nvSpPr>
        <p:spPr/>
        <p:txBody>
          <a:bodyPr/>
          <a:lstStyle/>
          <a:p>
            <a:fld id="{C1FF6DA9-008F-8B48-92A6-B652298478BF}"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9" name="Rectangle 18">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1803" y="350196"/>
            <a:ext cx="4646904" cy="1624520"/>
          </a:xfrm>
        </p:spPr>
        <p:txBody>
          <a:bodyPr anchor="ctr">
            <a:normAutofit/>
          </a:bodyPr>
          <a:lstStyle/>
          <a:p>
            <a:r>
              <a:rPr lang="en-US" sz="4000">
                <a:latin typeface="Aptos" panose="020B0004020202020204" pitchFamily="34" charset="0"/>
              </a:rPr>
              <a:t>Refinements to the Top Concept</a:t>
            </a:r>
          </a:p>
        </p:txBody>
      </p:sp>
      <p:sp>
        <p:nvSpPr>
          <p:cNvPr id="20" name="Content Placeholder 2"/>
          <p:cNvSpPr>
            <a:spLocks noGrp="1"/>
          </p:cNvSpPr>
          <p:nvPr>
            <p:ph idx="1"/>
          </p:nvPr>
        </p:nvSpPr>
        <p:spPr>
          <a:xfrm>
            <a:off x="761802" y="2743200"/>
            <a:ext cx="4646905" cy="3613149"/>
          </a:xfrm>
        </p:spPr>
        <p:txBody>
          <a:bodyPr anchor="ctr">
            <a:normAutofit/>
          </a:bodyPr>
          <a:lstStyle/>
          <a:p>
            <a:pPr>
              <a:lnSpc>
                <a:spcPct val="90000"/>
              </a:lnSpc>
            </a:pPr>
            <a:r>
              <a:rPr lang="en-US" sz="2000" b="1">
                <a:latin typeface="Aptos" panose="020B0004020202020204" pitchFamily="34" charset="0"/>
              </a:rPr>
              <a:t>Cost Optimization</a:t>
            </a:r>
            <a:r>
              <a:rPr lang="en-US" sz="2000">
                <a:latin typeface="Aptos" panose="020B0004020202020204" pitchFamily="34" charset="0"/>
              </a:rPr>
              <a:t>: Reuse of solar panels, batteries, and pump significantly reduced material and budget requirements.</a:t>
            </a:r>
          </a:p>
          <a:p>
            <a:pPr>
              <a:lnSpc>
                <a:spcPct val="90000"/>
              </a:lnSpc>
            </a:pPr>
            <a:r>
              <a:rPr lang="en-US" sz="2000" b="1">
                <a:latin typeface="Aptos" panose="020B0004020202020204" pitchFamily="34" charset="0"/>
              </a:rPr>
              <a:t>Standardized Components</a:t>
            </a:r>
            <a:r>
              <a:rPr lang="en-US" sz="2000">
                <a:latin typeface="Aptos" panose="020B0004020202020204" pitchFamily="34" charset="0"/>
              </a:rPr>
              <a:t>: Simplified maintenance with a uniform 2-inch PVC pipe design for easy repair and replacement.</a:t>
            </a:r>
          </a:p>
          <a:p>
            <a:pPr>
              <a:lnSpc>
                <a:spcPct val="90000"/>
              </a:lnSpc>
            </a:pPr>
            <a:r>
              <a:rPr lang="en-US" sz="2000" b="1">
                <a:latin typeface="Aptos" panose="020B0004020202020204" pitchFamily="34" charset="0"/>
              </a:rPr>
              <a:t>Compact and Efficient Design</a:t>
            </a:r>
            <a:r>
              <a:rPr lang="en-US" sz="2000">
                <a:latin typeface="Aptos" panose="020B0004020202020204" pitchFamily="34" charset="0"/>
              </a:rPr>
              <a:t>: Optimized layout of reused components to conserve space and facilitate straightforward installation.</a:t>
            </a:r>
            <a:endParaRPr sz="2000">
              <a:latin typeface="Aptos" panose="020B0004020202020204" pitchFamily="34" charset="0"/>
            </a:endParaRPr>
          </a:p>
        </p:txBody>
      </p:sp>
      <p:pic>
        <p:nvPicPr>
          <p:cNvPr id="21" name="Picture 20" descr="A white monument in a park&#10;&#10;Description automatically generated">
            <a:extLst>
              <a:ext uri="{FF2B5EF4-FFF2-40B4-BE49-F238E27FC236}">
                <a16:creationId xmlns:a16="http://schemas.microsoft.com/office/drawing/2014/main" id="{E64097B5-D76A-85F4-F004-8A097B75B334}"/>
              </a:ext>
            </a:extLst>
          </p:cNvPr>
          <p:cNvPicPr>
            <a:picLocks noChangeAspect="1"/>
          </p:cNvPicPr>
          <p:nvPr/>
        </p:nvPicPr>
        <p:blipFill>
          <a:blip r:embed="rId3">
            <a:extLst>
              <a:ext uri="{837473B0-CC2E-450A-ABE3-18F120FF3D39}">
                <a1611:picAttrSrcUrl xmlns:a1611="http://schemas.microsoft.com/office/drawing/2016/11/main" r:id="rId4"/>
              </a:ext>
            </a:extLst>
          </a:blip>
          <a:srcRect r="49424"/>
          <a:stretch/>
        </p:blipFill>
        <p:spPr>
          <a:xfrm>
            <a:off x="6096000" y="1"/>
            <a:ext cx="6102825" cy="6858000"/>
          </a:xfrm>
          <a:prstGeom prst="rect">
            <a:avLst/>
          </a:prstGeom>
        </p:spPr>
      </p:pic>
      <p:sp>
        <p:nvSpPr>
          <p:cNvPr id="4" name="Slide Number Placeholder 3">
            <a:extLst>
              <a:ext uri="{FF2B5EF4-FFF2-40B4-BE49-F238E27FC236}">
                <a16:creationId xmlns:a16="http://schemas.microsoft.com/office/drawing/2014/main" id="{46BE445F-A877-4AD9-C8B5-DBDE2330D349}"/>
              </a:ext>
            </a:extLst>
          </p:cNvPr>
          <p:cNvSpPr>
            <a:spLocks noGrp="1"/>
          </p:cNvSpPr>
          <p:nvPr>
            <p:ph type="sldNum" sz="quarter" idx="12"/>
          </p:nvPr>
        </p:nvSpPr>
        <p:spPr/>
        <p:txBody>
          <a:bodyPr/>
          <a:lstStyle/>
          <a:p>
            <a:fld id="{C1FF6DA9-008F-8B48-92A6-B652298478BF}"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4E9C4F-331B-CB92-BE5F-A137AB678E51}"/>
              </a:ext>
            </a:extLst>
          </p:cNvPr>
          <p:cNvSpPr>
            <a:spLocks noGrp="1"/>
          </p:cNvSpPr>
          <p:nvPr>
            <p:ph type="title"/>
          </p:nvPr>
        </p:nvSpPr>
        <p:spPr>
          <a:xfrm>
            <a:off x="4553733" y="548464"/>
            <a:ext cx="6798541" cy="1675623"/>
          </a:xfrm>
        </p:spPr>
        <p:txBody>
          <a:bodyPr anchor="b">
            <a:normAutofit/>
          </a:bodyPr>
          <a:lstStyle/>
          <a:p>
            <a:r>
              <a:rPr lang="en-US" sz="6000" dirty="0">
                <a:latin typeface="Aptos" panose="020B0004020202020204" pitchFamily="34" charset="0"/>
              </a:rPr>
              <a:t>End of Slides</a:t>
            </a:r>
          </a:p>
        </p:txBody>
      </p:sp>
      <p:pic>
        <p:nvPicPr>
          <p:cNvPr id="6" name="Picture 5" descr="A forest fire with trees and water&#10;&#10;Description automatically generated">
            <a:extLst>
              <a:ext uri="{FF2B5EF4-FFF2-40B4-BE49-F238E27FC236}">
                <a16:creationId xmlns:a16="http://schemas.microsoft.com/office/drawing/2014/main" id="{E178116A-EF44-48D7-9153-207456EA5615}"/>
              </a:ext>
            </a:extLst>
          </p:cNvPr>
          <p:cNvPicPr>
            <a:picLocks noChangeAspect="1"/>
          </p:cNvPicPr>
          <p:nvPr/>
        </p:nvPicPr>
        <p:blipFill>
          <a:blip r:embed="rId3">
            <a:extLst>
              <a:ext uri="{837473B0-CC2E-450A-ABE3-18F120FF3D39}">
                <a1611:picAttrSrcUrl xmlns:a1611="http://schemas.microsoft.com/office/drawing/2016/11/main" r:id="rId4"/>
              </a:ext>
            </a:extLst>
          </a:blip>
          <a:srcRect l="29575" r="29575"/>
          <a:stretch/>
        </p:blipFill>
        <p:spPr>
          <a:xfrm>
            <a:off x="1" y="10"/>
            <a:ext cx="4196496" cy="6857990"/>
          </a:xfrm>
          <a:prstGeom prst="rect">
            <a:avLst/>
          </a:prstGeom>
          <a:effectLst/>
        </p:spPr>
      </p:pic>
      <p:graphicFrame>
        <p:nvGraphicFramePr>
          <p:cNvPr id="5" name="Content Placeholder 2">
            <a:extLst>
              <a:ext uri="{FF2B5EF4-FFF2-40B4-BE49-F238E27FC236}">
                <a16:creationId xmlns:a16="http://schemas.microsoft.com/office/drawing/2014/main" id="{0E9A27D8-8412-31F3-C0A0-F3D4BE04C06D}"/>
              </a:ext>
            </a:extLst>
          </p:cNvPr>
          <p:cNvGraphicFramePr>
            <a:graphicFrameLocks noGrp="1"/>
          </p:cNvGraphicFramePr>
          <p:nvPr>
            <p:ph idx="1"/>
            <p:extLst>
              <p:ext uri="{D42A27DB-BD31-4B8C-83A1-F6EECF244321}">
                <p14:modId xmlns:p14="http://schemas.microsoft.com/office/powerpoint/2010/main" val="829796238"/>
              </p:ext>
            </p:extLst>
          </p:nvPr>
        </p:nvGraphicFramePr>
        <p:xfrm>
          <a:off x="4553734" y="2409830"/>
          <a:ext cx="6798539" cy="370521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 name="Slide Number Placeholder 3">
            <a:extLst>
              <a:ext uri="{FF2B5EF4-FFF2-40B4-BE49-F238E27FC236}">
                <a16:creationId xmlns:a16="http://schemas.microsoft.com/office/drawing/2014/main" id="{32C88E44-EAC5-D103-7DBA-A9213F020DE3}"/>
              </a:ext>
            </a:extLst>
          </p:cNvPr>
          <p:cNvSpPr>
            <a:spLocks noGrp="1"/>
          </p:cNvSpPr>
          <p:nvPr>
            <p:ph type="sldNum" sz="quarter" idx="12"/>
          </p:nvPr>
        </p:nvSpPr>
        <p:spPr/>
        <p:txBody>
          <a:bodyPr/>
          <a:lstStyle/>
          <a:p>
            <a:fld id="{C1FF6DA9-008F-8B48-92A6-B652298478BF}" type="slidenum">
              <a:rPr lang="en-US" smtClean="0"/>
              <a:t>25</a:t>
            </a:fld>
            <a:endParaRPr lang="en-US"/>
          </a:p>
        </p:txBody>
      </p:sp>
    </p:spTree>
    <p:extLst>
      <p:ext uri="{BB962C8B-B14F-4D97-AF65-F5344CB8AC3E}">
        <p14:creationId xmlns:p14="http://schemas.microsoft.com/office/powerpoint/2010/main" val="207124053"/>
      </p:ext>
    </p:extLst>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1F497D"/>
      </a:dk2>
      <a:lt2>
        <a:srgbClr val="EEECE1"/>
      </a:lt2>
      <a:accent1>
        <a:srgbClr val="73000A"/>
      </a:accent1>
      <a:accent2>
        <a:srgbClr val="46699F"/>
      </a:accent2>
      <a:accent3>
        <a:srgbClr val="65780B"/>
      </a:accent3>
      <a:accent4>
        <a:srgbClr val="CED318"/>
      </a:accent4>
      <a:accent5>
        <a:srgbClr val="A39137"/>
      </a:accent5>
      <a:accent6>
        <a:srgbClr val="1F414D"/>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536</TotalTime>
  <Words>1361</Words>
  <Application>Microsoft Macintosh PowerPoint</Application>
  <PresentationFormat>Widescreen</PresentationFormat>
  <Paragraphs>204</Paragraphs>
  <Slides>25</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ACADEMY ENGRAVED LET PLAIN:1.0</vt:lpstr>
      <vt:lpstr>Aptos</vt:lpstr>
      <vt:lpstr>Arial</vt:lpstr>
      <vt:lpstr>Calibri</vt:lpstr>
      <vt:lpstr>Times New Roman</vt:lpstr>
      <vt:lpstr>Office Theme</vt:lpstr>
      <vt:lpstr>Conceptual Design Review</vt:lpstr>
      <vt:lpstr>Project Background</vt:lpstr>
      <vt:lpstr>Project Background</vt:lpstr>
      <vt:lpstr>Current Watering Solution</vt:lpstr>
      <vt:lpstr>Customer Needs</vt:lpstr>
      <vt:lpstr>Critical to Quality Needs</vt:lpstr>
      <vt:lpstr>Product Mission Statement</vt:lpstr>
      <vt:lpstr>Specifications: Needs vs Metrics</vt:lpstr>
      <vt:lpstr>Target vs Fallback Specifications</vt:lpstr>
      <vt:lpstr>Functional Decomposition</vt:lpstr>
      <vt:lpstr>Essential Functions</vt:lpstr>
      <vt:lpstr>Functional Decomposition</vt:lpstr>
      <vt:lpstr>Concept Combination</vt:lpstr>
      <vt:lpstr>Concept Combination Table</vt:lpstr>
      <vt:lpstr>C1: Changing Pipe Diameter</vt:lpstr>
      <vt:lpstr>C2: Raising Tank</vt:lpstr>
      <vt:lpstr>C3: Manual Pump</vt:lpstr>
      <vt:lpstr>C4: Solar Pump + Raised Tank</vt:lpstr>
      <vt:lpstr>C5: Solar + Battery + Raised</vt:lpstr>
      <vt:lpstr>C6: Solar + Battery + Pressure</vt:lpstr>
      <vt:lpstr>Summary of Viable Solutions</vt:lpstr>
      <vt:lpstr>Concept Selection Matrix</vt:lpstr>
      <vt:lpstr>Top Concept</vt:lpstr>
      <vt:lpstr>Refinements to the Top Concept</vt:lpstr>
      <vt:lpstr>End of Slides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Vaught, Jacob</cp:lastModifiedBy>
  <cp:revision>2</cp:revision>
  <dcterms:created xsi:type="dcterms:W3CDTF">2013-01-27T09:14:16Z</dcterms:created>
  <dcterms:modified xsi:type="dcterms:W3CDTF">2024-11-09T08:27:40Z</dcterms:modified>
  <cp:category/>
</cp:coreProperties>
</file>