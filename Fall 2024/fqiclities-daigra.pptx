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11E2B9-4F06-FA41-B8D2-DD103856FCB1}" v="3" dt="2024-10-23T19:11:11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7"/>
    <p:restoredTop sz="94694"/>
  </p:normalViewPr>
  <p:slideViewPr>
    <p:cSldViewPr snapToGrid="0">
      <p:cViewPr>
        <p:scale>
          <a:sx n="179" d="100"/>
          <a:sy n="179" d="100"/>
        </p:scale>
        <p:origin x="-152" y="-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8911E2B9-4F06-FA41-B8D2-DD103856FCB1}"/>
    <pc:docChg chg="undo custSel modSld">
      <pc:chgData name="Vaught, Jacob" userId="3948bc58-7b81-44a4-9cf0-22ebac0213b4" providerId="ADAL" clId="{8911E2B9-4F06-FA41-B8D2-DD103856FCB1}" dt="2024-10-23T19:27:34.014" v="115" actId="14100"/>
      <pc:docMkLst>
        <pc:docMk/>
      </pc:docMkLst>
      <pc:sldChg chg="addSp modSp mod">
        <pc:chgData name="Vaught, Jacob" userId="3948bc58-7b81-44a4-9cf0-22ebac0213b4" providerId="ADAL" clId="{8911E2B9-4F06-FA41-B8D2-DD103856FCB1}" dt="2024-10-23T19:27:34.014" v="115" actId="14100"/>
        <pc:sldMkLst>
          <pc:docMk/>
          <pc:sldMk cId="1321585704" sldId="256"/>
        </pc:sldMkLst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4" creationId="{469B2F5E-7D3C-A7F7-79C8-E35E907B63A2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5" creationId="{96F83144-7F20-9037-1C3A-05B2CA0CBA26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6" creationId="{8EF527FB-43A9-840F-524A-C3785489EBF3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7" creationId="{D5E7EE4A-28F5-20F9-D77B-F06D2B3F9641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8" creationId="{D72D01B7-D81E-E1EC-E5E7-9D417309526F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9" creationId="{566D0995-5E3F-3F57-49A9-0B4D266FA95F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10" creationId="{E5D4BA7F-D4EE-04EC-E11D-23FF9E2374E3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11" creationId="{2D547F4A-C92E-949B-18DB-60C5D70462DE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14" creationId="{08F5C3CC-0102-F822-837D-1BD75A81B352}"/>
          </ac:spMkLst>
        </pc:spChg>
        <pc:spChg chg="mod">
          <ac:chgData name="Vaught, Jacob" userId="3948bc58-7b81-44a4-9cf0-22ebac0213b4" providerId="ADAL" clId="{8911E2B9-4F06-FA41-B8D2-DD103856FCB1}" dt="2024-10-23T19:24:49.050" v="112" actId="255"/>
          <ac:spMkLst>
            <pc:docMk/>
            <pc:sldMk cId="1321585704" sldId="256"/>
            <ac:spMk id="17" creationId="{918FD1D8-0D86-20B0-3AB1-117F529B4CF9}"/>
          </ac:spMkLst>
        </pc:spChg>
        <pc:spChg chg="mod">
          <ac:chgData name="Vaught, Jacob" userId="3948bc58-7b81-44a4-9cf0-22ebac0213b4" providerId="ADAL" clId="{8911E2B9-4F06-FA41-B8D2-DD103856FCB1}" dt="2024-10-23T19:24:54.754" v="113" actId="404"/>
          <ac:spMkLst>
            <pc:docMk/>
            <pc:sldMk cId="1321585704" sldId="256"/>
            <ac:spMk id="19" creationId="{DE76AE4E-CA39-8678-0C6E-52015F2D88C5}"/>
          </ac:spMkLst>
        </pc:spChg>
        <pc:spChg chg="mod">
          <ac:chgData name="Vaught, Jacob" userId="3948bc58-7b81-44a4-9cf0-22ebac0213b4" providerId="ADAL" clId="{8911E2B9-4F06-FA41-B8D2-DD103856FCB1}" dt="2024-10-23T19:27:34.014" v="115" actId="14100"/>
          <ac:spMkLst>
            <pc:docMk/>
            <pc:sldMk cId="1321585704" sldId="256"/>
            <ac:spMk id="20" creationId="{8E2E0499-3A22-48CC-EA64-446EF7102914}"/>
          </ac:spMkLst>
        </pc:spChg>
        <pc:spChg chg="add mod">
          <ac:chgData name="Vaught, Jacob" userId="3948bc58-7b81-44a4-9cf0-22ebac0213b4" providerId="ADAL" clId="{8911E2B9-4F06-FA41-B8D2-DD103856FCB1}" dt="2024-10-23T19:24:36.259" v="111" actId="404"/>
          <ac:spMkLst>
            <pc:docMk/>
            <pc:sldMk cId="1321585704" sldId="256"/>
            <ac:spMk id="46" creationId="{0E4176D6-7FFD-AD3B-6FDD-1A11972935A8}"/>
          </ac:spMkLst>
        </pc:spChg>
        <pc:cxnChg chg="mod">
          <ac:chgData name="Vaught, Jacob" userId="3948bc58-7b81-44a4-9cf0-22ebac0213b4" providerId="ADAL" clId="{8911E2B9-4F06-FA41-B8D2-DD103856FCB1}" dt="2024-10-23T19:11:09.657" v="72" actId="14100"/>
          <ac:cxnSpMkLst>
            <pc:docMk/>
            <pc:sldMk cId="1321585704" sldId="256"/>
            <ac:cxnSpMk id="22" creationId="{0A59E1DF-91BD-F8E3-5038-724BD2714E2D}"/>
          </ac:cxnSpMkLst>
        </pc:cxnChg>
        <pc:cxnChg chg="mod">
          <ac:chgData name="Vaught, Jacob" userId="3948bc58-7b81-44a4-9cf0-22ebac0213b4" providerId="ADAL" clId="{8911E2B9-4F06-FA41-B8D2-DD103856FCB1}" dt="2024-10-23T19:06:13.725" v="19" actId="1076"/>
          <ac:cxnSpMkLst>
            <pc:docMk/>
            <pc:sldMk cId="1321585704" sldId="256"/>
            <ac:cxnSpMk id="29" creationId="{8DAF88C3-F8D9-E2A3-B056-3EA9AA87EC3C}"/>
          </ac:cxnSpMkLst>
        </pc:cxnChg>
        <pc:cxnChg chg="mod">
          <ac:chgData name="Vaught, Jacob" userId="3948bc58-7b81-44a4-9cf0-22ebac0213b4" providerId="ADAL" clId="{8911E2B9-4F06-FA41-B8D2-DD103856FCB1}" dt="2024-10-23T19:06:13.725" v="19" actId="1076"/>
          <ac:cxnSpMkLst>
            <pc:docMk/>
            <pc:sldMk cId="1321585704" sldId="256"/>
            <ac:cxnSpMk id="31" creationId="{35A4B3F7-BE1A-3E15-BD74-CE25C511B593}"/>
          </ac:cxnSpMkLst>
        </pc:cxnChg>
        <pc:cxnChg chg="add mod">
          <ac:chgData name="Vaught, Jacob" userId="3948bc58-7b81-44a4-9cf0-22ebac0213b4" providerId="ADAL" clId="{8911E2B9-4F06-FA41-B8D2-DD103856FCB1}" dt="2024-10-23T19:11:16.625" v="75" actId="14100"/>
          <ac:cxnSpMkLst>
            <pc:docMk/>
            <pc:sldMk cId="1321585704" sldId="256"/>
            <ac:cxnSpMk id="48" creationId="{7200792B-4836-7506-9E22-7DECB84BA039}"/>
          </ac:cxnSpMkLst>
        </pc:cxnChg>
        <pc:cxnChg chg="mod">
          <ac:chgData name="Vaught, Jacob" userId="3948bc58-7b81-44a4-9cf0-22ebac0213b4" providerId="ADAL" clId="{8911E2B9-4F06-FA41-B8D2-DD103856FCB1}" dt="2024-10-23T19:06:28.910" v="24" actId="1076"/>
          <ac:cxnSpMkLst>
            <pc:docMk/>
            <pc:sldMk cId="1321585704" sldId="256"/>
            <ac:cxnSpMk id="50" creationId="{5E121382-E53A-D709-902A-9F62163747F4}"/>
          </ac:cxnSpMkLst>
        </pc:cxnChg>
        <pc:cxnChg chg="mod">
          <ac:chgData name="Vaught, Jacob" userId="3948bc58-7b81-44a4-9cf0-22ebac0213b4" providerId="ADAL" clId="{8911E2B9-4F06-FA41-B8D2-DD103856FCB1}" dt="2024-10-23T19:06:16.636" v="20" actId="14100"/>
          <ac:cxnSpMkLst>
            <pc:docMk/>
            <pc:sldMk cId="1321585704" sldId="256"/>
            <ac:cxnSpMk id="53" creationId="{3F29CC06-2859-C2F4-B9DD-0F0EFAA7C45E}"/>
          </ac:cxnSpMkLst>
        </pc:cxnChg>
        <pc:cxnChg chg="mod">
          <ac:chgData name="Vaught, Jacob" userId="3948bc58-7b81-44a4-9cf0-22ebac0213b4" providerId="ADAL" clId="{8911E2B9-4F06-FA41-B8D2-DD103856FCB1}" dt="2024-10-23T19:06:28.910" v="24" actId="1076"/>
          <ac:cxnSpMkLst>
            <pc:docMk/>
            <pc:sldMk cId="1321585704" sldId="256"/>
            <ac:cxnSpMk id="56" creationId="{3B5110D2-6A00-4D3D-7E5F-5A50D66A611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CCB6-D41A-749F-4BFA-319766DEF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B2DC5-A79D-9500-9188-146B20850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A7BF9-6ED8-C37E-1F75-B1B239DD3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180D9-A17C-6827-1BC7-8E479131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A950A-7FBB-AAE1-7540-3EF90A9E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2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F0E2-BABC-7B5C-F96C-AE93336A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1188-C79D-37D7-12C3-6182DF7D3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AF18E-918D-9998-FADB-480EB52C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E22F2-C422-286B-E8FA-6C2CF977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F3941-136B-D7C7-CC13-935265C1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3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50A8-BF07-6B7C-E4E4-976E60B5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4885B-6532-A2F2-81C1-16F5A88FE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43E55-76AD-C1EC-F102-6C8D4018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54372-06A5-BDB9-7730-178621B2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9E80D-7F28-3DC1-6A88-0F93763D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2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97F9-6397-B06D-0A5A-FFFCF0E6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5F30-5EB9-D6C3-1A20-C6FF51C7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19CC8-AB54-20B7-01F2-695C386B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E1622-1691-997E-31AD-D241DEA7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28554-FBD5-2372-FCE0-4D6D7A53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18592-3682-3FC9-CD13-C7D19301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7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5FFA-41EC-164C-03D6-FD6299EB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6FCCD-A460-95E0-6760-F7FBDA8C4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55ACC-770B-0661-1A92-2C3E84727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ED74A-0ED4-0AD9-0BF0-2AA695AA3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29DF6-030B-005B-BD5B-5787946CE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80B6B-4559-0062-B620-7B9D2CBA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9699A-F517-1351-5D65-55F38522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3628D-44D2-3DCE-6B95-BAB09335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0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04AF-8A6D-79EB-8F61-B93708C9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99788A-023C-FF0C-18A6-8C6F4F5E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2D3E3-68F5-3A90-1F7C-5EBE70BA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3E682-9DEE-76C8-1A85-3B48C656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1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4F29D-699F-10E7-BE79-7DA7E856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9450F-C79C-0929-2576-7403FE71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FF528-8A02-D3B8-04C8-FB3CF773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1CBF-74F4-F8A5-60AE-BF87FFC7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D4364-1D88-C208-B0BB-413879A04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8CBC5-E91C-274A-9845-12EEB303F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C112E-B7A9-E419-B91C-8976E862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2C68D-DB6B-AD30-98AD-8728A407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075A3-A33E-8C5E-0B30-99AA153B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6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703F-AD6C-1E76-9387-05CDB8DE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276632-29CF-5563-19FE-C9993BE53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7C544-A6B1-8FF6-39DB-39041BB64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F1269-8CDA-9662-45E6-19AADACF8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BA150-ADCD-2CE3-44F6-57EB798C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6622B-1AEE-0531-C9FF-6E824939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8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8293-5126-4C6D-8428-CDD6E082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109E4-26DC-7C87-DED4-919FCFA55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A33C-7C83-1B0F-8D70-7665EC28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6C7FC-C002-4BBC-AC64-FF65B9DB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80906-599A-2E73-3312-AC0A73B7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4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C435E-FDD3-BB26-9F9A-02DDF764A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803E8-B384-2ADC-3869-4ECD8EE77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676D5-5EF5-E8FA-BB8A-7B016D5B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E45B-F039-D965-2D87-EBAE12A6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35C32-AB6C-0390-F955-A1A6A6D0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9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6C5877-C063-73B4-F550-D01E72E3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D6C49-9892-E316-43CC-B6BCC6BB0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8F3E8-7F01-5FEB-CBA5-0E89A1D8A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6557D-B3D8-114F-A957-7A35D20A905F}" type="datetimeFigureOut">
              <a:rPr lang="en-US" smtClean="0"/>
              <a:t>10/23/24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9663-B8C7-21DD-03E6-7CD98BD6B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54DB8-44B8-FE90-808F-CCDD8C711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08CA0-D060-B444-9526-C34334B3C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1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E2E0499-3A22-48CC-EA64-446EF7102914}"/>
              </a:ext>
            </a:extLst>
          </p:cNvPr>
          <p:cNvSpPr/>
          <p:nvPr/>
        </p:nvSpPr>
        <p:spPr>
          <a:xfrm>
            <a:off x="1685925" y="1734516"/>
            <a:ext cx="5782793" cy="34073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B2F5E-7D3C-A7F7-79C8-E35E907B63A2}"/>
              </a:ext>
            </a:extLst>
          </p:cNvPr>
          <p:cNvSpPr/>
          <p:nvPr/>
        </p:nvSpPr>
        <p:spPr>
          <a:xfrm>
            <a:off x="549428" y="1905288"/>
            <a:ext cx="890710" cy="6301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F83144-7F20-9037-1C3A-05B2CA0CBA26}"/>
              </a:ext>
            </a:extLst>
          </p:cNvPr>
          <p:cNvSpPr/>
          <p:nvPr/>
        </p:nvSpPr>
        <p:spPr>
          <a:xfrm>
            <a:off x="549428" y="3104747"/>
            <a:ext cx="890710" cy="6301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Rain Water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527FB-43A9-840F-524A-C3785489EBF3}"/>
              </a:ext>
            </a:extLst>
          </p:cNvPr>
          <p:cNvSpPr/>
          <p:nvPr/>
        </p:nvSpPr>
        <p:spPr>
          <a:xfrm>
            <a:off x="549428" y="4304206"/>
            <a:ext cx="890710" cy="6301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Energy Source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E7EE4A-28F5-20F9-D77B-F06D2B3F9641}"/>
              </a:ext>
            </a:extLst>
          </p:cNvPr>
          <p:cNvSpPr/>
          <p:nvPr/>
        </p:nvSpPr>
        <p:spPr>
          <a:xfrm>
            <a:off x="3429000" y="1905254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Activate Transfer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2D01B7-D81E-E1EC-E5E7-9D417309526F}"/>
              </a:ext>
            </a:extLst>
          </p:cNvPr>
          <p:cNvSpPr/>
          <p:nvPr/>
        </p:nvSpPr>
        <p:spPr>
          <a:xfrm>
            <a:off x="1987062" y="3104747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Store Water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6D0995-5E3F-3F57-49A9-0B4D266FA95F}"/>
              </a:ext>
            </a:extLst>
          </p:cNvPr>
          <p:cNvSpPr/>
          <p:nvPr/>
        </p:nvSpPr>
        <p:spPr>
          <a:xfrm>
            <a:off x="1987062" y="4304206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Receive power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D4BA7F-D4EE-04EC-E11D-23FF9E2374E3}"/>
              </a:ext>
            </a:extLst>
          </p:cNvPr>
          <p:cNvSpPr/>
          <p:nvPr/>
        </p:nvSpPr>
        <p:spPr>
          <a:xfrm>
            <a:off x="4877287" y="1905254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Adjust flowrate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547F4A-C92E-949B-18DB-60C5D70462DE}"/>
              </a:ext>
            </a:extLst>
          </p:cNvPr>
          <p:cNvSpPr/>
          <p:nvPr/>
        </p:nvSpPr>
        <p:spPr>
          <a:xfrm>
            <a:off x="3429000" y="3104747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Transfer Water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F5C3CC-0102-F822-837D-1BD75A81B352}"/>
              </a:ext>
            </a:extLst>
          </p:cNvPr>
          <p:cNvSpPr/>
          <p:nvPr/>
        </p:nvSpPr>
        <p:spPr>
          <a:xfrm>
            <a:off x="4870938" y="3104747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Control Flowrate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18FD1D8-0D86-20B0-3AB1-117F529B4CF9}"/>
              </a:ext>
            </a:extLst>
          </p:cNvPr>
          <p:cNvSpPr/>
          <p:nvPr/>
        </p:nvSpPr>
        <p:spPr>
          <a:xfrm>
            <a:off x="6312876" y="3104747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Deliver Water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76AE4E-CA39-8678-0C6E-52015F2D88C5}"/>
              </a:ext>
            </a:extLst>
          </p:cNvPr>
          <p:cNvSpPr/>
          <p:nvPr/>
        </p:nvSpPr>
        <p:spPr>
          <a:xfrm>
            <a:off x="7863024" y="3104747"/>
            <a:ext cx="890710" cy="6301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Irrigate Garden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59E1DF-91BD-F8E3-5038-724BD2714E2D}"/>
              </a:ext>
            </a:extLst>
          </p:cNvPr>
          <p:cNvCxnSpPr>
            <a:cxnSpLocks/>
            <a:stCxn id="4" idx="3"/>
            <a:endCxn id="46" idx="1"/>
          </p:cNvCxnSpPr>
          <p:nvPr/>
        </p:nvCxnSpPr>
        <p:spPr>
          <a:xfrm flipV="1">
            <a:off x="1440138" y="2217894"/>
            <a:ext cx="553273" cy="2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468F11-2012-AAC4-2764-480111DEFA9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1440138" y="3419812"/>
            <a:ext cx="546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0152D2-E152-9AC0-62E9-98E3C8A96BC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440138" y="4619271"/>
            <a:ext cx="546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AF88C3-F8D9-E2A3-B056-3EA9AA87EC3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2993781" y="3734877"/>
            <a:ext cx="938579" cy="881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A4B3F7-BE1A-3E15-BD74-CE25C511B59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993781" y="3417352"/>
            <a:ext cx="435219" cy="2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FBFC33-EB4C-53D8-3F62-4B3D0977736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435719" y="3417352"/>
            <a:ext cx="435219" cy="2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0B5FC9A-2F2E-F0AE-99CA-C9183355C1CD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5877657" y="3419812"/>
            <a:ext cx="4352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EB4E59-C89B-AF3D-D242-622E2B228147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7319595" y="3419812"/>
            <a:ext cx="5434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31D9148-C586-F3F3-3FC2-4542C473AC14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6095267" y="3013908"/>
            <a:ext cx="12700" cy="1441939"/>
          </a:xfrm>
          <a:prstGeom prst="bentConnector4">
            <a:avLst>
              <a:gd name="adj1" fmla="val 2823157"/>
              <a:gd name="adj2" fmla="val 1000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E121382-E53A-D709-902A-9F62163747F4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435719" y="2220319"/>
            <a:ext cx="441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F29CC06-2859-C2F4-B9DD-0F0EFAA7C45E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3932360" y="2535384"/>
            <a:ext cx="0" cy="56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B5110D2-6A00-4D3D-7E5F-5A50D66A611A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5374298" y="2535384"/>
            <a:ext cx="6349" cy="56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E4176D6-7FFD-AD3B-6FDD-1A11972935A8}"/>
              </a:ext>
            </a:extLst>
          </p:cNvPr>
          <p:cNvSpPr/>
          <p:nvPr/>
        </p:nvSpPr>
        <p:spPr>
          <a:xfrm>
            <a:off x="1993411" y="1902829"/>
            <a:ext cx="1006719" cy="630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Regulate Delivery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200792B-4836-7506-9E22-7DECB84BA039}"/>
              </a:ext>
            </a:extLst>
          </p:cNvPr>
          <p:cNvCxnSpPr>
            <a:cxnSpLocks/>
            <a:stCxn id="46" idx="3"/>
            <a:endCxn id="7" idx="1"/>
          </p:cNvCxnSpPr>
          <p:nvPr/>
        </p:nvCxnSpPr>
        <p:spPr>
          <a:xfrm>
            <a:off x="3000130" y="2217894"/>
            <a:ext cx="428870" cy="2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585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24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Vaught, Jacob</dc:creator>
  <cp:lastModifiedBy>Vaught, Jacob</cp:lastModifiedBy>
  <cp:revision>1</cp:revision>
  <dcterms:created xsi:type="dcterms:W3CDTF">2024-10-17T02:39:52Z</dcterms:created>
  <dcterms:modified xsi:type="dcterms:W3CDTF">2024-10-23T19:27:44Z</dcterms:modified>
</cp:coreProperties>
</file>