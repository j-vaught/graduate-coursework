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88059f2e82_0_1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88059f2e8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8059f2e82_0_1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8059f2e8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8059f2e82_0_1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88059f2e8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8059f2e82_0_1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8059f2e8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8059f2e82_0_2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8059f2e8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8059f2e82_0_2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8059f2e8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8059f2e82_0_2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8059f2e8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8059f2e82_0_2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88059f2e8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8059f2e82_0_2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8059f2e82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8059f2e82_0_2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8059f2e8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8059f2e82_0_2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8059f2e8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8059f2e82_0_2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8059f2e82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8059f2e82_0_2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8059f2e82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8059f2e82_0_2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8059f2e82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8059f2e82_0_2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8059f2e82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8059f2e82_0_2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8059f2e8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8059f2e82_0_2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8059f2e8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is in $s0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starts in $s1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starts in $s2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 $t0, 16($s1)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 $t1, 12($s2)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 $s0, $t0, $t1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8059f2e82_0_2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8059f2e8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8059f2e82_0_2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8059f2e82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8059f2e82_0_2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8059f2e8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8059f2e82_0_2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88059f2e82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8059f2e82_0_2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8059f2e82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dern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4</a:t>
            </a:r>
            <a:endParaRPr/>
          </a:p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CSCE 212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to start MIPS!</a:t>
            </a:r>
            <a:endParaRPr/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register?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 register is a small amount of storage built into the CPU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arithmetic and logic unit (ALU) uses this very fast storage to hold data it is working on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Other things use registers, but for now we only care about the ALU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Data gets pulled into the registers for work, the pushed back out when it is finished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a memory hierarchy</a:t>
            </a:r>
            <a:endParaRPr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25" y="0"/>
            <a:ext cx="8543575" cy="68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have seen these!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When we were playing with C code last class you would have seen some registers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 the assembly code that was generated we saw these, we will look at these again now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MIPS: 3 address, reg to reg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MIPS uses three-address instructions for data manipulation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First address = destination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Next two = sources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MIPS is a register to register architecture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This means Destination and source must be registers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Special instructions required to access main memory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Registers in MIPS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Arithmetic instructions use register operands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MIPS has 32 registers, each with 32 bits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Numbered 0-31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With 32 registers it takes 5 bits to reference all 32 (2</a:t>
            </a:r>
            <a:r>
              <a:rPr baseline="30000" lang="en"/>
              <a:t>5 </a:t>
            </a:r>
            <a:r>
              <a:rPr lang="en"/>
              <a:t>= 32)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Assembler names for registers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$t0, $t1,..., $t9 for temporary variables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$s0, $s1, …, $s7 for saved variables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to Registers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Main memory is used for composite data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Dynamic data, arrays, objects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To apply arithmetic (use the ALU)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Load values from memory into registers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Store result from register into memory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Memory is byte addressed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Each address identifies a byte (8 bits)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There are 2</a:t>
            </a:r>
            <a:r>
              <a:rPr baseline="30000" lang="en"/>
              <a:t>32</a:t>
            </a:r>
            <a:r>
              <a:rPr lang="en"/>
              <a:t> memory bytes in MIPS (32 bit)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memory[0], memory[1],...,memory[4294967295]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registers are 32 bits, so 32 bit data is called a “word”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Words are aligned in memory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1 word is 4 bytes (32 bits), so each address must be a multiple of 4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memory[0], memory[4],...,memory[4294967292]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Storing some data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the 32 bit word 0x1b2d3ac4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store this into our memory?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Well, there are 2 ways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Big Endian (this is what MIPS is)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Most significant (leftmost) byte gets stored at smallest address for word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0x1b2d3ac4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memory[0] = 0x1b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memory[1] = 0x2d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memory[2] = 0x3a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memory[3] = 0xc4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way, Little Endian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For this one we do the reverse, least significant byte in smallest address (x86)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0x1b2d3ac4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memory[0] = 0xc4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memory[1] = 0x3a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memory[2] = 0x2d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memory[3] = 0x1b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0x56c4a901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first 5 words are already filled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How would this look in memory for: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Big Endian?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Little Endian?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Operations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and subtract, 3 operands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Remember, 3 registers, 1 dest., 2 source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a, b, c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put b + c into a 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= (b + c);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All arithmetic operations have this form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Some C code: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= (b + c) - (d + e);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a, b, c, d, and e are assigned to $s0, $s1, $s2, $s3, and $s4 respectively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Compiled MIPS code: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add $t0, $s1, $s2	# temp t0 = b+c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add $t1, $s3, $s4	# temp t1 = d+e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sub $s0, $t0, $t1		# a = t0 - t1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Operands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How does MIPS handle arrays?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 code: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= b + C[8];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 is in $s0, b is in $s1, C’s base address is $s2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MIPS code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Index of 8, 4 bytes per word, 8 * 4 = 32 bytes offset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lw $t0, 32($s2)	# load word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add $s0, $s1, $t0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Operands Example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Convert the following C code to MIPS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 = B[4] - C[3];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this?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 code: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A[8] = b + A[4];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b in $s0, A in $s1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to MIPS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A[8] = b + A[4];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lw $t0, 16($s1)		# 4 * 4 bytes = 16 offset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$t0, $s0, $t0	# add, store in $t0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sw $t0, 32($s1)		# store in 32/4 = 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lw and sw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Load word: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lw (register dest), (memory source)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Store word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sw (register source), (memory dest)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Immediate Operands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Want to add constants?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addi $s2, $s2, 4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Want to subtract constants?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addi $s2, $s2, -4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 Zero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MIPS has a register saved for the constant 0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$zero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Useful for common operations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moving between registers</a:t>
            </a:r>
            <a:endParaRPr/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/>
              <a:t>add $t1, $s2, $zero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