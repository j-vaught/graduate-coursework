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6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EB6B110-3870-4B57-BA49-2168881C017A}">
  <a:tblStyle styleId="{9EB6B110-3870-4B57-BA49-2168881C017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" name="Google Shape;37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g89dd0ab930_0_4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" name="Google Shape;43;g89dd0ab930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g89dd0ab930_0_4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" name="Google Shape;49;g89dd0ab930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89dd0ab930_0_5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89dd0ab930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89dd0ab930_0_5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89dd0ab930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89dd0ab930_0_6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89dd0ab930_0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89dd0ab930_0_6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89dd0ab930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89dd0ab930_0_7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89dd0ab930_0_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89dd0ab930_0_1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89dd0ab930_0_1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89dd0ab930_0_7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89dd0ab930_0_7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89dd0ab930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89dd0ab930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89dd0ab930_0_8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89dd0ab930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89dd0ab930_0_8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89dd0ab930_0_8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89dd0ab930_0_9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89dd0ab930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89dd0ab930_0_9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89dd0ab930_0_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89dd0ab930_0_10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89dd0ab930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89dd0ab930_0_10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89dd0ab930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g89dd0ab930_0_11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" name="Google Shape;140;g89dd0ab930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89dd0ab930_0_11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89dd0ab930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89dd0ab930_0_12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89dd0ab930_0_1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 rot="10800000">
            <a:off x="0" y="3093235"/>
            <a:ext cx="8458200" cy="712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 txBox="1"/>
          <p:nvPr>
            <p:ph type="ctrTitle"/>
          </p:nvPr>
        </p:nvSpPr>
        <p:spPr>
          <a:xfrm>
            <a:off x="685800" y="1300757"/>
            <a:ext cx="7772400" cy="168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7200"/>
              <a:buNone/>
              <a:defRPr sz="7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2" name="Google Shape;12;p2"/>
          <p:cNvSpPr txBox="1"/>
          <p:nvPr>
            <p:ph idx="1" type="subTitle"/>
          </p:nvPr>
        </p:nvSpPr>
        <p:spPr>
          <a:xfrm>
            <a:off x="685800" y="3093357"/>
            <a:ext cx="7772400" cy="71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>
                <a:solidFill>
                  <a:schemeClr val="l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3000"/>
              <a:buNone/>
              <a:defRPr b="1" sz="30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205977"/>
            <a:ext cx="8686800" cy="1165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/>
          <p:nvPr/>
        </p:nvSpPr>
        <p:spPr>
          <a:xfrm>
            <a:off x="0" y="205977"/>
            <a:ext cx="8686800" cy="1165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57200" y="1460499"/>
            <a:ext cx="40302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2" type="body"/>
          </p:nvPr>
        </p:nvSpPr>
        <p:spPr>
          <a:xfrm>
            <a:off x="4656667" y="1461909"/>
            <a:ext cx="40302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SzPts val="3000"/>
              <a:buChar char="●"/>
              <a:defRPr/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SzPts val="2400"/>
              <a:buChar char="○"/>
              <a:defRPr/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SzPts val="2400"/>
              <a:buChar char="■"/>
              <a:defRPr/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SzPts val="1800"/>
              <a:buChar char="■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/>
          <p:nvPr/>
        </p:nvSpPr>
        <p:spPr>
          <a:xfrm>
            <a:off x="0" y="205977"/>
            <a:ext cx="8686800" cy="1165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/>
          <p:nvPr/>
        </p:nvSpPr>
        <p:spPr>
          <a:xfrm>
            <a:off x="0" y="4406309"/>
            <a:ext cx="8686800" cy="519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57200" y="4406309"/>
            <a:ext cx="8229600" cy="519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400"/>
              <a:buNone/>
              <a:defRPr b="1" sz="24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dk1"/>
                </a:solidFill>
              </a:defRPr>
            </a:lvl1pPr>
            <a:lvl2pPr lvl="1">
              <a:buNone/>
              <a:defRPr>
                <a:solidFill>
                  <a:schemeClr val="dk1"/>
                </a:solidFill>
              </a:defRPr>
            </a:lvl2pPr>
            <a:lvl3pPr lvl="2">
              <a:buNone/>
              <a:defRPr>
                <a:solidFill>
                  <a:schemeClr val="dk1"/>
                </a:solidFill>
              </a:defRPr>
            </a:lvl3pPr>
            <a:lvl4pPr lvl="3">
              <a:buNone/>
              <a:defRPr>
                <a:solidFill>
                  <a:schemeClr val="dk1"/>
                </a:solidFill>
              </a:defRPr>
            </a:lvl4pPr>
            <a:lvl5pPr lvl="4">
              <a:buNone/>
              <a:defRPr>
                <a:solidFill>
                  <a:schemeClr val="dk1"/>
                </a:solidFill>
              </a:defRPr>
            </a:lvl5pPr>
            <a:lvl6pPr lvl="5">
              <a:buNone/>
              <a:defRPr>
                <a:solidFill>
                  <a:schemeClr val="dk1"/>
                </a:solidFill>
              </a:defRPr>
            </a:lvl6pPr>
            <a:lvl7pPr lvl="6">
              <a:buNone/>
              <a:defRPr>
                <a:solidFill>
                  <a:schemeClr val="dk1"/>
                </a:solidFill>
              </a:defRPr>
            </a:lvl7pPr>
            <a:lvl8pPr lvl="7">
              <a:buNone/>
              <a:defRPr>
                <a:solidFill>
                  <a:schemeClr val="dk1"/>
                </a:solidFill>
              </a:defRPr>
            </a:lvl8pPr>
            <a:lvl9pPr lvl="8">
              <a:buNone/>
              <a:defRPr>
                <a:solidFill>
                  <a:schemeClr val="dk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b="1"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419100" lvl="0" marL="457200"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3000"/>
              <a:buChar char="●"/>
              <a:defRPr sz="3000">
                <a:solidFill>
                  <a:schemeClr val="dk2"/>
                </a:solidFill>
              </a:defRPr>
            </a:lvl1pPr>
            <a:lvl2pPr indent="-381000" lvl="1" marL="914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○"/>
              <a:defRPr sz="2400">
                <a:solidFill>
                  <a:schemeClr val="dk2"/>
                </a:solidFill>
              </a:defRPr>
            </a:lvl2pPr>
            <a:lvl3pPr indent="-381000" lvl="2" marL="1371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■"/>
              <a:defRPr sz="2400">
                <a:solidFill>
                  <a:schemeClr val="dk2"/>
                </a:solidFill>
              </a:defRPr>
            </a:lvl3pPr>
            <a:lvl4pPr indent="-342900" lvl="3" marL="1828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4pPr>
            <a:lvl5pPr indent="-342900" lvl="4" marL="22860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5pPr>
            <a:lvl6pPr indent="-342900" lvl="5" marL="27432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6pPr>
            <a:lvl7pPr indent="-342900" lvl="6" marL="32004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7pPr>
            <a:lvl8pPr indent="-342900" lvl="7" marL="36576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○"/>
              <a:defRPr sz="1800">
                <a:solidFill>
                  <a:schemeClr val="dk2"/>
                </a:solidFill>
              </a:defRPr>
            </a:lvl8pPr>
            <a:lvl9pPr indent="-342900" lvl="8" marL="411480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■"/>
              <a:defRPr sz="18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56791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ctrTitle"/>
          </p:nvPr>
        </p:nvSpPr>
        <p:spPr>
          <a:xfrm>
            <a:off x="685800" y="1300757"/>
            <a:ext cx="7772400" cy="1684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Lecture 12</a:t>
            </a:r>
            <a:endParaRPr/>
          </a:p>
        </p:txBody>
      </p:sp>
      <p:sp>
        <p:nvSpPr>
          <p:cNvPr id="40" name="Google Shape;40;p8"/>
          <p:cNvSpPr txBox="1"/>
          <p:nvPr>
            <p:ph idx="1" type="subTitle"/>
          </p:nvPr>
        </p:nvSpPr>
        <p:spPr>
          <a:xfrm>
            <a:off x="685800" y="3093357"/>
            <a:ext cx="7772400" cy="712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CSCE 212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9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Computer Arithmetic</a:t>
            </a:r>
            <a:endParaRPr/>
          </a:p>
        </p:txBody>
      </p:sp>
      <p:sp>
        <p:nvSpPr>
          <p:cNvPr id="46" name="Google Shape;46;p9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Basics:</a:t>
            </a:r>
            <a:endParaRPr/>
          </a:p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Computer words are made of bits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How do we represent real numbers?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What do we remember about over-underflow?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How does the hardware multiply/divide?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0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Floating Point</a:t>
            </a:r>
            <a:endParaRPr/>
          </a:p>
        </p:txBody>
      </p:sp>
      <p:sp>
        <p:nvSpPr>
          <p:cNvPr id="52" name="Google Shape;52;p10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Floating point representation makes it possible to represent very small and very large numbers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Similar to scientific notation-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	-1.69 x 10</a:t>
            </a:r>
            <a:r>
              <a:rPr baseline="30000" lang="en"/>
              <a:t>92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Binary notation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	+- 1.xxxxxxx</a:t>
            </a:r>
            <a:r>
              <a:rPr baseline="-25000" lang="en"/>
              <a:t>2</a:t>
            </a:r>
            <a:r>
              <a:rPr lang="en"/>
              <a:t> x 2</a:t>
            </a:r>
            <a:r>
              <a:rPr baseline="30000" lang="en"/>
              <a:t>yyyy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1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Over/Underflow</a:t>
            </a:r>
            <a:endParaRPr/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Overflow: A number is too big to represent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Underflow: A number is too small to represent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What have we already used that could cause overflow to happen?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Underflow?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2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FP Standard</a:t>
            </a:r>
            <a:endParaRPr/>
          </a:p>
        </p:txBody>
      </p:sp>
      <p:sp>
        <p:nvSpPr>
          <p:cNvPr id="64" name="Google Shape;64;p12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IEEE 754 - Standard for FP Arithmetic</a:t>
            </a:r>
            <a:endParaRPr/>
          </a:p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Why is it used?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Portable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Uniform across platforms</a:t>
            </a:r>
            <a:endParaRPr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Has both single (32 bits) and double (64 bits) precision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3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does it work?</a:t>
            </a:r>
            <a:endParaRPr/>
          </a:p>
        </p:txBody>
      </p:sp>
      <p:sp>
        <p:nvSpPr>
          <p:cNvPr id="70" name="Google Shape;70;p13"/>
          <p:cNvSpPr txBox="1"/>
          <p:nvPr>
            <p:ph idx="1" type="body"/>
          </p:nvPr>
        </p:nvSpPr>
        <p:spPr>
          <a:xfrm>
            <a:off x="457200" y="2385400"/>
            <a:ext cx="8229600" cy="254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Exponent: 8 bits (Single), 11 bits (Double)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Fraction: 23 bits (Single), 52 bits (Double)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Bias: Single = 127, Double = 1023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x = (-1)</a:t>
            </a:r>
            <a:r>
              <a:rPr baseline="30000" lang="en"/>
              <a:t>s</a:t>
            </a:r>
            <a:r>
              <a:rPr lang="en"/>
              <a:t> * (1 + Fraction)*2</a:t>
            </a:r>
            <a:r>
              <a:rPr baseline="30000" lang="en"/>
              <a:t>(Stored Exponent - Bias)</a:t>
            </a:r>
            <a:endParaRPr baseline="30000"/>
          </a:p>
        </p:txBody>
      </p:sp>
      <p:graphicFrame>
        <p:nvGraphicFramePr>
          <p:cNvPr id="71" name="Google Shape;71;p13"/>
          <p:cNvGraphicFramePr/>
          <p:nvPr/>
        </p:nvGraphicFramePr>
        <p:xfrm>
          <a:off x="952500" y="17343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{9EB6B110-3870-4B57-BA49-2168881C017A}</a:tableStyleId>
              </a:tblPr>
              <a:tblGrid>
                <a:gridCol w="557700"/>
                <a:gridCol w="2253975"/>
                <a:gridCol w="4427325"/>
              </a:tblGrid>
              <a:tr h="3810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S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Exponent</a:t>
                      </a:r>
                      <a:endParaRPr b="1"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/>
                        <a:t>Fraction</a:t>
                      </a:r>
                      <a:endParaRPr b="1"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4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Bias?</a:t>
            </a:r>
            <a:endParaRPr/>
          </a:p>
        </p:txBody>
      </p:sp>
      <p:sp>
        <p:nvSpPr>
          <p:cNvPr id="77" name="Google Shape;77;p14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exponent is stored as follows: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ActualExponent + Bias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The ensures that the exponent is unsigned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Example: If actual exponent is 4 in single precision then it is represented as 4 + 127 = 131 (10000011</a:t>
            </a:r>
            <a:r>
              <a:rPr baseline="-25000" lang="en"/>
              <a:t>2</a:t>
            </a:r>
            <a:r>
              <a:rPr lang="en"/>
              <a:t>)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5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83" name="Google Shape;83;p15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Decimal to FP: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.5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.3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-2.63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16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Example</a:t>
            </a:r>
            <a:endParaRPr/>
          </a:p>
        </p:txBody>
      </p:sp>
      <p:sp>
        <p:nvSpPr>
          <p:cNvPr id="95" name="Google Shape;95;p17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-10.5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8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8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19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 Precision Range</a:t>
            </a:r>
            <a:endParaRPr/>
          </a:p>
        </p:txBody>
      </p:sp>
      <p:sp>
        <p:nvSpPr>
          <p:cNvPr id="107" name="Google Shape;107;p19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The exponents 00000000 and 11111111 are reserved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This makes the smallest positive value:</a:t>
            </a:r>
            <a:endParaRPr sz="2400"/>
          </a:p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Exp: 00000001</a:t>
            </a:r>
            <a:endParaRPr sz="2400"/>
          </a:p>
          <a:p>
            <a:pPr indent="-381000" lvl="1" marL="914400" rtl="0" algn="l">
              <a:spcBef>
                <a:spcPts val="0"/>
              </a:spcBef>
              <a:spcAft>
                <a:spcPts val="0"/>
              </a:spcAft>
              <a:buSzPts val="2400"/>
              <a:buChar char="○"/>
            </a:pPr>
            <a:r>
              <a:rPr lang="en"/>
              <a:t>Actual exponent = 1 - 127 = -126</a:t>
            </a:r>
            <a:endParaRPr/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Char char="●"/>
            </a:pPr>
            <a:r>
              <a:rPr lang="en" sz="2400"/>
              <a:t>Frac: 00000000000000000000000 -&gt; 1 + 0</a:t>
            </a:r>
            <a:r>
              <a:rPr baseline="-25000" lang="en" sz="2400"/>
              <a:t>2</a:t>
            </a:r>
            <a:endParaRPr baseline="-25000"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aseline="-25000" sz="2400"/>
          </a:p>
          <a:p>
            <a:pPr indent="-381000" lvl="0" marL="457200" rtl="0" algn="l">
              <a:spcBef>
                <a:spcPts val="600"/>
              </a:spcBef>
              <a:spcAft>
                <a:spcPts val="0"/>
              </a:spcAft>
              <a:buSzPts val="2400"/>
              <a:buChar char="●"/>
            </a:pPr>
            <a:r>
              <a:rPr lang="en" sz="2400">
                <a:solidFill>
                  <a:srgbClr val="252525"/>
                </a:solidFill>
                <a:highlight>
                  <a:srgbClr val="FFFFFF"/>
                </a:highlight>
              </a:rPr>
              <a:t>1.0 x 2</a:t>
            </a:r>
            <a:r>
              <a:rPr baseline="30000" lang="en" sz="2400">
                <a:solidFill>
                  <a:srgbClr val="252525"/>
                </a:solidFill>
                <a:highlight>
                  <a:srgbClr val="FFFFFF"/>
                </a:highlight>
              </a:rPr>
              <a:t>-126</a:t>
            </a:r>
            <a:r>
              <a:rPr lang="en" sz="2400">
                <a:solidFill>
                  <a:srgbClr val="252525"/>
                </a:solidFill>
                <a:highlight>
                  <a:srgbClr val="FFFFFF"/>
                </a:highlight>
              </a:rPr>
              <a:t> = 1.175 x 10</a:t>
            </a:r>
            <a:r>
              <a:rPr baseline="30000" lang="en" sz="2400">
                <a:solidFill>
                  <a:srgbClr val="252525"/>
                </a:solidFill>
                <a:highlight>
                  <a:srgbClr val="FFFFFF"/>
                </a:highlight>
              </a:rPr>
              <a:t>-38</a:t>
            </a:r>
            <a:endParaRPr baseline="30000" sz="24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0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 Precision Range</a:t>
            </a:r>
            <a:endParaRPr/>
          </a:p>
        </p:txBody>
      </p:sp>
      <p:sp>
        <p:nvSpPr>
          <p:cNvPr id="113" name="Google Shape;113;p20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Largest value?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1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Single Precision Range</a:t>
            </a:r>
            <a:endParaRPr/>
          </a:p>
        </p:txBody>
      </p:sp>
      <p:sp>
        <p:nvSpPr>
          <p:cNvPr id="119" name="Google Shape;119;p21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Largest value?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Exp: 11111110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Decimal: 11111111111111111111111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(about) 2 x 2</a:t>
            </a:r>
            <a:r>
              <a:rPr baseline="30000" lang="en">
                <a:solidFill>
                  <a:srgbClr val="252525"/>
                </a:solidFill>
                <a:highlight>
                  <a:schemeClr val="lt1"/>
                </a:highlight>
              </a:rPr>
              <a:t>127</a:t>
            </a:r>
            <a:endParaRPr baseline="300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2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Double Precision Range</a:t>
            </a:r>
            <a:endParaRPr/>
          </a:p>
        </p:txBody>
      </p:sp>
      <p:sp>
        <p:nvSpPr>
          <p:cNvPr id="125" name="Google Shape;125;p22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Same exponents are reserved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Smallest value</a:t>
            </a:r>
            <a:endParaRPr/>
          </a:p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Exp: 00000000001 or 1 - 1023 = -1022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Frac: 000...00 =&gt; 1 + 0</a:t>
            </a:r>
            <a:r>
              <a:rPr baseline="-25000" lang="en"/>
              <a:t>2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solidFill>
                  <a:srgbClr val="252525"/>
                </a:solidFill>
                <a:highlight>
                  <a:srgbClr val="FFFFFF"/>
                </a:highlight>
              </a:rPr>
              <a:t>1.0 x 2</a:t>
            </a:r>
            <a:r>
              <a:rPr baseline="30000" lang="en">
                <a:solidFill>
                  <a:srgbClr val="252525"/>
                </a:solidFill>
                <a:highlight>
                  <a:srgbClr val="FFFFFF"/>
                </a:highlight>
              </a:rPr>
              <a:t>-1022</a:t>
            </a:r>
            <a:r>
              <a:rPr lang="en">
                <a:solidFill>
                  <a:srgbClr val="252525"/>
                </a:solidFill>
                <a:highlight>
                  <a:srgbClr val="FFFFFF"/>
                </a:highlight>
              </a:rPr>
              <a:t> =  2.2 x 10</a:t>
            </a:r>
            <a:r>
              <a:rPr baseline="30000" lang="en">
                <a:solidFill>
                  <a:srgbClr val="252525"/>
                </a:solidFill>
                <a:highlight>
                  <a:srgbClr val="FFFFFF"/>
                </a:highlight>
              </a:rPr>
              <a:t>-308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Double Precision Range</a:t>
            </a:r>
            <a:endParaRPr/>
          </a:p>
        </p:txBody>
      </p:sp>
      <p:sp>
        <p:nvSpPr>
          <p:cNvPr id="131" name="Google Shape;131;p23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Largest value:</a:t>
            </a:r>
            <a:endParaRPr/>
          </a:p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Exp: 11111111110 2046 - 1023 = +1023</a:t>
            </a:r>
            <a:endParaRPr/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Char char="●"/>
            </a:pPr>
            <a:r>
              <a:rPr lang="en"/>
              <a:t>Frac: 111...11 -&gt; 1 + 1</a:t>
            </a:r>
            <a:r>
              <a:rPr baseline="-25000" lang="en"/>
              <a:t>2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419100" lvl="0" marL="457200" rtl="0" algn="l">
              <a:spcBef>
                <a:spcPts val="600"/>
              </a:spcBef>
              <a:spcAft>
                <a:spcPts val="0"/>
              </a:spcAft>
              <a:buSzPts val="3000"/>
              <a:buChar char="●"/>
            </a:pPr>
            <a:r>
              <a:rPr lang="en">
                <a:solidFill>
                  <a:srgbClr val="252525"/>
                </a:solidFill>
                <a:highlight>
                  <a:srgbClr val="FFFFFF"/>
                </a:highlight>
              </a:rPr>
              <a:t>2.0 x 2</a:t>
            </a:r>
            <a:r>
              <a:rPr baseline="30000" lang="en">
                <a:solidFill>
                  <a:srgbClr val="252525"/>
                </a:solidFill>
                <a:highlight>
                  <a:srgbClr val="FFFFFF"/>
                </a:highlight>
              </a:rPr>
              <a:t>1023</a:t>
            </a:r>
            <a:r>
              <a:rPr lang="en">
                <a:solidFill>
                  <a:srgbClr val="252525"/>
                </a:solidFill>
                <a:highlight>
                  <a:srgbClr val="FFFFFF"/>
                </a:highlight>
              </a:rPr>
              <a:t> = 1.8 x 10</a:t>
            </a:r>
            <a:r>
              <a:rPr baseline="30000" lang="en">
                <a:solidFill>
                  <a:srgbClr val="252525"/>
                </a:solidFill>
                <a:highlight>
                  <a:srgbClr val="FFFFFF"/>
                </a:highlight>
              </a:rPr>
              <a:t>308</a:t>
            </a:r>
            <a:endParaRPr baseline="300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4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Special cases</a:t>
            </a:r>
            <a:endParaRPr/>
          </a:p>
        </p:txBody>
      </p:sp>
      <p:sp>
        <p:nvSpPr>
          <p:cNvPr id="137" name="Google Shape;137;p24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Fraction and Exponent fields all 0s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	+0 and -0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Denormalized: Exponent all 0s, fraction non-zero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	Does not have assumed leading 1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Infinity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	Exponent all 1s, fraction all 0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NaN</a:t>
            </a:r>
            <a:endParaRPr sz="2400"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 sz="2400"/>
              <a:t>	Exponent all 1s, frac is non 0</a:t>
            </a:r>
            <a:endParaRPr sz="24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5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FP Addition - Decimal</a:t>
            </a:r>
            <a:endParaRPr/>
          </a:p>
        </p:txBody>
      </p:sp>
      <p:sp>
        <p:nvSpPr>
          <p:cNvPr id="143" name="Google Shape;143;p25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9.999 x 10</a:t>
            </a:r>
            <a:r>
              <a:rPr baseline="30000" lang="en"/>
              <a:t>1</a:t>
            </a:r>
            <a:r>
              <a:rPr lang="en"/>
              <a:t> + 1.610 x 10</a:t>
            </a:r>
            <a:r>
              <a:rPr baseline="30000" lang="en"/>
              <a:t>-1</a:t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6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FP Addition- Binary</a:t>
            </a:r>
            <a:endParaRPr/>
          </a:p>
        </p:txBody>
      </p:sp>
      <p:sp>
        <p:nvSpPr>
          <p:cNvPr id="149" name="Google Shape;149;p26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How about binary?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1.000</a:t>
            </a:r>
            <a:r>
              <a:rPr baseline="-25000" lang="en"/>
              <a:t>2</a:t>
            </a:r>
            <a:r>
              <a:rPr lang="en"/>
              <a:t> x 2</a:t>
            </a:r>
            <a:r>
              <a:rPr baseline="30000" lang="en"/>
              <a:t>-1</a:t>
            </a:r>
            <a:r>
              <a:rPr lang="en"/>
              <a:t> + -1.110</a:t>
            </a:r>
            <a:r>
              <a:rPr baseline="-25000" lang="en"/>
              <a:t>2</a:t>
            </a:r>
            <a:r>
              <a:rPr lang="en"/>
              <a:t> x 2</a:t>
            </a:r>
            <a:r>
              <a:rPr baseline="30000" lang="en"/>
              <a:t>-2</a:t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type="title"/>
          </p:nvPr>
        </p:nvSpPr>
        <p:spPr>
          <a:xfrm>
            <a:off x="457200" y="205978"/>
            <a:ext cx="8229600" cy="114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Quiz</a:t>
            </a:r>
            <a:endParaRPr/>
          </a:p>
        </p:txBody>
      </p:sp>
      <p:sp>
        <p:nvSpPr>
          <p:cNvPr id="155" name="Google Shape;155;p27"/>
          <p:cNvSpPr txBox="1"/>
          <p:nvPr>
            <p:ph idx="1" type="body"/>
          </p:nvPr>
        </p:nvSpPr>
        <p:spPr>
          <a:xfrm>
            <a:off x="457200" y="1460499"/>
            <a:ext cx="8229600" cy="346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Convert the following to IEEE Floating Point</a:t>
            </a:r>
            <a:endParaRPr/>
          </a:p>
          <a:p>
            <a:pPr indent="0" lvl="0" marL="0" rtl="0" algn="l">
              <a:spcBef>
                <a:spcPts val="600"/>
              </a:spcBef>
              <a:spcAft>
                <a:spcPts val="0"/>
              </a:spcAft>
              <a:buNone/>
            </a:pPr>
            <a:r>
              <a:rPr lang="en"/>
              <a:t>6.375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Modern">
  <a:themeElements>
    <a:clrScheme name="Custom 348">
      <a:dk1>
        <a:srgbClr val="000000"/>
      </a:dk1>
      <a:lt1>
        <a:srgbClr val="FFFFFF"/>
      </a:lt1>
      <a:dk2>
        <a:srgbClr val="191919"/>
      </a:dk2>
      <a:lt2>
        <a:srgbClr val="CCCCCC"/>
      </a:lt2>
      <a:accent1>
        <a:srgbClr val="7E5554"/>
      </a:accent1>
      <a:accent2>
        <a:srgbClr val="910A10"/>
      </a:accent2>
      <a:accent3>
        <a:srgbClr val="84294D"/>
      </a:accent3>
      <a:accent4>
        <a:srgbClr val="DA823B"/>
      </a:accent4>
      <a:accent5>
        <a:srgbClr val="625D3C"/>
      </a:accent5>
      <a:accent6>
        <a:srgbClr val="00384A"/>
      </a:accent6>
      <a:hlink>
        <a:srgbClr val="227A78"/>
      </a:hlink>
      <a:folHlink>
        <a:srgbClr val="394749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