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4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88728bc243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88728bc24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 2</a:t>
            </a:r>
            <a:endParaRPr/>
          </a:p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Convert the following to a hex instruction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sub $t1, $s0, $s4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Convert the following to MIPS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0x02324022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