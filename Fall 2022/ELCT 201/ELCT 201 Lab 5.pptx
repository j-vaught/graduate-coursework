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448" r:id="rId5"/>
    <p:sldId id="2462" r:id="rId6"/>
    <p:sldId id="259" r:id="rId7"/>
    <p:sldId id="2463" r:id="rId8"/>
    <p:sldId id="2464" r:id="rId9"/>
    <p:sldId id="243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62DEF9-FDF0-A98E-4355-76862EF7B36C}" v="59" dt="2022-10-13T12:39:54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5033" autoAdjust="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dy, Hunter" userId="S::fradyc@email.sc.edu::9be2744f-f6c0-4ef2-aac2-467baccb3ece" providerId="AD" clId="Web-{DE62DEF9-FDF0-A98E-4355-76862EF7B36C}"/>
    <pc:docChg chg="modSld">
      <pc:chgData name="Frady, Hunter" userId="S::fradyc@email.sc.edu::9be2744f-f6c0-4ef2-aac2-467baccb3ece" providerId="AD" clId="Web-{DE62DEF9-FDF0-A98E-4355-76862EF7B36C}" dt="2022-10-13T12:39:54.188" v="53"/>
      <pc:docMkLst>
        <pc:docMk/>
      </pc:docMkLst>
      <pc:sldChg chg="modSp">
        <pc:chgData name="Frady, Hunter" userId="S::fradyc@email.sc.edu::9be2744f-f6c0-4ef2-aac2-467baccb3ece" providerId="AD" clId="Web-{DE62DEF9-FDF0-A98E-4355-76862EF7B36C}" dt="2022-10-13T12:39:54.188" v="53"/>
        <pc:sldMkLst>
          <pc:docMk/>
          <pc:sldMk cId="927727573" sldId="2436"/>
        </pc:sldMkLst>
        <pc:spChg chg="mod">
          <ac:chgData name="Frady, Hunter" userId="S::fradyc@email.sc.edu::9be2744f-f6c0-4ef2-aac2-467baccb3ece" providerId="AD" clId="Web-{DE62DEF9-FDF0-A98E-4355-76862EF7B36C}" dt="2022-10-13T12:32:07.769" v="14" actId="20577"/>
          <ac:spMkLst>
            <pc:docMk/>
            <pc:sldMk cId="927727573" sldId="2436"/>
            <ac:spMk id="8" creationId="{0B070B25-2BBC-49AC-9CFA-1CD7195DF2D6}"/>
          </ac:spMkLst>
        </pc:spChg>
        <pc:spChg chg="mod">
          <ac:chgData name="Frady, Hunter" userId="S::fradyc@email.sc.edu::9be2744f-f6c0-4ef2-aac2-467baccb3ece" providerId="AD" clId="Web-{DE62DEF9-FDF0-A98E-4355-76862EF7B36C}" dt="2022-10-13T12:32:19.926" v="18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Frady, Hunter" userId="S::fradyc@email.sc.edu::9be2744f-f6c0-4ef2-aac2-467baccb3ece" providerId="AD" clId="Web-{DE62DEF9-FDF0-A98E-4355-76862EF7B36C}" dt="2022-10-13T12:32:37.942" v="30" actId="20577"/>
          <ac:spMkLst>
            <pc:docMk/>
            <pc:sldMk cId="927727573" sldId="2436"/>
            <ac:spMk id="10" creationId="{6E57A531-5B0F-485D-A015-BC78AD089BA6}"/>
          </ac:spMkLst>
        </pc:spChg>
        <pc:picChg chg="mod">
          <ac:chgData name="Frady, Hunter" userId="S::fradyc@email.sc.edu::9be2744f-f6c0-4ef2-aac2-467baccb3ece" providerId="AD" clId="Web-{DE62DEF9-FDF0-A98E-4355-76862EF7B36C}" dt="2022-10-13T12:39:54.188" v="53"/>
          <ac:picMkLst>
            <pc:docMk/>
            <pc:sldMk cId="927727573" sldId="2436"/>
            <ac:picMk id="40" creationId="{D5C5EA1B-F06D-4AD1-B526-89C2DF772232}"/>
          </ac:picMkLst>
        </pc:picChg>
      </pc:sldChg>
      <pc:sldChg chg="modSp">
        <pc:chgData name="Frady, Hunter" userId="S::fradyc@email.sc.edu::9be2744f-f6c0-4ef2-aac2-467baccb3ece" providerId="AD" clId="Web-{DE62DEF9-FDF0-A98E-4355-76862EF7B36C}" dt="2022-10-13T12:31:38.675" v="6" actId="20577"/>
        <pc:sldMkLst>
          <pc:docMk/>
          <pc:sldMk cId="3927832306" sldId="2448"/>
        </pc:sldMkLst>
        <pc:spChg chg="mod">
          <ac:chgData name="Frady, Hunter" userId="S::fradyc@email.sc.edu::9be2744f-f6c0-4ef2-aac2-467baccb3ece" providerId="AD" clId="Web-{DE62DEF9-FDF0-A98E-4355-76862EF7B36C}" dt="2022-10-13T12:30:39.783" v="4" actId="20577"/>
          <ac:spMkLst>
            <pc:docMk/>
            <pc:sldMk cId="3927832306" sldId="2448"/>
            <ac:spMk id="7" creationId="{5D865526-EC39-4780-A2A8-274A80A5C19B}"/>
          </ac:spMkLst>
        </pc:spChg>
        <pc:spChg chg="mod">
          <ac:chgData name="Frady, Hunter" userId="S::fradyc@email.sc.edu::9be2744f-f6c0-4ef2-aac2-467baccb3ece" providerId="AD" clId="Web-{DE62DEF9-FDF0-A98E-4355-76862EF7B36C}" dt="2022-10-13T12:31:38.675" v="6" actId="20577"/>
          <ac:spMkLst>
            <pc:docMk/>
            <pc:sldMk cId="3927832306" sldId="2448"/>
            <ac:spMk id="9" creationId="{79DC1498-E692-42BA-B69F-6D37E6CFACA0}"/>
          </ac:spMkLst>
        </pc:spChg>
        <pc:picChg chg="mod">
          <ac:chgData name="Frady, Hunter" userId="S::fradyc@email.sc.edu::9be2744f-f6c0-4ef2-aac2-467baccb3ece" providerId="AD" clId="Web-{DE62DEF9-FDF0-A98E-4355-76862EF7B36C}" dt="2022-10-13T12:31:17.096" v="5"/>
          <ac:picMkLst>
            <pc:docMk/>
            <pc:sldMk cId="3927832306" sldId="2448"/>
            <ac:picMk id="8" creationId="{9AB29DBC-55D3-49D9-BB44-4936739C4B57}"/>
          </ac:picMkLst>
        </pc:picChg>
      </pc:sldChg>
      <pc:sldChg chg="modSp">
        <pc:chgData name="Frady, Hunter" userId="S::fradyc@email.sc.edu::9be2744f-f6c0-4ef2-aac2-467baccb3ece" providerId="AD" clId="Web-{DE62DEF9-FDF0-A98E-4355-76862EF7B36C}" dt="2022-10-13T12:39:10.156" v="32" actId="20577"/>
        <pc:sldMkLst>
          <pc:docMk/>
          <pc:sldMk cId="1649098948" sldId="2462"/>
        </pc:sldMkLst>
        <pc:spChg chg="mod">
          <ac:chgData name="Frady, Hunter" userId="S::fradyc@email.sc.edu::9be2744f-f6c0-4ef2-aac2-467baccb3ece" providerId="AD" clId="Web-{DE62DEF9-FDF0-A98E-4355-76862EF7B36C}" dt="2022-10-13T12:39:10.156" v="3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">
        <pc:chgData name="Frady, Hunter" userId="S::fradyc@email.sc.edu::9be2744f-f6c0-4ef2-aac2-467baccb3ece" providerId="AD" clId="Web-{DE62DEF9-FDF0-A98E-4355-76862EF7B36C}" dt="2022-10-13T12:39:37.266" v="52" actId="20577"/>
        <pc:sldMkLst>
          <pc:docMk/>
          <pc:sldMk cId="3567691862" sldId="2463"/>
        </pc:sldMkLst>
        <pc:spChg chg="mod">
          <ac:chgData name="Frady, Hunter" userId="S::fradyc@email.sc.edu::9be2744f-f6c0-4ef2-aac2-467baccb3ece" providerId="AD" clId="Web-{DE62DEF9-FDF0-A98E-4355-76862EF7B36C}" dt="2022-10-13T12:39:37.266" v="52" actId="20577"/>
          <ac:spMkLst>
            <pc:docMk/>
            <pc:sldMk cId="3567691862" sldId="2463"/>
            <ac:spMk id="6" creationId="{F3C89A40-EEAA-43AB-9A3A-B2CFDE450F1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10/13/2022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10/13/2022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8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Close-up of water droplet on a leaf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UofSC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EE 201 Lab 5, Digital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10.12.2022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Calibri"/>
              </a:rPr>
              <a:t>Hunter Frady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#1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6"/>
            <a:ext cx="4114800" cy="9290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dirty="0"/>
              <a:t>An RLC circuit with a pushbutton was created to demonstrate the effects of different button resistances. </a:t>
            </a:r>
          </a:p>
          <a:p>
            <a:endParaRPr lang="en-US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E3076BC-BD9A-62C0-7477-F7BA691835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9021" r="9021"/>
          <a:stretch/>
        </p:blipFill>
        <p:spPr>
          <a:xfrm>
            <a:off x="60213" y="0"/>
            <a:ext cx="6434119" cy="6858000"/>
          </a:xfrm>
          <a:prstGeom prst="parallelogram">
            <a:avLst>
              <a:gd name="adj" fmla="val 0"/>
            </a:avLst>
          </a:prstGeom>
        </p:spPr>
      </p:pic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84D94EBC-CB12-F54D-F9C7-B912172C0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229211"/>
              </p:ext>
            </p:extLst>
          </p:nvPr>
        </p:nvGraphicFramePr>
        <p:xfrm>
          <a:off x="7068819" y="3429000"/>
          <a:ext cx="346515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579">
                  <a:extLst>
                    <a:ext uri="{9D8B030D-6E8A-4147-A177-3AD203B41FA5}">
                      <a16:colId xmlns:a16="http://schemas.microsoft.com/office/drawing/2014/main" val="1020050386"/>
                    </a:ext>
                  </a:extLst>
                </a:gridCol>
                <a:gridCol w="1732579">
                  <a:extLst>
                    <a:ext uri="{9D8B030D-6E8A-4147-A177-3AD203B41FA5}">
                      <a16:colId xmlns:a16="http://schemas.microsoft.com/office/drawing/2014/main" val="2717510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Resistor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Voltage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6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37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6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609470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A84258B3-89E6-C573-E1D1-4DBC41961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819" y="5039108"/>
            <a:ext cx="3465158" cy="181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Oscilloscope results from Circuit #1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6319DF-036A-473B-95D3-C5F6FF84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186431"/>
            <a:ext cx="4646246" cy="884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Oscilloscope images using math function and the damping oscillating circuit.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3</a:t>
            </a:fld>
            <a:endParaRPr lang="en-US" dirty="0"/>
          </a:p>
        </p:txBody>
      </p:sp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B0DFB846-4FB7-875B-4D9E-2F8310B62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65477"/>
            <a:ext cx="4523362" cy="3392522"/>
          </a:xfrm>
          <a:prstGeom prst="rect">
            <a:avLst/>
          </a:prstGeom>
        </p:spPr>
      </p:pic>
      <p:pic>
        <p:nvPicPr>
          <p:cNvPr id="20" name="Picture 19" descr="Graphical user interface&#10;&#10;Description automatically generated">
            <a:extLst>
              <a:ext uri="{FF2B5EF4-FFF2-40B4-BE49-F238E27FC236}">
                <a16:creationId xmlns:a16="http://schemas.microsoft.com/office/drawing/2014/main" id="{3C522D87-5CD9-B95B-5811-96DEC482C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23362" cy="3392521"/>
          </a:xfrm>
          <a:prstGeom prst="rect">
            <a:avLst/>
          </a:prstGeom>
        </p:spPr>
      </p:pic>
      <p:pic>
        <p:nvPicPr>
          <p:cNvPr id="22" name="Picture 21" descr="Graphical user interface&#10;&#10;Description automatically generated">
            <a:extLst>
              <a:ext uri="{FF2B5EF4-FFF2-40B4-BE49-F238E27FC236}">
                <a16:creationId xmlns:a16="http://schemas.microsoft.com/office/drawing/2014/main" id="{5C16AE12-4458-8449-9455-90F7B7434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621" y="3465477"/>
            <a:ext cx="4523362" cy="339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#2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A flip flop was built to demonstrate how flipflops work. A start and stop pushbutton was used with LEDs as indicators.</a:t>
            </a:r>
          </a:p>
          <a:p>
            <a:r>
              <a:rPr lang="en-US" dirty="0"/>
              <a:t>A separate LED was used to indicate the state of the flip flop.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A2832B-ED2F-5C71-4215-276A6827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3" y="1163440"/>
            <a:ext cx="7068818" cy="453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9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Oscilloscope results from Circuit #2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6319DF-036A-473B-95D3-C5F6FF84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186431"/>
            <a:ext cx="4646246" cy="1567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Oscilloscope images of the delay between pushbutton and the LED turning on and the delay between the first gate and the 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6BA8DBA5-DBA3-6AB6-252D-A152B3D20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561" y="-1"/>
            <a:ext cx="5005892" cy="3754419"/>
          </a:xfrm>
          <a:prstGeom prst="rect">
            <a:avLst/>
          </a:prstGeom>
        </p:spPr>
      </p:pic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F679B25B-A6FC-28B7-D70C-2F9B8D96F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561" y="3301882"/>
            <a:ext cx="4985331" cy="37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1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Close-up of water droplet on a leaf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80" r="34180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Calibri"/>
              </a:rPr>
              <a:t>Hunter Frady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803-622-3482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Fradyc@email.sc.edu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27638313-1e11-4999-9038-bfa2141b377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3" ma:contentTypeDescription="Create a new document." ma:contentTypeScope="" ma:versionID="f557099976f4f16fa9627675cbeb3518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638d26fb7ab688331b9e3f60221f519a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purl.org/dc/elements/1.1/"/>
    <ds:schemaRef ds:uri="http://schemas.microsoft.com/office/2006/metadata/properties"/>
    <ds:schemaRef ds:uri="27638313-1e11-4999-9038-bfa2141b377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593646a3-f4b2-4797-891f-a58c41aec49e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FC9465-D98F-4773-8AF8-CFC265E1B4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51</TotalTime>
  <Words>144</Words>
  <Application>Microsoft Office PowerPoint</Application>
  <PresentationFormat>Widescreen</PresentationFormat>
  <Paragraphs>30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UofSC EE 201 Lab 5, Digital Logic</vt:lpstr>
      <vt:lpstr>Circuit #1</vt:lpstr>
      <vt:lpstr>Oscilloscope results from Circuit #1</vt:lpstr>
      <vt:lpstr>Circuit #2</vt:lpstr>
      <vt:lpstr>Oscilloscope results from Circuit #2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UofSC EE 201 Lab 5, Digital Logic</dc:title>
  <dc:creator>Vaught, Jacob</dc:creator>
  <cp:lastModifiedBy>Vaught, Jacob</cp:lastModifiedBy>
  <cp:revision>19</cp:revision>
  <dcterms:created xsi:type="dcterms:W3CDTF">2022-10-13T02:29:50Z</dcterms:created>
  <dcterms:modified xsi:type="dcterms:W3CDTF">2022-10-13T12:39:54Z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