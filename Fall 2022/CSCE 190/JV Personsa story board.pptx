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672" r:id="rId6"/>
    <p:sldMasterId id="2147483648" r:id="rId7"/>
  </p:sldMasterIdLst>
  <p:notesMasterIdLst>
    <p:notesMasterId r:id="rId35"/>
  </p:notesMasterIdLst>
  <p:sldIdLst>
    <p:sldId id="284" r:id="rId8"/>
    <p:sldId id="256" r:id="rId9"/>
    <p:sldId id="257" r:id="rId10"/>
    <p:sldId id="259" r:id="rId11"/>
    <p:sldId id="260"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DC552-F684-4D33-B27B-A466442B7BFD}" v="10" dt="2022-10-18T03:58:01.714"/>
    <p1510:client id="{96EB2FEC-7B08-4A12-B508-AF96414CA407}" v="5" dt="2022-10-17T16:38:51.4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3" d="100"/>
          <a:sy n="123" d="100"/>
        </p:scale>
        <p:origin x="114"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ught, Jacob" userId="3948bc58-7b81-44a4-9cf0-22ebac0213b4" providerId="ADAL" clId="{611DC552-F684-4D33-B27B-A466442B7BFD}"/>
    <pc:docChg chg="undo addSld delSld modSld sldOrd addMainMaster delMainMaster modMainMaster">
      <pc:chgData name="Vaught, Jacob" userId="3948bc58-7b81-44a4-9cf0-22ebac0213b4" providerId="ADAL" clId="{611DC552-F684-4D33-B27B-A466442B7BFD}" dt="2022-10-18T03:58:46.463" v="94" actId="2711"/>
      <pc:docMkLst>
        <pc:docMk/>
      </pc:docMkLst>
      <pc:sldChg chg="modSp mod">
        <pc:chgData name="Vaught, Jacob" userId="3948bc58-7b81-44a4-9cf0-22ebac0213b4" providerId="ADAL" clId="{611DC552-F684-4D33-B27B-A466442B7BFD}" dt="2022-10-18T03:53:09.597" v="5" actId="20577"/>
        <pc:sldMkLst>
          <pc:docMk/>
          <pc:sldMk cId="1702999397" sldId="265"/>
        </pc:sldMkLst>
        <pc:spChg chg="mod">
          <ac:chgData name="Vaught, Jacob" userId="3948bc58-7b81-44a4-9cf0-22ebac0213b4" providerId="ADAL" clId="{611DC552-F684-4D33-B27B-A466442B7BFD}" dt="2022-10-18T03:53:09.597" v="5" actId="20577"/>
          <ac:spMkLst>
            <pc:docMk/>
            <pc:sldMk cId="1702999397" sldId="265"/>
            <ac:spMk id="2" creationId="{7498AE15-3E4C-20CF-D508-AF8D7AB03C1E}"/>
          </ac:spMkLst>
        </pc:spChg>
      </pc:sldChg>
      <pc:sldChg chg="add del">
        <pc:chgData name="Vaught, Jacob" userId="3948bc58-7b81-44a4-9cf0-22ebac0213b4" providerId="ADAL" clId="{611DC552-F684-4D33-B27B-A466442B7BFD}" dt="2022-10-18T03:54:09.328" v="10"/>
        <pc:sldMkLst>
          <pc:docMk/>
          <pc:sldMk cId="1536688666" sldId="266"/>
        </pc:sldMkLst>
      </pc:sldChg>
      <pc:sldChg chg="add del">
        <pc:chgData name="Vaught, Jacob" userId="3948bc58-7b81-44a4-9cf0-22ebac0213b4" providerId="ADAL" clId="{611DC552-F684-4D33-B27B-A466442B7BFD}" dt="2022-10-18T03:54:09.328" v="10"/>
        <pc:sldMkLst>
          <pc:docMk/>
          <pc:sldMk cId="4090747534" sldId="267"/>
        </pc:sldMkLst>
      </pc:sldChg>
      <pc:sldChg chg="add del">
        <pc:chgData name="Vaught, Jacob" userId="3948bc58-7b81-44a4-9cf0-22ebac0213b4" providerId="ADAL" clId="{611DC552-F684-4D33-B27B-A466442B7BFD}" dt="2022-10-18T03:54:09.328" v="10"/>
        <pc:sldMkLst>
          <pc:docMk/>
          <pc:sldMk cId="736972275" sldId="268"/>
        </pc:sldMkLst>
      </pc:sldChg>
      <pc:sldChg chg="add del">
        <pc:chgData name="Vaught, Jacob" userId="3948bc58-7b81-44a4-9cf0-22ebac0213b4" providerId="ADAL" clId="{611DC552-F684-4D33-B27B-A466442B7BFD}" dt="2022-10-18T03:54:09.328" v="10"/>
        <pc:sldMkLst>
          <pc:docMk/>
          <pc:sldMk cId="1785822374" sldId="269"/>
        </pc:sldMkLst>
      </pc:sldChg>
      <pc:sldChg chg="add del">
        <pc:chgData name="Vaught, Jacob" userId="3948bc58-7b81-44a4-9cf0-22ebac0213b4" providerId="ADAL" clId="{611DC552-F684-4D33-B27B-A466442B7BFD}" dt="2022-10-18T03:54:09.328" v="10"/>
        <pc:sldMkLst>
          <pc:docMk/>
          <pc:sldMk cId="2958094815" sldId="270"/>
        </pc:sldMkLst>
      </pc:sldChg>
      <pc:sldChg chg="add del">
        <pc:chgData name="Vaught, Jacob" userId="3948bc58-7b81-44a4-9cf0-22ebac0213b4" providerId="ADAL" clId="{611DC552-F684-4D33-B27B-A466442B7BFD}" dt="2022-10-18T03:54:09.328" v="10"/>
        <pc:sldMkLst>
          <pc:docMk/>
          <pc:sldMk cId="437902002" sldId="271"/>
        </pc:sldMkLst>
      </pc:sldChg>
      <pc:sldChg chg="add del">
        <pc:chgData name="Vaught, Jacob" userId="3948bc58-7b81-44a4-9cf0-22ebac0213b4" providerId="ADAL" clId="{611DC552-F684-4D33-B27B-A466442B7BFD}" dt="2022-10-18T03:54:09.328" v="10"/>
        <pc:sldMkLst>
          <pc:docMk/>
          <pc:sldMk cId="2083663857" sldId="272"/>
        </pc:sldMkLst>
      </pc:sldChg>
      <pc:sldChg chg="add">
        <pc:chgData name="Vaught, Jacob" userId="3948bc58-7b81-44a4-9cf0-22ebac0213b4" providerId="ADAL" clId="{611DC552-F684-4D33-B27B-A466442B7BFD}" dt="2022-10-18T03:54:16.944" v="12"/>
        <pc:sldMkLst>
          <pc:docMk/>
          <pc:sldMk cId="1021299191" sldId="273"/>
        </pc:sldMkLst>
      </pc:sldChg>
      <pc:sldChg chg="add">
        <pc:chgData name="Vaught, Jacob" userId="3948bc58-7b81-44a4-9cf0-22ebac0213b4" providerId="ADAL" clId="{611DC552-F684-4D33-B27B-A466442B7BFD}" dt="2022-10-18T03:54:16.944" v="12"/>
        <pc:sldMkLst>
          <pc:docMk/>
          <pc:sldMk cId="3463725797" sldId="274"/>
        </pc:sldMkLst>
      </pc:sldChg>
      <pc:sldChg chg="add">
        <pc:chgData name="Vaught, Jacob" userId="3948bc58-7b81-44a4-9cf0-22ebac0213b4" providerId="ADAL" clId="{611DC552-F684-4D33-B27B-A466442B7BFD}" dt="2022-10-18T03:54:16.944" v="12"/>
        <pc:sldMkLst>
          <pc:docMk/>
          <pc:sldMk cId="1825411049" sldId="275"/>
        </pc:sldMkLst>
      </pc:sldChg>
      <pc:sldChg chg="add">
        <pc:chgData name="Vaught, Jacob" userId="3948bc58-7b81-44a4-9cf0-22ebac0213b4" providerId="ADAL" clId="{611DC552-F684-4D33-B27B-A466442B7BFD}" dt="2022-10-18T03:54:16.944" v="12"/>
        <pc:sldMkLst>
          <pc:docMk/>
          <pc:sldMk cId="3394254582" sldId="276"/>
        </pc:sldMkLst>
      </pc:sldChg>
      <pc:sldChg chg="add">
        <pc:chgData name="Vaught, Jacob" userId="3948bc58-7b81-44a4-9cf0-22ebac0213b4" providerId="ADAL" clId="{611DC552-F684-4D33-B27B-A466442B7BFD}" dt="2022-10-18T03:54:16.944" v="12"/>
        <pc:sldMkLst>
          <pc:docMk/>
          <pc:sldMk cId="2660575411" sldId="277"/>
        </pc:sldMkLst>
      </pc:sldChg>
      <pc:sldChg chg="add">
        <pc:chgData name="Vaught, Jacob" userId="3948bc58-7b81-44a4-9cf0-22ebac0213b4" providerId="ADAL" clId="{611DC552-F684-4D33-B27B-A466442B7BFD}" dt="2022-10-18T03:54:16.944" v="12"/>
        <pc:sldMkLst>
          <pc:docMk/>
          <pc:sldMk cId="3109487553" sldId="278"/>
        </pc:sldMkLst>
      </pc:sldChg>
      <pc:sldChg chg="add">
        <pc:chgData name="Vaught, Jacob" userId="3948bc58-7b81-44a4-9cf0-22ebac0213b4" providerId="ADAL" clId="{611DC552-F684-4D33-B27B-A466442B7BFD}" dt="2022-10-18T03:54:27.762" v="14"/>
        <pc:sldMkLst>
          <pc:docMk/>
          <pc:sldMk cId="384621092" sldId="279"/>
        </pc:sldMkLst>
      </pc:sldChg>
      <pc:sldChg chg="add">
        <pc:chgData name="Vaught, Jacob" userId="3948bc58-7b81-44a4-9cf0-22ebac0213b4" providerId="ADAL" clId="{611DC552-F684-4D33-B27B-A466442B7BFD}" dt="2022-10-18T03:54:27.762" v="14"/>
        <pc:sldMkLst>
          <pc:docMk/>
          <pc:sldMk cId="1498962172" sldId="280"/>
        </pc:sldMkLst>
      </pc:sldChg>
      <pc:sldChg chg="add">
        <pc:chgData name="Vaught, Jacob" userId="3948bc58-7b81-44a4-9cf0-22ebac0213b4" providerId="ADAL" clId="{611DC552-F684-4D33-B27B-A466442B7BFD}" dt="2022-10-18T03:54:27.762" v="14"/>
        <pc:sldMkLst>
          <pc:docMk/>
          <pc:sldMk cId="3416743808" sldId="281"/>
        </pc:sldMkLst>
      </pc:sldChg>
      <pc:sldChg chg="add">
        <pc:chgData name="Vaught, Jacob" userId="3948bc58-7b81-44a4-9cf0-22ebac0213b4" providerId="ADAL" clId="{611DC552-F684-4D33-B27B-A466442B7BFD}" dt="2022-10-18T03:54:27.762" v="14"/>
        <pc:sldMkLst>
          <pc:docMk/>
          <pc:sldMk cId="119280131" sldId="282"/>
        </pc:sldMkLst>
      </pc:sldChg>
      <pc:sldChg chg="add">
        <pc:chgData name="Vaught, Jacob" userId="3948bc58-7b81-44a4-9cf0-22ebac0213b4" providerId="ADAL" clId="{611DC552-F684-4D33-B27B-A466442B7BFD}" dt="2022-10-18T03:54:27.762" v="14"/>
        <pc:sldMkLst>
          <pc:docMk/>
          <pc:sldMk cId="2947511649" sldId="283"/>
        </pc:sldMkLst>
      </pc:sldChg>
      <pc:sldChg chg="addSp delSp modSp new mod ord">
        <pc:chgData name="Vaught, Jacob" userId="3948bc58-7b81-44a4-9cf0-22ebac0213b4" providerId="ADAL" clId="{611DC552-F684-4D33-B27B-A466442B7BFD}" dt="2022-10-18T03:58:46.463" v="94" actId="2711"/>
        <pc:sldMkLst>
          <pc:docMk/>
          <pc:sldMk cId="1407719056" sldId="284"/>
        </pc:sldMkLst>
        <pc:spChg chg="mod">
          <ac:chgData name="Vaught, Jacob" userId="3948bc58-7b81-44a4-9cf0-22ebac0213b4" providerId="ADAL" clId="{611DC552-F684-4D33-B27B-A466442B7BFD}" dt="2022-10-18T03:58:27.042" v="81" actId="20577"/>
          <ac:spMkLst>
            <pc:docMk/>
            <pc:sldMk cId="1407719056" sldId="284"/>
            <ac:spMk id="2" creationId="{A9B50376-86F5-C93D-17FE-C7EC5174CA70}"/>
          </ac:spMkLst>
        </pc:spChg>
        <pc:spChg chg="add del">
          <ac:chgData name="Vaught, Jacob" userId="3948bc58-7b81-44a4-9cf0-22ebac0213b4" providerId="ADAL" clId="{611DC552-F684-4D33-B27B-A466442B7BFD}" dt="2022-10-18T03:57:30.469" v="20"/>
          <ac:spMkLst>
            <pc:docMk/>
            <pc:sldMk cId="1407719056" sldId="284"/>
            <ac:spMk id="3" creationId="{89A90E84-79BD-7820-9494-1F62317F0A0E}"/>
          </ac:spMkLst>
        </pc:spChg>
        <pc:spChg chg="add del">
          <ac:chgData name="Vaught, Jacob" userId="3948bc58-7b81-44a4-9cf0-22ebac0213b4" providerId="ADAL" clId="{611DC552-F684-4D33-B27B-A466442B7BFD}" dt="2022-10-18T03:57:18.955" v="19"/>
          <ac:spMkLst>
            <pc:docMk/>
            <pc:sldMk cId="1407719056" sldId="284"/>
            <ac:spMk id="5" creationId="{3E549E87-0248-8C72-90DE-29D53EA58476}"/>
          </ac:spMkLst>
        </pc:spChg>
        <pc:spChg chg="add mod">
          <ac:chgData name="Vaught, Jacob" userId="3948bc58-7b81-44a4-9cf0-22ebac0213b4" providerId="ADAL" clId="{611DC552-F684-4D33-B27B-A466442B7BFD}" dt="2022-10-18T03:58:36.251" v="93" actId="20577"/>
          <ac:spMkLst>
            <pc:docMk/>
            <pc:sldMk cId="1407719056" sldId="284"/>
            <ac:spMk id="7" creationId="{B7741463-83BD-1386-6A77-D7F236E3BB4D}"/>
          </ac:spMkLst>
        </pc:spChg>
        <pc:graphicFrameChg chg="add del mod">
          <ac:chgData name="Vaught, Jacob" userId="3948bc58-7b81-44a4-9cf0-22ebac0213b4" providerId="ADAL" clId="{611DC552-F684-4D33-B27B-A466442B7BFD}" dt="2022-10-18T03:57:18.955" v="19"/>
          <ac:graphicFrameMkLst>
            <pc:docMk/>
            <pc:sldMk cId="1407719056" sldId="284"/>
            <ac:graphicFrameMk id="4" creationId="{C9274222-B110-D6FF-AAAB-FEBB0BF95044}"/>
          </ac:graphicFrameMkLst>
        </pc:graphicFrameChg>
        <pc:graphicFrameChg chg="add mod modGraphic">
          <ac:chgData name="Vaught, Jacob" userId="3948bc58-7b81-44a4-9cf0-22ebac0213b4" providerId="ADAL" clId="{611DC552-F684-4D33-B27B-A466442B7BFD}" dt="2022-10-18T03:58:46.463" v="94" actId="2711"/>
          <ac:graphicFrameMkLst>
            <pc:docMk/>
            <pc:sldMk cId="1407719056" sldId="284"/>
            <ac:graphicFrameMk id="6" creationId="{C07EA1F3-F0BF-144E-8FB0-AA989383E183}"/>
          </ac:graphicFrameMkLst>
        </pc:graphicFrameChg>
      </pc:sldChg>
      <pc:sldMasterChg chg="add addSldLayout">
        <pc:chgData name="Vaught, Jacob" userId="3948bc58-7b81-44a4-9cf0-22ebac0213b4" providerId="ADAL" clId="{611DC552-F684-4D33-B27B-A466442B7BFD}" dt="2022-10-18T03:54:27.752" v="13" actId="27028"/>
        <pc:sldMasterMkLst>
          <pc:docMk/>
          <pc:sldMasterMk cId="1273839338" sldId="2147483648"/>
        </pc:sldMasterMkLst>
        <pc:sldLayoutChg chg="add">
          <pc:chgData name="Vaught, Jacob" userId="3948bc58-7b81-44a4-9cf0-22ebac0213b4" providerId="ADAL" clId="{611DC552-F684-4D33-B27B-A466442B7BFD}" dt="2022-10-18T03:54:27.752" v="13" actId="27028"/>
          <pc:sldLayoutMkLst>
            <pc:docMk/>
            <pc:sldMasterMk cId="1273839338" sldId="2147483648"/>
            <pc:sldLayoutMk cId="3222494509" sldId="2147483649"/>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2574506939" sldId="2147483650"/>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4243631458" sldId="2147483651"/>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2236889768" sldId="2147483652"/>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570059282" sldId="2147483653"/>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3031840866" sldId="2147483654"/>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669827966" sldId="2147483655"/>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3056797768" sldId="2147483656"/>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2423898247" sldId="2147483657"/>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2510531739" sldId="2147483658"/>
          </pc:sldLayoutMkLst>
        </pc:sldLayoutChg>
        <pc:sldLayoutChg chg="add">
          <pc:chgData name="Vaught, Jacob" userId="3948bc58-7b81-44a4-9cf0-22ebac0213b4" providerId="ADAL" clId="{611DC552-F684-4D33-B27B-A466442B7BFD}" dt="2022-10-18T03:54:27.752" v="13" actId="27028"/>
          <pc:sldLayoutMkLst>
            <pc:docMk/>
            <pc:sldMasterMk cId="1273839338" sldId="2147483648"/>
            <pc:sldLayoutMk cId="3858658746" sldId="2147483659"/>
          </pc:sldLayoutMkLst>
        </pc:sldLayoutChg>
      </pc:sldMasterChg>
      <pc:sldMasterChg chg="replId modSldLayout">
        <pc:chgData name="Vaught, Jacob" userId="3948bc58-7b81-44a4-9cf0-22ebac0213b4" providerId="ADAL" clId="{611DC552-F684-4D33-B27B-A466442B7BFD}" dt="2022-10-18T03:54:09.312" v="9" actId="27028"/>
        <pc:sldMasterMkLst>
          <pc:docMk/>
          <pc:sldMasterMk cId="1139215777" sldId="2147483660"/>
        </pc:sldMasterMkLst>
        <pc:sldLayoutChg chg="replId">
          <pc:chgData name="Vaught, Jacob" userId="3948bc58-7b81-44a4-9cf0-22ebac0213b4" providerId="ADAL" clId="{611DC552-F684-4D33-B27B-A466442B7BFD}" dt="2022-10-18T03:54:09.312" v="9" actId="27028"/>
          <pc:sldLayoutMkLst>
            <pc:docMk/>
            <pc:sldMasterMk cId="1139215777" sldId="2147483660"/>
            <pc:sldLayoutMk cId="1571880040" sldId="2147483661"/>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2402100207" sldId="2147483662"/>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1440527933" sldId="2147483663"/>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54264251" sldId="2147483664"/>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3978941785" sldId="2147483665"/>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2451201551" sldId="2147483666"/>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2199991506" sldId="2147483667"/>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3376246012" sldId="2147483668"/>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3920591720" sldId="2147483669"/>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3114904332" sldId="2147483670"/>
          </pc:sldLayoutMkLst>
        </pc:sldLayoutChg>
        <pc:sldLayoutChg chg="replId">
          <pc:chgData name="Vaught, Jacob" userId="3948bc58-7b81-44a4-9cf0-22ebac0213b4" providerId="ADAL" clId="{611DC552-F684-4D33-B27B-A466442B7BFD}" dt="2022-10-18T03:54:09.312" v="9" actId="27028"/>
          <pc:sldLayoutMkLst>
            <pc:docMk/>
            <pc:sldMasterMk cId="1139215777" sldId="2147483660"/>
            <pc:sldLayoutMk cId="437395786" sldId="2147483671"/>
          </pc:sldLayoutMkLst>
        </pc:sldLayoutChg>
      </pc:sldMasterChg>
      <pc:sldMasterChg chg="add addSldLayout">
        <pc:chgData name="Vaught, Jacob" userId="3948bc58-7b81-44a4-9cf0-22ebac0213b4" providerId="ADAL" clId="{611DC552-F684-4D33-B27B-A466442B7BFD}" dt="2022-10-18T03:54:16.934" v="11" actId="27028"/>
        <pc:sldMasterMkLst>
          <pc:docMk/>
          <pc:sldMasterMk cId="0" sldId="2147483672"/>
        </pc:sldMasterMkLst>
        <pc:sldLayoutChg chg="add">
          <pc:chgData name="Vaught, Jacob" userId="3948bc58-7b81-44a4-9cf0-22ebac0213b4" providerId="ADAL" clId="{611DC552-F684-4D33-B27B-A466442B7BFD}" dt="2022-10-18T03:54:16.934" v="11" actId="27028"/>
          <pc:sldLayoutMkLst>
            <pc:docMk/>
            <pc:sldMasterMk cId="0" sldId="2147483672"/>
            <pc:sldLayoutMk cId="0" sldId="2147483673"/>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4"/>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5"/>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6"/>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7"/>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8"/>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79"/>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80"/>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81"/>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82"/>
          </pc:sldLayoutMkLst>
        </pc:sldLayoutChg>
        <pc:sldLayoutChg chg="add">
          <pc:chgData name="Vaught, Jacob" userId="3948bc58-7b81-44a4-9cf0-22ebac0213b4" providerId="ADAL" clId="{611DC552-F684-4D33-B27B-A466442B7BFD}" dt="2022-10-18T03:54:16.934" v="11" actId="27028"/>
          <pc:sldLayoutMkLst>
            <pc:docMk/>
            <pc:sldMasterMk cId="0" sldId="2147483672"/>
            <pc:sldLayoutMk cId="0" sldId="2147483683"/>
          </pc:sldLayoutMkLst>
        </pc:sldLayoutChg>
      </pc:sldMasterChg>
      <pc:sldMasterChg chg="add del replId addSldLayout delSldLayout modSldLayout">
        <pc:chgData name="Vaught, Jacob" userId="3948bc58-7b81-44a4-9cf0-22ebac0213b4" providerId="ADAL" clId="{611DC552-F684-4D33-B27B-A466442B7BFD}" dt="2022-10-18T03:54:27.752" v="13" actId="27028"/>
        <pc:sldMasterMkLst>
          <pc:docMk/>
          <pc:sldMasterMk cId="0" sldId="2147483684"/>
        </pc:sldMasterMkLst>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85"/>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86"/>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87"/>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88"/>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89"/>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0"/>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1"/>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2"/>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3"/>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4"/>
          </pc:sldLayoutMkLst>
        </pc:sldLayoutChg>
        <pc:sldLayoutChg chg="add del replId">
          <pc:chgData name="Vaught, Jacob" userId="3948bc58-7b81-44a4-9cf0-22ebac0213b4" providerId="ADAL" clId="{611DC552-F684-4D33-B27B-A466442B7BFD}" dt="2022-10-18T03:54:27.752" v="13" actId="27028"/>
          <pc:sldLayoutMkLst>
            <pc:docMk/>
            <pc:sldMasterMk cId="0" sldId="2147483684"/>
            <pc:sldLayoutMk cId="0" sldId="2147483695"/>
          </pc:sldLayoutMkLst>
        </pc:sldLayoutChg>
      </pc:sldMasterChg>
    </pc:docChg>
  </pc:docChgLst>
  <pc:docChgLst>
    <pc:chgData name="Vaught, Jacob" userId="3948bc58-7b81-44a4-9cf0-22ebac0213b4" providerId="ADAL" clId="{96EB2FEC-7B08-4A12-B508-AF96414CA407}"/>
    <pc:docChg chg="custSel modSld">
      <pc:chgData name="Vaught, Jacob" userId="3948bc58-7b81-44a4-9cf0-22ebac0213b4" providerId="ADAL" clId="{96EB2FEC-7B08-4A12-B508-AF96414CA407}" dt="2022-10-17T16:41:03.167" v="25" actId="20577"/>
      <pc:docMkLst>
        <pc:docMk/>
      </pc:docMkLst>
      <pc:sldChg chg="addSp delSp modSp mod">
        <pc:chgData name="Vaught, Jacob" userId="3948bc58-7b81-44a4-9cf0-22ebac0213b4" providerId="ADAL" clId="{96EB2FEC-7B08-4A12-B508-AF96414CA407}" dt="2022-10-17T16:36:27.531" v="4" actId="478"/>
        <pc:sldMkLst>
          <pc:docMk/>
          <pc:sldMk cId="3469919697" sldId="259"/>
        </pc:sldMkLst>
        <pc:spChg chg="add del mod">
          <ac:chgData name="Vaught, Jacob" userId="3948bc58-7b81-44a4-9cf0-22ebac0213b4" providerId="ADAL" clId="{96EB2FEC-7B08-4A12-B508-AF96414CA407}" dt="2022-10-17T16:36:27.531" v="4" actId="478"/>
          <ac:spMkLst>
            <pc:docMk/>
            <pc:sldMk cId="3469919697" sldId="259"/>
            <ac:spMk id="8" creationId="{3AD02CD2-0C8F-ED22-68C1-92D7C612A01B}"/>
          </ac:spMkLst>
        </pc:spChg>
        <pc:picChg chg="add mod">
          <ac:chgData name="Vaught, Jacob" userId="3948bc58-7b81-44a4-9cf0-22ebac0213b4" providerId="ADAL" clId="{96EB2FEC-7B08-4A12-B508-AF96414CA407}" dt="2022-10-17T16:36:25.824" v="3" actId="14100"/>
          <ac:picMkLst>
            <pc:docMk/>
            <pc:sldMk cId="3469919697" sldId="259"/>
            <ac:picMk id="4" creationId="{CD1A5BEB-498D-53E0-29E6-82A7FB821DC6}"/>
          </ac:picMkLst>
        </pc:picChg>
        <pc:picChg chg="del">
          <ac:chgData name="Vaught, Jacob" userId="3948bc58-7b81-44a4-9cf0-22ebac0213b4" providerId="ADAL" clId="{96EB2FEC-7B08-4A12-B508-AF96414CA407}" dt="2022-10-17T16:36:17.792" v="1" actId="478"/>
          <ac:picMkLst>
            <pc:docMk/>
            <pc:sldMk cId="3469919697" sldId="259"/>
            <ac:picMk id="5" creationId="{91833FF5-DA24-2206-4E48-5A3783012BEE}"/>
          </ac:picMkLst>
        </pc:picChg>
      </pc:sldChg>
      <pc:sldChg chg="addSp modSp mod">
        <pc:chgData name="Vaught, Jacob" userId="3948bc58-7b81-44a4-9cf0-22ebac0213b4" providerId="ADAL" clId="{96EB2FEC-7B08-4A12-B508-AF96414CA407}" dt="2022-10-17T16:37:16.365" v="19" actId="14826"/>
        <pc:sldMkLst>
          <pc:docMk/>
          <pc:sldMk cId="1671592189" sldId="260"/>
        </pc:sldMkLst>
        <pc:spChg chg="mod">
          <ac:chgData name="Vaught, Jacob" userId="3948bc58-7b81-44a4-9cf0-22ebac0213b4" providerId="ADAL" clId="{96EB2FEC-7B08-4A12-B508-AF96414CA407}" dt="2022-10-17T16:36:51.755" v="18" actId="33524"/>
          <ac:spMkLst>
            <pc:docMk/>
            <pc:sldMk cId="1671592189" sldId="260"/>
            <ac:spMk id="2" creationId="{7498AE15-3E4C-20CF-D508-AF8D7AB03C1E}"/>
          </ac:spMkLst>
        </pc:spChg>
        <pc:spChg chg="add mod">
          <ac:chgData name="Vaught, Jacob" userId="3948bc58-7b81-44a4-9cf0-22ebac0213b4" providerId="ADAL" clId="{96EB2FEC-7B08-4A12-B508-AF96414CA407}" dt="2022-10-17T16:37:16.365" v="19" actId="14826"/>
          <ac:spMkLst>
            <pc:docMk/>
            <pc:sldMk cId="1671592189" sldId="260"/>
            <ac:spMk id="3" creationId="{18A23295-9208-4D5D-0B51-E0A587CEE6CF}"/>
          </ac:spMkLst>
        </pc:spChg>
        <pc:picChg chg="mod">
          <ac:chgData name="Vaught, Jacob" userId="3948bc58-7b81-44a4-9cf0-22ebac0213b4" providerId="ADAL" clId="{96EB2FEC-7B08-4A12-B508-AF96414CA407}" dt="2022-10-17T16:37:16.365" v="19" actId="14826"/>
          <ac:picMkLst>
            <pc:docMk/>
            <pc:sldMk cId="1671592189" sldId="260"/>
            <ac:picMk id="5" creationId="{91833FF5-DA24-2206-4E48-5A3783012BEE}"/>
          </ac:picMkLst>
        </pc:picChg>
      </pc:sldChg>
      <pc:sldChg chg="addSp modSp">
        <pc:chgData name="Vaught, Jacob" userId="3948bc58-7b81-44a4-9cf0-22ebac0213b4" providerId="ADAL" clId="{96EB2FEC-7B08-4A12-B508-AF96414CA407}" dt="2022-10-17T16:37:38.561" v="20" actId="14826"/>
        <pc:sldMkLst>
          <pc:docMk/>
          <pc:sldMk cId="190402291" sldId="262"/>
        </pc:sldMkLst>
        <pc:spChg chg="add mod">
          <ac:chgData name="Vaught, Jacob" userId="3948bc58-7b81-44a4-9cf0-22ebac0213b4" providerId="ADAL" clId="{96EB2FEC-7B08-4A12-B508-AF96414CA407}" dt="2022-10-17T16:37:38.561" v="20" actId="14826"/>
          <ac:spMkLst>
            <pc:docMk/>
            <pc:sldMk cId="190402291" sldId="262"/>
            <ac:spMk id="3" creationId="{6D0ED509-7C08-E961-DECA-5F72F0009703}"/>
          </ac:spMkLst>
        </pc:spChg>
        <pc:picChg chg="mod">
          <ac:chgData name="Vaught, Jacob" userId="3948bc58-7b81-44a4-9cf0-22ebac0213b4" providerId="ADAL" clId="{96EB2FEC-7B08-4A12-B508-AF96414CA407}" dt="2022-10-17T16:37:38.561" v="20" actId="14826"/>
          <ac:picMkLst>
            <pc:docMk/>
            <pc:sldMk cId="190402291" sldId="262"/>
            <ac:picMk id="5" creationId="{91833FF5-DA24-2206-4E48-5A3783012BEE}"/>
          </ac:picMkLst>
        </pc:picChg>
      </pc:sldChg>
      <pc:sldChg chg="addSp modSp">
        <pc:chgData name="Vaught, Jacob" userId="3948bc58-7b81-44a4-9cf0-22ebac0213b4" providerId="ADAL" clId="{96EB2FEC-7B08-4A12-B508-AF96414CA407}" dt="2022-10-17T16:38:04.845" v="21" actId="14826"/>
        <pc:sldMkLst>
          <pc:docMk/>
          <pc:sldMk cId="1782471442" sldId="263"/>
        </pc:sldMkLst>
        <pc:spChg chg="add mod">
          <ac:chgData name="Vaught, Jacob" userId="3948bc58-7b81-44a4-9cf0-22ebac0213b4" providerId="ADAL" clId="{96EB2FEC-7B08-4A12-B508-AF96414CA407}" dt="2022-10-17T16:38:04.845" v="21" actId="14826"/>
          <ac:spMkLst>
            <pc:docMk/>
            <pc:sldMk cId="1782471442" sldId="263"/>
            <ac:spMk id="3" creationId="{831E0DF2-8F0A-C92E-9134-6BFE9B1D6D17}"/>
          </ac:spMkLst>
        </pc:spChg>
        <pc:picChg chg="mod">
          <ac:chgData name="Vaught, Jacob" userId="3948bc58-7b81-44a4-9cf0-22ebac0213b4" providerId="ADAL" clId="{96EB2FEC-7B08-4A12-B508-AF96414CA407}" dt="2022-10-17T16:38:04.845" v="21" actId="14826"/>
          <ac:picMkLst>
            <pc:docMk/>
            <pc:sldMk cId="1782471442" sldId="263"/>
            <ac:picMk id="5" creationId="{91833FF5-DA24-2206-4E48-5A3783012BEE}"/>
          </ac:picMkLst>
        </pc:picChg>
      </pc:sldChg>
      <pc:sldChg chg="addSp modSp">
        <pc:chgData name="Vaught, Jacob" userId="3948bc58-7b81-44a4-9cf0-22ebac0213b4" providerId="ADAL" clId="{96EB2FEC-7B08-4A12-B508-AF96414CA407}" dt="2022-10-17T16:38:30.283" v="22" actId="14826"/>
        <pc:sldMkLst>
          <pc:docMk/>
          <pc:sldMk cId="4012393201" sldId="264"/>
        </pc:sldMkLst>
        <pc:spChg chg="add mod">
          <ac:chgData name="Vaught, Jacob" userId="3948bc58-7b81-44a4-9cf0-22ebac0213b4" providerId="ADAL" clId="{96EB2FEC-7B08-4A12-B508-AF96414CA407}" dt="2022-10-17T16:38:30.283" v="22" actId="14826"/>
          <ac:spMkLst>
            <pc:docMk/>
            <pc:sldMk cId="4012393201" sldId="264"/>
            <ac:spMk id="3" creationId="{7C6A4DD3-E8A8-B382-1FAA-64F3510437BC}"/>
          </ac:spMkLst>
        </pc:spChg>
        <pc:picChg chg="mod">
          <ac:chgData name="Vaught, Jacob" userId="3948bc58-7b81-44a4-9cf0-22ebac0213b4" providerId="ADAL" clId="{96EB2FEC-7B08-4A12-B508-AF96414CA407}" dt="2022-10-17T16:38:30.283" v="22" actId="14826"/>
          <ac:picMkLst>
            <pc:docMk/>
            <pc:sldMk cId="4012393201" sldId="264"/>
            <ac:picMk id="5" creationId="{91833FF5-DA24-2206-4E48-5A3783012BEE}"/>
          </ac:picMkLst>
        </pc:picChg>
      </pc:sldChg>
      <pc:sldChg chg="addSp modSp mod">
        <pc:chgData name="Vaught, Jacob" userId="3948bc58-7b81-44a4-9cf0-22ebac0213b4" providerId="ADAL" clId="{96EB2FEC-7B08-4A12-B508-AF96414CA407}" dt="2022-10-17T16:41:03.167" v="25" actId="20577"/>
        <pc:sldMkLst>
          <pc:docMk/>
          <pc:sldMk cId="1702999397" sldId="265"/>
        </pc:sldMkLst>
        <pc:spChg chg="mod">
          <ac:chgData name="Vaught, Jacob" userId="3948bc58-7b81-44a4-9cf0-22ebac0213b4" providerId="ADAL" clId="{96EB2FEC-7B08-4A12-B508-AF96414CA407}" dt="2022-10-17T16:41:03.167" v="25" actId="20577"/>
          <ac:spMkLst>
            <pc:docMk/>
            <pc:sldMk cId="1702999397" sldId="265"/>
            <ac:spMk id="2" creationId="{7498AE15-3E4C-20CF-D508-AF8D7AB03C1E}"/>
          </ac:spMkLst>
        </pc:spChg>
        <pc:spChg chg="add mod">
          <ac:chgData name="Vaught, Jacob" userId="3948bc58-7b81-44a4-9cf0-22ebac0213b4" providerId="ADAL" clId="{96EB2FEC-7B08-4A12-B508-AF96414CA407}" dt="2022-10-17T16:38:51.402" v="23" actId="14826"/>
          <ac:spMkLst>
            <pc:docMk/>
            <pc:sldMk cId="1702999397" sldId="265"/>
            <ac:spMk id="3" creationId="{98A3FCCE-C269-5BAD-2028-E1A181BE2B66}"/>
          </ac:spMkLst>
        </pc:spChg>
        <pc:picChg chg="mod">
          <ac:chgData name="Vaught, Jacob" userId="3948bc58-7b81-44a4-9cf0-22ebac0213b4" providerId="ADAL" clId="{96EB2FEC-7B08-4A12-B508-AF96414CA407}" dt="2022-10-17T16:38:51.402" v="23" actId="14826"/>
          <ac:picMkLst>
            <pc:docMk/>
            <pc:sldMk cId="1702999397" sldId="265"/>
            <ac:picMk id="5" creationId="{91833FF5-DA24-2206-4E48-5A3783012BE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5727E-9847-423C-A754-301AABD5698C}" type="datetimeFigureOut">
              <a:rPr lang="en-US" smtClean="0"/>
              <a:t>10/17/2022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7367CE-FFFD-40BC-9BED-98D85F714D9E}" type="slidenum">
              <a:rPr lang="en-US" smtClean="0"/>
              <a:t>‹#›</a:t>
            </a:fld>
            <a:endParaRPr lang="en-US"/>
          </a:p>
        </p:txBody>
      </p:sp>
    </p:spTree>
    <p:extLst>
      <p:ext uri="{BB962C8B-B14F-4D97-AF65-F5344CB8AC3E}">
        <p14:creationId xmlns:p14="http://schemas.microsoft.com/office/powerpoint/2010/main" val="3974285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6c5b42cf3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6c5b42cf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6c5b42cf3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6c5b42cf3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6c5b42cf3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6c5b42cf3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6c5b42cf3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6c5b42cf3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6c5b42cf3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6c5b42cf3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BFC89-3B64-85BC-78A6-993574E517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69F708-F841-9283-8B28-B973541275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22A4D9-356D-7143-B5A8-87659FFE0AB6}"/>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D580D5EA-7087-C533-85DD-F2F71B8F8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9AA24-DF04-E6CA-21E8-7A33CBC6B28B}"/>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1571880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9EAF-467F-3476-7A37-D02E998751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03814D-74AA-DBDD-8FA4-9B71A871D5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51702-A26F-FF1C-715F-909E9D9EB3C9}"/>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4784DB77-AAAB-98BE-5517-1759AF6D6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91581-C981-1D20-B1ED-8E393B7004CD}"/>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2402100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1802-361D-B9C6-EEF5-484C84BDE0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E291CF-DB12-22D5-41F9-C963F19F96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244E3B-7FC8-CC29-0801-A6FF65A69C10}"/>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A9CC44AF-1D78-E63D-0364-506F54E52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0F251-6AAC-C940-BA0E-D456F9A0B886}"/>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1440527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619B-5198-3EC7-989A-6C32CC8508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900A24-576A-D0A5-6C3B-C79A9290C7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9EFA43-F50A-AE9C-249F-577796DAE0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3830D7-EA50-9F96-88ED-C7EB4A6BD532}"/>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6" name="Footer Placeholder 5">
            <a:extLst>
              <a:ext uri="{FF2B5EF4-FFF2-40B4-BE49-F238E27FC236}">
                <a16:creationId xmlns:a16="http://schemas.microsoft.com/office/drawing/2014/main" id="{8BC0109A-FC73-4A4D-C25F-BBC5218645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78FC1B-4822-26D4-BEDF-B60B87C2789E}"/>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54264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3A1C1-2E86-C80A-8FE4-A4E5A8671F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F7FDEA-C06A-BE31-38CD-DBF61A61A4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33CAE3-DEEE-2757-A12F-628CE8DBDF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B4963-AB4B-1EE7-E039-82FE3C4374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86BF34-D3B3-3787-EBCE-1DF3891EDF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2776F1-C08D-EBEE-6074-884CDA57EE1E}"/>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8" name="Footer Placeholder 7">
            <a:extLst>
              <a:ext uri="{FF2B5EF4-FFF2-40B4-BE49-F238E27FC236}">
                <a16:creationId xmlns:a16="http://schemas.microsoft.com/office/drawing/2014/main" id="{E3BD402A-C8F6-F6F4-5615-0100D1C2D0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16960F-0A83-050F-7053-1AEFDEB5A075}"/>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397894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3D532-8FBD-5E28-E071-753A2B995D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03E796-7A05-1C72-CF7A-A4BC8AF2706C}"/>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4" name="Footer Placeholder 3">
            <a:extLst>
              <a:ext uri="{FF2B5EF4-FFF2-40B4-BE49-F238E27FC236}">
                <a16:creationId xmlns:a16="http://schemas.microsoft.com/office/drawing/2014/main" id="{0F59BC6B-4069-782C-A039-FE91CBF6C8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62140D-3D29-1201-832A-48C3963D8957}"/>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2451201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91B7AE-CA99-442E-F88D-5475D8B20FF1}"/>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3" name="Footer Placeholder 2">
            <a:extLst>
              <a:ext uri="{FF2B5EF4-FFF2-40B4-BE49-F238E27FC236}">
                <a16:creationId xmlns:a16="http://schemas.microsoft.com/office/drawing/2014/main" id="{01494A6B-9A4A-BFF3-E147-320653144E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19B1DC-0D95-EBB7-F2CF-BD24D7D457F9}"/>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219999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EA033-5B84-B941-1409-D1CD966AA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7749AB-F963-5B58-4BA4-657BD674B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5A6BDB-4B63-747B-FC28-8EA086A4E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0AA89-8DF4-67D8-2130-4D68141BE495}"/>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6" name="Footer Placeholder 5">
            <a:extLst>
              <a:ext uri="{FF2B5EF4-FFF2-40B4-BE49-F238E27FC236}">
                <a16:creationId xmlns:a16="http://schemas.microsoft.com/office/drawing/2014/main" id="{15CC146C-2884-9C28-2729-3F6823014B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62C831-D6B1-8268-9B47-1CB5E051504D}"/>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3376246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BBE65-75D2-4123-67EE-249760D2C0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4CD46C-3B6F-38F5-7D20-A4BED124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76A75-F817-1228-C52E-AFD54D76B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763D71-2BA2-2F94-C1B9-EAACD55F55DC}"/>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6" name="Footer Placeholder 5">
            <a:extLst>
              <a:ext uri="{FF2B5EF4-FFF2-40B4-BE49-F238E27FC236}">
                <a16:creationId xmlns:a16="http://schemas.microsoft.com/office/drawing/2014/main" id="{C9E2818F-EF00-B76E-68DF-80EF435253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C50F8-DF15-97B6-84CD-50EED6D020D3}"/>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3920591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EBC5A-CD49-EA82-C36B-6BFC884C43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082B93-F43E-E7F7-B162-0F6CC94EF5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1B0D1-4D27-C23C-C5B3-CB2AEEADCDEB}"/>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BD16B900-2761-74E3-6DA4-56A6252EA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62331-7042-4CB9-EAAC-1104AED1626F}"/>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3114904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0DF030-060A-E0F0-C4C8-BCE7ABBBC9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5E976D-7DC7-2B80-CA48-7C6923E746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158DF-43A1-34E5-A4B3-EEB4C5B7FF94}"/>
              </a:ext>
            </a:extLst>
          </p:cNvPr>
          <p:cNvSpPr>
            <a:spLocks noGrp="1"/>
          </p:cNvSpPr>
          <p:nvPr>
            <p:ph type="dt" sz="half" idx="10"/>
          </p:nvPr>
        </p:nvSpPr>
        <p:spPr/>
        <p:txBody>
          <a:body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2345E0B3-0366-A972-ADCD-678BBFB35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70B95-5794-A393-62FA-95EF3D04FC98}"/>
              </a:ext>
            </a:extLst>
          </p:cNvPr>
          <p:cNvSpPr>
            <a:spLocks noGrp="1"/>
          </p:cNvSpPr>
          <p:nvPr>
            <p:ph type="sldNum" sz="quarter" idx="12"/>
          </p:nvPr>
        </p:nvSpPr>
        <p:spPr/>
        <p:txBody>
          <a:bodyPr/>
          <a:lstStyle/>
          <a:p>
            <a:fld id="{68A2FD1C-D001-4929-94BF-156D740D0F21}" type="slidenum">
              <a:rPr lang="en-US" smtClean="0"/>
              <a:t>‹#›</a:t>
            </a:fld>
            <a:endParaRPr lang="en-US"/>
          </a:p>
        </p:txBody>
      </p:sp>
    </p:spTree>
    <p:extLst>
      <p:ext uri="{BB962C8B-B14F-4D97-AF65-F5344CB8AC3E}">
        <p14:creationId xmlns:p14="http://schemas.microsoft.com/office/powerpoint/2010/main" val="437395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10/17/2022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10/17/2022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10/17/2022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10/17/2022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10/17/2022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10/17/2022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10/17/2022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10/17/2022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10/17/2022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10/17/2022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10/17/2022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51E4-9C6C-05F2-2E11-E029CE5B23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99D73E-B466-607F-BE87-2AEDB6A2B4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D5CAF9-E805-07AA-69DF-64B40A701AD7}"/>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D0C398A5-4811-EAAA-2177-85AEBD0E1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96AADB-B579-541A-2699-DCE1B41EBCCC}"/>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3222494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7D7D-CCD4-E923-B2B7-1B9456FB47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A63291-5EC2-27F8-87D7-481BF3A237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120345-19F0-B18D-5088-70867718D1C6}"/>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8298A695-ED40-FBAF-251E-8D3E53EA23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7E19E-52F3-8941-9224-CA39E6A686B0}"/>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25745069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7730-3B74-CB6C-91FA-6E1A87F13E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2659F3-2D1B-77C8-8725-E717BB2267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13A6A4-3B20-AF4F-CD5C-97C812016069}"/>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0EF0C7A0-4408-1EFF-A867-F383BF18F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105D4-DA36-489F-E45E-AC8FBC4C7998}"/>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42436314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0C1CD-1D04-51F1-6D17-BC370E17BC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777504-D5D4-0D81-9B0A-C018A810A8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5B6E15-7A1E-3663-9358-B61254117E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E68CD5-12D9-06A1-B6C7-CBF93BFAE405}"/>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6" name="Footer Placeholder 5">
            <a:extLst>
              <a:ext uri="{FF2B5EF4-FFF2-40B4-BE49-F238E27FC236}">
                <a16:creationId xmlns:a16="http://schemas.microsoft.com/office/drawing/2014/main" id="{3B5B03A0-5731-316F-BBFF-32962BCCB2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FE31AE-C669-4852-1604-A73CC50ED880}"/>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22368897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CAD5-7234-ED5E-3B46-4CA589065F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762A1D-0ED0-9A66-0EC2-8C68AC4A5F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0DAE1B-7D05-D893-9541-801DB0CE58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B74196-9228-1CDE-B8C3-26126A00A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14DC9C-B47E-7DCD-8BF9-2415548CE6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219F81-A7EF-4CF2-582D-2A666366F804}"/>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8" name="Footer Placeholder 7">
            <a:extLst>
              <a:ext uri="{FF2B5EF4-FFF2-40B4-BE49-F238E27FC236}">
                <a16:creationId xmlns:a16="http://schemas.microsoft.com/office/drawing/2014/main" id="{AFFFC90A-D639-BFC1-661C-5720B0C5B4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E3C258-54EE-D800-8714-0900C4A39BB6}"/>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5700592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7627-C0B1-B0D6-9150-D414C5D159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B2A21C-35E0-BED5-0A58-430C1EC1E344}"/>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4" name="Footer Placeholder 3">
            <a:extLst>
              <a:ext uri="{FF2B5EF4-FFF2-40B4-BE49-F238E27FC236}">
                <a16:creationId xmlns:a16="http://schemas.microsoft.com/office/drawing/2014/main" id="{BEC5E6AC-4803-00FE-DF0F-CC10948C3B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82CD77-92FB-C5A1-8FCC-EFCA9C170767}"/>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30318408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D47B3-008D-3023-959A-E696B5ADE98F}"/>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3" name="Footer Placeholder 2">
            <a:extLst>
              <a:ext uri="{FF2B5EF4-FFF2-40B4-BE49-F238E27FC236}">
                <a16:creationId xmlns:a16="http://schemas.microsoft.com/office/drawing/2014/main" id="{3B9BB7C6-73B8-690A-8B5A-2F85A5C3F7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EC4313-E59A-9D47-C169-4F3D621A7AB5}"/>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669827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3692-E2C6-D77D-B63A-D1DA0307ED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903679-0CD9-802F-2F8B-577C956B19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0F86EA-BAB5-11BC-33D0-D351B817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1F6019-5771-91C6-1133-943435184FE8}"/>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6" name="Footer Placeholder 5">
            <a:extLst>
              <a:ext uri="{FF2B5EF4-FFF2-40B4-BE49-F238E27FC236}">
                <a16:creationId xmlns:a16="http://schemas.microsoft.com/office/drawing/2014/main" id="{F14D4E6F-BDE4-8DF9-2F60-AC151849DE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62A61D-9465-C2A9-11F9-10AE4A35D583}"/>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30567977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BA2D6-1937-1019-394D-E4AC93B02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7F7911-B762-F3DA-B993-7E1807756F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79D488-FA58-994C-9095-4D42349E12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FE045-08BB-4B91-0ECD-C9A4BB6C7B8D}"/>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6" name="Footer Placeholder 5">
            <a:extLst>
              <a:ext uri="{FF2B5EF4-FFF2-40B4-BE49-F238E27FC236}">
                <a16:creationId xmlns:a16="http://schemas.microsoft.com/office/drawing/2014/main" id="{DBCB250A-4E1A-FF82-544A-C5179A1CF7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F3088E-8DDE-964F-5D36-34EAF14F35E6}"/>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24238982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37D3-4B58-EFA9-092C-0459237894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40BEAC-E032-7103-B18B-51BEFDC503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FA4A4-D86D-F65C-BAAD-6354ADD699ED}"/>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A2733A34-8BDD-ECEB-6951-9075B6FCF2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BD92D-D59F-8A6A-C0C9-0F44149ADB5F}"/>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25105317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B35722-BBCD-3D61-55AE-60651EAC92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AB76B6-186B-3EB3-3555-17838E947D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752E5-FF21-8924-5BD3-BCBE08369BB0}"/>
              </a:ext>
            </a:extLst>
          </p:cNvPr>
          <p:cNvSpPr>
            <a:spLocks noGrp="1"/>
          </p:cNvSpPr>
          <p:nvPr>
            <p:ph type="dt" sz="half" idx="10"/>
          </p:nvPr>
        </p:nvSpPr>
        <p:spPr/>
        <p:txBody>
          <a:body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45F2F891-12E3-559B-17D9-EAB103CEFC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54ECE-6F0E-08E7-AF85-4CC24CB3DF1C}"/>
              </a:ext>
            </a:extLst>
          </p:cNvPr>
          <p:cNvSpPr>
            <a:spLocks noGrp="1"/>
          </p:cNvSpPr>
          <p:nvPr>
            <p:ph type="sldNum" sz="quarter" idx="12"/>
          </p:nvPr>
        </p:nvSpPr>
        <p:spPr/>
        <p:txBody>
          <a:bodyPr/>
          <a:lstStyle/>
          <a:p>
            <a:fld id="{56F4D21B-2EEC-6348-BB13-7D5A9FCE3A2F}" type="slidenum">
              <a:rPr lang="en-US" smtClean="0"/>
              <a:t>‹#›</a:t>
            </a:fld>
            <a:endParaRPr lang="en-US"/>
          </a:p>
        </p:txBody>
      </p:sp>
    </p:spTree>
    <p:extLst>
      <p:ext uri="{BB962C8B-B14F-4D97-AF65-F5344CB8AC3E}">
        <p14:creationId xmlns:p14="http://schemas.microsoft.com/office/powerpoint/2010/main" val="385865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528FE2-77BB-0CEB-2AC3-B89092A009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C457B2-7EF6-82DA-4838-97472EBEEC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2AF2A8-86FD-2E8D-8BAD-D08A5E6C7E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9FD48-7522-4506-BC50-6649A8586B90}" type="datetimeFigureOut">
              <a:rPr lang="en-US" smtClean="0"/>
              <a:t>10/17/2022</a:t>
            </a:fld>
            <a:endParaRPr lang="en-US"/>
          </a:p>
        </p:txBody>
      </p:sp>
      <p:sp>
        <p:nvSpPr>
          <p:cNvPr id="5" name="Footer Placeholder 4">
            <a:extLst>
              <a:ext uri="{FF2B5EF4-FFF2-40B4-BE49-F238E27FC236}">
                <a16:creationId xmlns:a16="http://schemas.microsoft.com/office/drawing/2014/main" id="{D2A12BEA-05A8-875D-9D13-9C3BC7A447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A16D87-F6D9-0927-6CC9-2E9A6A1344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A2FD1C-D001-4929-94BF-156D740D0F21}" type="slidenum">
              <a:rPr lang="en-US" smtClean="0"/>
              <a:t>‹#›</a:t>
            </a:fld>
            <a:endParaRPr lang="en-US"/>
          </a:p>
        </p:txBody>
      </p:sp>
    </p:spTree>
    <p:extLst>
      <p:ext uri="{BB962C8B-B14F-4D97-AF65-F5344CB8AC3E}">
        <p14:creationId xmlns:p14="http://schemas.microsoft.com/office/powerpoint/2010/main" val="11392157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10/17/2022</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0D11CE-9858-2B82-B12D-BB64C88AF4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F67DF3-25B4-8DA3-767A-F85DD0A3E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32979-F49D-5D53-14BE-54D4DA22A6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FCB987-1D34-7843-AA40-18B6CEB7AB3D}" type="datetimeFigureOut">
              <a:rPr lang="en-US" smtClean="0"/>
              <a:t>10/17/2022</a:t>
            </a:fld>
            <a:endParaRPr lang="en-US"/>
          </a:p>
        </p:txBody>
      </p:sp>
      <p:sp>
        <p:nvSpPr>
          <p:cNvPr id="5" name="Footer Placeholder 4">
            <a:extLst>
              <a:ext uri="{FF2B5EF4-FFF2-40B4-BE49-F238E27FC236}">
                <a16:creationId xmlns:a16="http://schemas.microsoft.com/office/drawing/2014/main" id="{387501B9-63AA-BFF0-57C2-31047D2446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336245-BF5D-5A64-8D6D-313C73CB01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F4D21B-2EEC-6348-BB13-7D5A9FCE3A2F}" type="slidenum">
              <a:rPr lang="en-US" smtClean="0"/>
              <a:t>‹#›</a:t>
            </a:fld>
            <a:endParaRPr lang="en-US"/>
          </a:p>
        </p:txBody>
      </p:sp>
    </p:spTree>
    <p:extLst>
      <p:ext uri="{BB962C8B-B14F-4D97-AF65-F5344CB8AC3E}">
        <p14:creationId xmlns:p14="http://schemas.microsoft.com/office/powerpoint/2010/main" val="1273839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zooboing/4747365699/"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hyperlink" Target="http://gis.stackexchange.com/questions/16044/why-cant-i-turn-on-a-map-view-in-google-earth" TargetMode="External"/><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hyperlink" Target="https://www.flickr.com/photos/jamesbondsv/8008251793" TargetMode="External"/><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hyperlink" Target="https://creativecommons.org/licenses/by-nc-sa/3.0/" TargetMode="Externa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erinwilliamson/3485930579" TargetMode="External"/><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hyperlink" Target="https://e110fall2020.wordpress.com/2020/12/03/creating-an-environment-of-negotiation/" TargetMode="External"/><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2.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5.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0376-86F5-C93D-17FE-C7EC5174CA70}"/>
              </a:ext>
            </a:extLst>
          </p:cNvPr>
          <p:cNvSpPr>
            <a:spLocks noGrp="1"/>
          </p:cNvSpPr>
          <p:nvPr>
            <p:ph type="title"/>
          </p:nvPr>
        </p:nvSpPr>
        <p:spPr/>
        <p:txBody>
          <a:bodyPr/>
          <a:lstStyle/>
          <a:p>
            <a:r>
              <a:rPr lang="en-US" dirty="0"/>
              <a:t>Story Board for CEC Student Maps</a:t>
            </a:r>
          </a:p>
        </p:txBody>
      </p:sp>
      <p:graphicFrame>
        <p:nvGraphicFramePr>
          <p:cNvPr id="6" name="Content Placeholder 5">
            <a:extLst>
              <a:ext uri="{FF2B5EF4-FFF2-40B4-BE49-F238E27FC236}">
                <a16:creationId xmlns:a16="http://schemas.microsoft.com/office/drawing/2014/main" id="{C07EA1F3-F0BF-144E-8FB0-AA989383E183}"/>
              </a:ext>
            </a:extLst>
          </p:cNvPr>
          <p:cNvGraphicFramePr>
            <a:graphicFrameLocks noGrp="1"/>
          </p:cNvGraphicFramePr>
          <p:nvPr>
            <p:ph idx="1"/>
            <p:extLst>
              <p:ext uri="{D42A27DB-BD31-4B8C-83A1-F6EECF244321}">
                <p14:modId xmlns:p14="http://schemas.microsoft.com/office/powerpoint/2010/main" val="3406970782"/>
              </p:ext>
            </p:extLst>
          </p:nvPr>
        </p:nvGraphicFramePr>
        <p:xfrm>
          <a:off x="3936364" y="3494437"/>
          <a:ext cx="4319271" cy="1017270"/>
        </p:xfrm>
        <a:graphic>
          <a:graphicData uri="http://schemas.openxmlformats.org/drawingml/2006/table">
            <a:tbl>
              <a:tblPr firstRow="1" firstCol="1" bandRow="1"/>
              <a:tblGrid>
                <a:gridCol w="1439757">
                  <a:extLst>
                    <a:ext uri="{9D8B030D-6E8A-4147-A177-3AD203B41FA5}">
                      <a16:colId xmlns:a16="http://schemas.microsoft.com/office/drawing/2014/main" val="1398232682"/>
                    </a:ext>
                  </a:extLst>
                </a:gridCol>
                <a:gridCol w="1439757">
                  <a:extLst>
                    <a:ext uri="{9D8B030D-6E8A-4147-A177-3AD203B41FA5}">
                      <a16:colId xmlns:a16="http://schemas.microsoft.com/office/drawing/2014/main" val="1028524325"/>
                    </a:ext>
                  </a:extLst>
                </a:gridCol>
                <a:gridCol w="1439757">
                  <a:extLst>
                    <a:ext uri="{9D8B030D-6E8A-4147-A177-3AD203B41FA5}">
                      <a16:colId xmlns:a16="http://schemas.microsoft.com/office/drawing/2014/main" val="3525105663"/>
                    </a:ext>
                  </a:extLst>
                </a:gridCol>
              </a:tblGrid>
              <a:tr h="255270">
                <a:tc>
                  <a:txBody>
                    <a:bodyPr/>
                    <a:lstStyle/>
                    <a:p>
                      <a:pPr marL="0" marR="0" algn="ctr">
                        <a:lnSpc>
                          <a:spcPct val="107000"/>
                        </a:lnSpc>
                        <a:spcBef>
                          <a:spcPts val="0"/>
                        </a:spcBef>
                        <a:spcAft>
                          <a:spcPts val="0"/>
                        </a:spcAft>
                      </a:pPr>
                      <a:r>
                        <a:rPr lang="en-US" sz="1100" dirty="0">
                          <a:solidFill>
                            <a:srgbClr val="000000"/>
                          </a:solidFill>
                          <a:effectLst/>
                          <a:latin typeface="+mn-lt"/>
                          <a:ea typeface="Times New Roman" panose="02020603050405020304" pitchFamily="18" charset="0"/>
                          <a:cs typeface="Times New Roman" panose="02020603050405020304" pitchFamily="18" charset="0"/>
                        </a:rPr>
                        <a:t>First Name</a:t>
                      </a:r>
                      <a:endParaRPr lang="en-US" sz="1100"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FC5E8"/>
                    </a:solidFill>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Last Name</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FC5E8"/>
                    </a:solidFill>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Email</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FC5E8"/>
                    </a:solidFill>
                  </a:tcPr>
                </a:tc>
                <a:extLst>
                  <a:ext uri="{0D108BD9-81ED-4DB2-BD59-A6C34878D82A}">
                    <a16:rowId xmlns:a16="http://schemas.microsoft.com/office/drawing/2014/main" val="763217744"/>
                  </a:ext>
                </a:extLst>
              </a:tr>
              <a:tr h="135255">
                <a:tc>
                  <a:txBody>
                    <a:bodyPr/>
                    <a:lstStyle/>
                    <a:p>
                      <a:pPr marL="0" marR="0" algn="ctr">
                        <a:lnSpc>
                          <a:spcPct val="107000"/>
                        </a:lnSpc>
                        <a:spcBef>
                          <a:spcPts val="0"/>
                        </a:spcBef>
                        <a:spcAft>
                          <a:spcPts val="0"/>
                        </a:spcAft>
                      </a:pPr>
                      <a:r>
                        <a:rPr lang="en-US" sz="1100">
                          <a:effectLst/>
                          <a:latin typeface="+mn-lt"/>
                          <a:ea typeface="Times New Roman" panose="02020603050405020304" pitchFamily="18" charset="0"/>
                          <a:cs typeface="Times New Roman" panose="02020603050405020304" pitchFamily="18" charset="0"/>
                        </a:rPr>
                        <a:t>Ty</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effectLst/>
                          <a:latin typeface="+mn-lt"/>
                          <a:ea typeface="Times New Roman" panose="02020603050405020304" pitchFamily="18" charset="0"/>
                          <a:cs typeface="Times New Roman" panose="02020603050405020304" pitchFamily="18" charset="0"/>
                        </a:rPr>
                        <a:t>Bettis</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tbettis@email.sc.edu</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3353960"/>
                  </a:ext>
                </a:extLst>
              </a:tr>
              <a:tr h="135255">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Jay</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Cunningham</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jamyius@email.sc.edu</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4108215"/>
                  </a:ext>
                </a:extLst>
              </a:tr>
              <a:tr h="123825">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Quintarius</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Floyd</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qfloyd@email.sc.edu</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6491693"/>
                  </a:ext>
                </a:extLst>
              </a:tr>
              <a:tr h="112395">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Jacob</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mn-lt"/>
                          <a:ea typeface="Times New Roman" panose="02020603050405020304" pitchFamily="18" charset="0"/>
                          <a:cs typeface="Times New Roman" panose="02020603050405020304" pitchFamily="18" charset="0"/>
                        </a:rPr>
                        <a:t>Vaught</a:t>
                      </a:r>
                      <a:endParaRPr lang="en-US" sz="110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dirty="0">
                          <a:solidFill>
                            <a:srgbClr val="000000"/>
                          </a:solidFill>
                          <a:effectLst/>
                          <a:latin typeface="+mn-lt"/>
                          <a:ea typeface="Times New Roman" panose="02020603050405020304" pitchFamily="18" charset="0"/>
                          <a:cs typeface="Times New Roman" panose="02020603050405020304" pitchFamily="18" charset="0"/>
                        </a:rPr>
                        <a:t>jvaught@sc.edu</a:t>
                      </a:r>
                      <a:endParaRPr lang="en-US" sz="1100"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242352"/>
                  </a:ext>
                </a:extLst>
              </a:tr>
            </a:tbl>
          </a:graphicData>
        </a:graphic>
      </p:graphicFrame>
      <p:sp>
        <p:nvSpPr>
          <p:cNvPr id="7" name="Rectangle 2">
            <a:extLst>
              <a:ext uri="{FF2B5EF4-FFF2-40B4-BE49-F238E27FC236}">
                <a16:creationId xmlns:a16="http://schemas.microsoft.com/office/drawing/2014/main" id="{B7741463-83BD-1386-6A77-D7F236E3BB4D}"/>
              </a:ext>
            </a:extLst>
          </p:cNvPr>
          <p:cNvSpPr>
            <a:spLocks noChangeArrowheads="1"/>
          </p:cNvSpPr>
          <p:nvPr/>
        </p:nvSpPr>
        <p:spPr bwMode="auto">
          <a:xfrm>
            <a:off x="4135223" y="1917013"/>
            <a:ext cx="392155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CSCE 190</a:t>
            </a:r>
            <a:endParaRPr kumimoji="0" lang="en-US" altLang="en-US" sz="105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Assignment Name: Storyboard</a:t>
            </a:r>
            <a:endParaRPr kumimoji="0" lang="en-US" altLang="en-US" sz="105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Group Name: </a:t>
            </a:r>
            <a:r>
              <a:rPr kumimoji="0" lang="en-US" altLang="en-US" sz="2000" b="1"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CEC Student Maps</a:t>
            </a:r>
            <a:endParaRPr kumimoji="0" lang="en-US" altLang="en-US" sz="105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Team Members who contributed:</a:t>
            </a:r>
            <a:endParaRPr kumimoji="0" lang="en-US" altLang="en-US" sz="105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407719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50C9-2385-4F4B-D222-34CB3604BC7A}"/>
              </a:ext>
            </a:extLst>
          </p:cNvPr>
          <p:cNvSpPr>
            <a:spLocks noGrp="1"/>
          </p:cNvSpPr>
          <p:nvPr>
            <p:ph type="ctrTitle"/>
          </p:nvPr>
        </p:nvSpPr>
        <p:spPr/>
        <p:txBody>
          <a:bodyPr/>
          <a:lstStyle/>
          <a:p>
            <a:r>
              <a:rPr lang="en-US" dirty="0"/>
              <a:t>Jacob Vaught </a:t>
            </a:r>
          </a:p>
        </p:txBody>
      </p:sp>
      <p:sp>
        <p:nvSpPr>
          <p:cNvPr id="3" name="Subtitle 2">
            <a:extLst>
              <a:ext uri="{FF2B5EF4-FFF2-40B4-BE49-F238E27FC236}">
                <a16:creationId xmlns:a16="http://schemas.microsoft.com/office/drawing/2014/main" id="{7A2B1FD1-5CF6-BAEB-E696-9369E844E000}"/>
              </a:ext>
            </a:extLst>
          </p:cNvPr>
          <p:cNvSpPr>
            <a:spLocks noGrp="1"/>
          </p:cNvSpPr>
          <p:nvPr>
            <p:ph type="subTitle" idx="1"/>
          </p:nvPr>
        </p:nvSpPr>
        <p:spPr/>
        <p:txBody>
          <a:bodyPr/>
          <a:lstStyle/>
          <a:p>
            <a:r>
              <a:rPr lang="en-US" dirty="0"/>
              <a:t>Mr. Hendrick</a:t>
            </a:r>
          </a:p>
        </p:txBody>
      </p:sp>
    </p:spTree>
    <p:extLst>
      <p:ext uri="{BB962C8B-B14F-4D97-AF65-F5344CB8AC3E}">
        <p14:creationId xmlns:p14="http://schemas.microsoft.com/office/powerpoint/2010/main" val="2283610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365126"/>
            <a:ext cx="10515600" cy="773864"/>
          </a:xfrm>
        </p:spPr>
        <p:txBody>
          <a:bodyPr>
            <a:normAutofit fontScale="90000"/>
          </a:bodyPr>
          <a:lstStyle/>
          <a:p>
            <a:r>
              <a:rPr lang="en-US" sz="2400" dirty="0"/>
              <a:t>Mr. Hendrick has an important meeting with the dean of the Engineering college at 2PM to discuss philanthropic opportunities. </a:t>
            </a:r>
            <a:br>
              <a:rPr lang="en-US" sz="2400" dirty="0"/>
            </a:br>
            <a:endParaRPr lang="en-US" sz="2400" dirty="0"/>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38990"/>
            <a:ext cx="8578514" cy="5719010"/>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Tree>
    <p:extLst>
      <p:ext uri="{BB962C8B-B14F-4D97-AF65-F5344CB8AC3E}">
        <p14:creationId xmlns:p14="http://schemas.microsoft.com/office/powerpoint/2010/main" val="288445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365126"/>
            <a:ext cx="10515600" cy="773864"/>
          </a:xfrm>
        </p:spPr>
        <p:txBody>
          <a:bodyPr>
            <a:normAutofit fontScale="90000"/>
          </a:bodyPr>
          <a:lstStyle/>
          <a:p>
            <a:r>
              <a:rPr lang="en-US" sz="2400" dirty="0"/>
              <a:t>Unfortunately, Mr. Hendrick is running behind due to a previous meeting with Clemson running over.  Also, The Dean decided to meet in the “Surplus”, and No one knows where it is.</a:t>
            </a:r>
            <a:br>
              <a:rPr lang="en-US" sz="2400" dirty="0"/>
            </a:br>
            <a:endParaRPr lang="en-US" sz="2400" dirty="0"/>
          </a:p>
        </p:txBody>
      </p:sp>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pic>
        <p:nvPicPr>
          <p:cNvPr id="4" name="Picture 3">
            <a:extLst>
              <a:ext uri="{FF2B5EF4-FFF2-40B4-BE49-F238E27FC236}">
                <a16:creationId xmlns:a16="http://schemas.microsoft.com/office/drawing/2014/main" id="{CD1A5BEB-498D-53E0-29E6-82A7FB821DC6}"/>
              </a:ext>
            </a:extLst>
          </p:cNvPr>
          <p:cNvPicPr>
            <a:picLocks noChangeAspect="1"/>
          </p:cNvPicPr>
          <p:nvPr/>
        </p:nvPicPr>
        <p:blipFill>
          <a:blip r:embed="rId3"/>
          <a:stretch>
            <a:fillRect/>
          </a:stretch>
        </p:blipFill>
        <p:spPr>
          <a:xfrm>
            <a:off x="838200" y="1825624"/>
            <a:ext cx="7732604" cy="4232287"/>
          </a:xfrm>
          <a:prstGeom prst="rect">
            <a:avLst/>
          </a:prstGeom>
        </p:spPr>
      </p:pic>
    </p:spTree>
    <p:extLst>
      <p:ext uri="{BB962C8B-B14F-4D97-AF65-F5344CB8AC3E}">
        <p14:creationId xmlns:p14="http://schemas.microsoft.com/office/powerpoint/2010/main" val="3469919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365126"/>
            <a:ext cx="10515600" cy="773864"/>
          </a:xfrm>
        </p:spPr>
        <p:txBody>
          <a:bodyPr>
            <a:normAutofit fontScale="90000"/>
          </a:bodyPr>
          <a:lstStyle/>
          <a:p>
            <a:r>
              <a:rPr lang="en-US" sz="2400" dirty="0"/>
              <a:t>He goes on google, but due to the building being older, it has not been added to Google Maps. He tries to call the dean but can’t contact him.</a:t>
            </a:r>
            <a:br>
              <a:rPr lang="en-US" sz="2400" dirty="0"/>
            </a:br>
            <a:endParaRPr lang="en-US" sz="2400" dirty="0"/>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1226356" y="1138990"/>
            <a:ext cx="6125801" cy="5719010"/>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
        <p:nvSpPr>
          <p:cNvPr id="3" name="TextBox 2">
            <a:extLst>
              <a:ext uri="{FF2B5EF4-FFF2-40B4-BE49-F238E27FC236}">
                <a16:creationId xmlns:a16="http://schemas.microsoft.com/office/drawing/2014/main" id="{18A23295-9208-4D5D-0B51-E0A587CEE6CF}"/>
              </a:ext>
            </a:extLst>
          </p:cNvPr>
          <p:cNvSpPr txBox="1"/>
          <p:nvPr/>
        </p:nvSpPr>
        <p:spPr>
          <a:xfrm>
            <a:off x="1226356" y="6858000"/>
            <a:ext cx="6125801" cy="230832"/>
          </a:xfrm>
          <a:prstGeom prst="rect">
            <a:avLst/>
          </a:prstGeom>
          <a:noFill/>
        </p:spPr>
        <p:txBody>
          <a:bodyPr wrap="square" rtlCol="0">
            <a:spAutoFit/>
          </a:bodyPr>
          <a:lstStyle/>
          <a:p>
            <a:r>
              <a:rPr lang="en-US" sz="900">
                <a:hlinkClick r:id="rId3" tooltip="https://www.flickr.com/photos/zooboing/4747365699/"/>
              </a:rPr>
              <a:t>This Photo</a:t>
            </a:r>
            <a:r>
              <a:rPr lang="en-US" sz="900"/>
              <a:t> by Unknown Author is licensed under </a:t>
            </a:r>
            <a:r>
              <a:rPr lang="en-US" sz="900">
                <a:hlinkClick r:id="rId5" tooltip="https://creativecommons.org/licenses/by/3.0/"/>
              </a:rPr>
              <a:t>CC BY</a:t>
            </a:r>
            <a:endParaRPr lang="en-US" sz="900"/>
          </a:p>
        </p:txBody>
      </p:sp>
    </p:spTree>
    <p:extLst>
      <p:ext uri="{BB962C8B-B14F-4D97-AF65-F5344CB8AC3E}">
        <p14:creationId xmlns:p14="http://schemas.microsoft.com/office/powerpoint/2010/main" val="1671592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365126"/>
            <a:ext cx="10515600" cy="773864"/>
          </a:xfrm>
        </p:spPr>
        <p:txBody>
          <a:bodyPr>
            <a:normAutofit fontScale="90000"/>
          </a:bodyPr>
          <a:lstStyle/>
          <a:p>
            <a:r>
              <a:rPr lang="en-US" sz="2400" dirty="0"/>
              <a:t>Then He remembers a recent Senior Design Project For Computer Science students. A navigational app for the University. He types the name into the app and gets AR Directions immediately. </a:t>
            </a:r>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0" y="1691668"/>
            <a:ext cx="8578514" cy="4613654"/>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
        <p:nvSpPr>
          <p:cNvPr id="3" name="TextBox 2">
            <a:extLst>
              <a:ext uri="{FF2B5EF4-FFF2-40B4-BE49-F238E27FC236}">
                <a16:creationId xmlns:a16="http://schemas.microsoft.com/office/drawing/2014/main" id="{6D0ED509-7C08-E961-DECA-5F72F0009703}"/>
              </a:ext>
            </a:extLst>
          </p:cNvPr>
          <p:cNvSpPr txBox="1"/>
          <p:nvPr/>
        </p:nvSpPr>
        <p:spPr>
          <a:xfrm>
            <a:off x="0" y="6305322"/>
            <a:ext cx="8578514" cy="230832"/>
          </a:xfrm>
          <a:prstGeom prst="rect">
            <a:avLst/>
          </a:prstGeom>
          <a:noFill/>
        </p:spPr>
        <p:txBody>
          <a:bodyPr wrap="square" rtlCol="0">
            <a:spAutoFit/>
          </a:bodyPr>
          <a:lstStyle/>
          <a:p>
            <a:r>
              <a:rPr lang="en-US" sz="900">
                <a:hlinkClick r:id="rId3" tooltip="http://gis.stackexchange.com/questions/16044/why-cant-i-turn-on-a-map-view-in-google-earth"/>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190402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356430"/>
            <a:ext cx="10515600" cy="773864"/>
          </a:xfrm>
        </p:spPr>
        <p:txBody>
          <a:bodyPr>
            <a:normAutofit fontScale="90000"/>
          </a:bodyPr>
          <a:lstStyle/>
          <a:p>
            <a:r>
              <a:rPr lang="en-US" sz="2400" dirty="0"/>
              <a:t>He utilizes the location sharing feature in the app to share his location with the dean and utilizes the bus-tracking features to catch the closest bus to get to the warehouse as soon as possible</a:t>
            </a:r>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2385899" y="1138990"/>
            <a:ext cx="3806715" cy="5719010"/>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
        <p:nvSpPr>
          <p:cNvPr id="3" name="TextBox 2">
            <a:extLst>
              <a:ext uri="{FF2B5EF4-FFF2-40B4-BE49-F238E27FC236}">
                <a16:creationId xmlns:a16="http://schemas.microsoft.com/office/drawing/2014/main" id="{831E0DF2-8F0A-C92E-9134-6BFE9B1D6D17}"/>
              </a:ext>
            </a:extLst>
          </p:cNvPr>
          <p:cNvSpPr txBox="1"/>
          <p:nvPr/>
        </p:nvSpPr>
        <p:spPr>
          <a:xfrm>
            <a:off x="2385899" y="6858000"/>
            <a:ext cx="3806715" cy="230832"/>
          </a:xfrm>
          <a:prstGeom prst="rect">
            <a:avLst/>
          </a:prstGeom>
          <a:noFill/>
        </p:spPr>
        <p:txBody>
          <a:bodyPr wrap="square" rtlCol="0">
            <a:spAutoFit/>
          </a:bodyPr>
          <a:lstStyle/>
          <a:p>
            <a:r>
              <a:rPr lang="en-US" sz="900">
                <a:hlinkClick r:id="rId3" tooltip="https://www.flickr.com/photos/jamesbondsv/8008251793"/>
              </a:rPr>
              <a:t>This Photo</a:t>
            </a:r>
            <a:r>
              <a:rPr lang="en-US" sz="900"/>
              <a:t> by Unknown Author is licensed under </a:t>
            </a:r>
            <a:r>
              <a:rPr lang="en-US" sz="900">
                <a:hlinkClick r:id="rId5" tooltip="https://creativecommons.org/licenses/by-nc-sa/3.0/"/>
              </a:rPr>
              <a:t>CC BY-SA-NC</a:t>
            </a:r>
            <a:endParaRPr lang="en-US" sz="900"/>
          </a:p>
        </p:txBody>
      </p:sp>
    </p:spTree>
    <p:extLst>
      <p:ext uri="{BB962C8B-B14F-4D97-AF65-F5344CB8AC3E}">
        <p14:creationId xmlns:p14="http://schemas.microsoft.com/office/powerpoint/2010/main" val="1782471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244135"/>
            <a:ext cx="10515600" cy="773864"/>
          </a:xfrm>
        </p:spPr>
        <p:txBody>
          <a:bodyPr>
            <a:normAutofit fontScale="90000"/>
          </a:bodyPr>
          <a:lstStyle/>
          <a:p>
            <a:r>
              <a:rPr lang="en-US" sz="2400" dirty="0"/>
              <a:t>When he gets to the warehouse, he realizes that there are multiple buildings and needs to go to the correct one. The app has contextual awareness and reads all his emails and when he goes to search, it pushes the correct building to the top of the list.</a:t>
            </a:r>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468624" y="1138990"/>
            <a:ext cx="7641265" cy="5719010"/>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
        <p:nvSpPr>
          <p:cNvPr id="3" name="TextBox 2">
            <a:extLst>
              <a:ext uri="{FF2B5EF4-FFF2-40B4-BE49-F238E27FC236}">
                <a16:creationId xmlns:a16="http://schemas.microsoft.com/office/drawing/2014/main" id="{7C6A4DD3-E8A8-B382-1FAA-64F3510437BC}"/>
              </a:ext>
            </a:extLst>
          </p:cNvPr>
          <p:cNvSpPr txBox="1"/>
          <p:nvPr/>
        </p:nvSpPr>
        <p:spPr>
          <a:xfrm>
            <a:off x="468624" y="6858000"/>
            <a:ext cx="7641265" cy="230832"/>
          </a:xfrm>
          <a:prstGeom prst="rect">
            <a:avLst/>
          </a:prstGeom>
          <a:noFill/>
        </p:spPr>
        <p:txBody>
          <a:bodyPr wrap="square" rtlCol="0">
            <a:spAutoFit/>
          </a:bodyPr>
          <a:lstStyle/>
          <a:p>
            <a:r>
              <a:rPr lang="en-US" sz="900">
                <a:hlinkClick r:id="rId3" tooltip="https://www.flickr.com/photos/erinwilliamson/3485930579"/>
              </a:rPr>
              <a:t>This Photo</a:t>
            </a:r>
            <a:r>
              <a:rPr lang="en-US" sz="900"/>
              <a:t> by Unknown Author is licensed under </a:t>
            </a:r>
            <a:r>
              <a:rPr lang="en-US" sz="900">
                <a:hlinkClick r:id="rId5" tooltip="https://creativecommons.org/licenses/by-nc-nd/3.0/"/>
              </a:rPr>
              <a:t>CC BY-NC-ND</a:t>
            </a:r>
            <a:endParaRPr lang="en-US" sz="900"/>
          </a:p>
        </p:txBody>
      </p:sp>
    </p:spTree>
    <p:extLst>
      <p:ext uri="{BB962C8B-B14F-4D97-AF65-F5344CB8AC3E}">
        <p14:creationId xmlns:p14="http://schemas.microsoft.com/office/powerpoint/2010/main" val="4012393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AE15-3E4C-20CF-D508-AF8D7AB03C1E}"/>
              </a:ext>
            </a:extLst>
          </p:cNvPr>
          <p:cNvSpPr>
            <a:spLocks noGrp="1"/>
          </p:cNvSpPr>
          <p:nvPr>
            <p:ph type="title"/>
          </p:nvPr>
        </p:nvSpPr>
        <p:spPr>
          <a:xfrm>
            <a:off x="838200" y="244135"/>
            <a:ext cx="10515600" cy="773864"/>
          </a:xfrm>
        </p:spPr>
        <p:txBody>
          <a:bodyPr>
            <a:normAutofit/>
          </a:bodyPr>
          <a:lstStyle/>
          <a:p>
            <a:r>
              <a:rPr lang="en-US" sz="2400" dirty="0"/>
              <a:t>Thanks to the App, his meeting is saved, and negotiates a better deal than Clemson!</a:t>
            </a:r>
          </a:p>
        </p:txBody>
      </p:sp>
      <p:pic>
        <p:nvPicPr>
          <p:cNvPr id="5" name="Content Placeholder 4">
            <a:extLst>
              <a:ext uri="{FF2B5EF4-FFF2-40B4-BE49-F238E27FC236}">
                <a16:creationId xmlns:a16="http://schemas.microsoft.com/office/drawing/2014/main" id="{91833FF5-DA24-2206-4E48-5A3783012BE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0" y="1138990"/>
            <a:ext cx="8578514" cy="5719009"/>
          </a:xfrm>
        </p:spPr>
      </p:pic>
      <p:pic>
        <p:nvPicPr>
          <p:cNvPr id="7" name="Picture 6">
            <a:extLst>
              <a:ext uri="{FF2B5EF4-FFF2-40B4-BE49-F238E27FC236}">
                <a16:creationId xmlns:a16="http://schemas.microsoft.com/office/drawing/2014/main" id="{660869BE-0C93-BADF-1D75-5087ABBDA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556" y="1882351"/>
            <a:ext cx="3597444" cy="4232287"/>
          </a:xfrm>
          <a:prstGeom prst="rect">
            <a:avLst/>
          </a:prstGeom>
        </p:spPr>
      </p:pic>
      <p:sp>
        <p:nvSpPr>
          <p:cNvPr id="3" name="TextBox 2">
            <a:extLst>
              <a:ext uri="{FF2B5EF4-FFF2-40B4-BE49-F238E27FC236}">
                <a16:creationId xmlns:a16="http://schemas.microsoft.com/office/drawing/2014/main" id="{98A3FCCE-C269-5BAD-2028-E1A181BE2B66}"/>
              </a:ext>
            </a:extLst>
          </p:cNvPr>
          <p:cNvSpPr txBox="1"/>
          <p:nvPr/>
        </p:nvSpPr>
        <p:spPr>
          <a:xfrm>
            <a:off x="0" y="6857999"/>
            <a:ext cx="8578514" cy="230832"/>
          </a:xfrm>
          <a:prstGeom prst="rect">
            <a:avLst/>
          </a:prstGeom>
          <a:noFill/>
        </p:spPr>
        <p:txBody>
          <a:bodyPr wrap="square" rtlCol="0">
            <a:spAutoFit/>
          </a:bodyPr>
          <a:lstStyle/>
          <a:p>
            <a:r>
              <a:rPr lang="en-US" sz="900">
                <a:hlinkClick r:id="rId3" tooltip="https://e110fall2020.wordpress.com/2020/12/03/creating-an-environment-of-negotiation/"/>
              </a:rPr>
              <a:t>This Photo</a:t>
            </a:r>
            <a:r>
              <a:rPr lang="en-US" sz="900"/>
              <a:t> by Unknown Author is licensed under </a:t>
            </a:r>
            <a:r>
              <a:rPr lang="en-US" sz="900">
                <a:hlinkClick r:id="rId5" tooltip="https://creativecommons.org/licenses/by-nc/3.0/"/>
              </a:rPr>
              <a:t>CC BY-NC</a:t>
            </a:r>
            <a:endParaRPr lang="en-US" sz="900"/>
          </a:p>
        </p:txBody>
      </p:sp>
    </p:spTree>
    <p:extLst>
      <p:ext uri="{BB962C8B-B14F-4D97-AF65-F5344CB8AC3E}">
        <p14:creationId xmlns:p14="http://schemas.microsoft.com/office/powerpoint/2010/main" val="1702999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7D273-4C84-85CB-CF2D-2A86FDC2072A}"/>
              </a:ext>
            </a:extLst>
          </p:cNvPr>
          <p:cNvSpPr>
            <a:spLocks noGrp="1"/>
          </p:cNvSpPr>
          <p:nvPr>
            <p:ph type="ctrTitle"/>
          </p:nvPr>
        </p:nvSpPr>
        <p:spPr/>
        <p:txBody>
          <a:bodyPr/>
          <a:lstStyle/>
          <a:p>
            <a:r>
              <a:rPr lang="en-US" dirty="0"/>
              <a:t>Emily </a:t>
            </a:r>
          </a:p>
        </p:txBody>
      </p:sp>
      <p:sp>
        <p:nvSpPr>
          <p:cNvPr id="3" name="Subtitle 2">
            <a:extLst>
              <a:ext uri="{FF2B5EF4-FFF2-40B4-BE49-F238E27FC236}">
                <a16:creationId xmlns:a16="http://schemas.microsoft.com/office/drawing/2014/main" id="{7A63D8D6-6481-B628-5898-C115ADC3385A}"/>
              </a:ext>
            </a:extLst>
          </p:cNvPr>
          <p:cNvSpPr>
            <a:spLocks noGrp="1"/>
          </p:cNvSpPr>
          <p:nvPr>
            <p:ph type="subTitle" idx="1"/>
          </p:nvPr>
        </p:nvSpPr>
        <p:spPr/>
        <p:txBody>
          <a:bodyPr>
            <a:normAutofit/>
          </a:bodyPr>
          <a:lstStyle/>
          <a:p>
            <a:r>
              <a:rPr lang="en-US" sz="2400" dirty="0"/>
              <a:t>Produced and Written by Ty Bettis </a:t>
            </a:r>
          </a:p>
        </p:txBody>
      </p:sp>
    </p:spTree>
    <p:extLst>
      <p:ext uri="{BB962C8B-B14F-4D97-AF65-F5344CB8AC3E}">
        <p14:creationId xmlns:p14="http://schemas.microsoft.com/office/powerpoint/2010/main" val="1536688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TextBox 23">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26" name="Rectangle 25">
            <a:extLst>
              <a:ext uri="{FF2B5EF4-FFF2-40B4-BE49-F238E27FC236}">
                <a16:creationId xmlns:a16="http://schemas.microsoft.com/office/drawing/2014/main" id="{662F7B5F-69B9-41D9-BD9A-2A7F1118B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B484EE50-7D13-4A99-9152-609AE84ACF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0" name="Picture 29">
            <a:extLst>
              <a:ext uri="{FF2B5EF4-FFF2-40B4-BE49-F238E27FC236}">
                <a16:creationId xmlns:a16="http://schemas.microsoft.com/office/drawing/2014/main" id="{8F607DBD-3FFF-424E-80D2-8061AC5FE7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2" name="Rectangle 31">
            <a:extLst>
              <a:ext uri="{FF2B5EF4-FFF2-40B4-BE49-F238E27FC236}">
                <a16:creationId xmlns:a16="http://schemas.microsoft.com/office/drawing/2014/main" id="{0CA1AF17-15FE-4FB8-A4CB-942AC1349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901EDCD-40E3-40D5-BCE4-803F7A4D6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6E840EA-C6A5-48DA-A3B5-BE430C89C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7FAEA2-D3E5-670E-A0C0-0806ACC3462A}"/>
              </a:ext>
            </a:extLst>
          </p:cNvPr>
          <p:cNvSpPr>
            <a:spLocks noGrp="1"/>
          </p:cNvSpPr>
          <p:nvPr>
            <p:ph type="title"/>
          </p:nvPr>
        </p:nvSpPr>
        <p:spPr>
          <a:xfrm>
            <a:off x="1969804" y="3428998"/>
            <a:ext cx="2819723" cy="2782477"/>
          </a:xfrm>
        </p:spPr>
        <p:txBody>
          <a:bodyPr vert="horz" lIns="91440" tIns="45720" rIns="91440" bIns="45720" rtlCol="0" anchor="t">
            <a:normAutofit/>
          </a:bodyPr>
          <a:lstStyle/>
          <a:p>
            <a:r>
              <a:rPr lang="en-US" sz="2000"/>
              <a:t>Emily has just finished a stressful shift at her cashier job and has her first nursing exam, later on in the evening , that she cannot be late to. </a:t>
            </a:r>
            <a:br>
              <a:rPr lang="en-US" sz="2000"/>
            </a:br>
            <a:endParaRPr lang="en-US" sz="2000"/>
          </a:p>
        </p:txBody>
      </p:sp>
      <p:pic>
        <p:nvPicPr>
          <p:cNvPr id="7" name="Content Placeholder 6">
            <a:extLst>
              <a:ext uri="{FF2B5EF4-FFF2-40B4-BE49-F238E27FC236}">
                <a16:creationId xmlns:a16="http://schemas.microsoft.com/office/drawing/2014/main" id="{B6FD97EC-516B-2AA4-91B0-A70707FCBF98}"/>
              </a:ext>
            </a:extLst>
          </p:cNvPr>
          <p:cNvPicPr>
            <a:picLocks noGrp="1" noChangeAspect="1"/>
          </p:cNvPicPr>
          <p:nvPr>
            <p:ph idx="1"/>
          </p:nvPr>
        </p:nvPicPr>
        <p:blipFill rotWithShape="1">
          <a:blip r:embed="rId5"/>
          <a:srcRect l="12976" r="15347" b="1"/>
          <a:stretch/>
        </p:blipFill>
        <p:spPr>
          <a:xfrm>
            <a:off x="5444747" y="647191"/>
            <a:ext cx="5297322" cy="5564284"/>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8" name="Rectangle 37">
            <a:extLst>
              <a:ext uri="{FF2B5EF4-FFF2-40B4-BE49-F238E27FC236}">
                <a16:creationId xmlns:a16="http://schemas.microsoft.com/office/drawing/2014/main" id="{84AC7A41-04AF-4CF9-A478-43411F9B5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747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62" name="Picture 33">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63" name="Picture 35">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64" name="Rectangle 37">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 name="Rectangle 39">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 name="Rectangle 41">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 name="Rectangle 43">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 name="TextBox 45">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69" name="Rectangle 47">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49">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71" name="Picture 51">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72" name="Rectangle 53">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55">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57">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A28212-BDC0-E9A8-6CDA-8079E95C71AA}"/>
              </a:ext>
            </a:extLst>
          </p:cNvPr>
          <p:cNvSpPr>
            <a:spLocks noGrp="1"/>
          </p:cNvSpPr>
          <p:nvPr>
            <p:ph type="title"/>
          </p:nvPr>
        </p:nvSpPr>
        <p:spPr>
          <a:xfrm>
            <a:off x="1969804" y="3428998"/>
            <a:ext cx="2668479" cy="2268559"/>
          </a:xfrm>
        </p:spPr>
        <p:txBody>
          <a:bodyPr vert="horz" lIns="91440" tIns="45720" rIns="91440" bIns="45720" rtlCol="0" anchor="t">
            <a:normAutofit/>
          </a:bodyPr>
          <a:lstStyle/>
          <a:p>
            <a:r>
              <a:rPr lang="en-US" sz="2200"/>
              <a:t>This is her first time having an exam right after work and she is hoping she can make it to class in time. </a:t>
            </a:r>
            <a:br>
              <a:rPr lang="en-US" sz="2200"/>
            </a:br>
            <a:endParaRPr lang="en-US" sz="2200"/>
          </a:p>
        </p:txBody>
      </p:sp>
      <p:pic>
        <p:nvPicPr>
          <p:cNvPr id="6" name="Picture 5">
            <a:extLst>
              <a:ext uri="{FF2B5EF4-FFF2-40B4-BE49-F238E27FC236}">
                <a16:creationId xmlns:a16="http://schemas.microsoft.com/office/drawing/2014/main" id="{59E6FFB4-D781-F161-72E9-A56F16559814}"/>
              </a:ext>
            </a:extLst>
          </p:cNvPr>
          <p:cNvPicPr>
            <a:picLocks noChangeAspect="1"/>
          </p:cNvPicPr>
          <p:nvPr/>
        </p:nvPicPr>
        <p:blipFill rotWithShape="1">
          <a:blip r:embed="rId5"/>
          <a:srcRect l="7026" r="8594"/>
          <a:stretch/>
        </p:blipFill>
        <p:spPr>
          <a:xfrm>
            <a:off x="5833871" y="647191"/>
            <a:ext cx="4519074" cy="5564284"/>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75" name="Rectangle 59">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97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TextBox 20">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743E6-765F-37B3-367B-1EAFBBBE64C5}"/>
              </a:ext>
            </a:extLst>
          </p:cNvPr>
          <p:cNvSpPr>
            <a:spLocks noGrp="1"/>
          </p:cNvSpPr>
          <p:nvPr>
            <p:ph type="title"/>
          </p:nvPr>
        </p:nvSpPr>
        <p:spPr>
          <a:xfrm>
            <a:off x="1969804" y="3428998"/>
            <a:ext cx="2668479" cy="2268559"/>
          </a:xfrm>
        </p:spPr>
        <p:txBody>
          <a:bodyPr vert="horz" lIns="91440" tIns="45720" rIns="91440" bIns="45720" rtlCol="0" anchor="t">
            <a:normAutofit/>
          </a:bodyPr>
          <a:lstStyle/>
          <a:p>
            <a:r>
              <a:rPr lang="en-US" sz="1800"/>
              <a:t>She uses an outdated gps that doesn’t give her alternative routes, traffic updates, and the location of where the building is she is looking for.</a:t>
            </a:r>
            <a:br>
              <a:rPr lang="en-US" sz="1800"/>
            </a:br>
            <a:endParaRPr lang="en-US" sz="1800"/>
          </a:p>
        </p:txBody>
      </p:sp>
      <p:pic>
        <p:nvPicPr>
          <p:cNvPr id="4" name="Content Placeholder 3">
            <a:extLst>
              <a:ext uri="{FF2B5EF4-FFF2-40B4-BE49-F238E27FC236}">
                <a16:creationId xmlns:a16="http://schemas.microsoft.com/office/drawing/2014/main" id="{6AC25AEA-93F8-A5D0-D6B1-A9F36F31451D}"/>
              </a:ext>
            </a:extLst>
          </p:cNvPr>
          <p:cNvPicPr>
            <a:picLocks noGrp="1" noChangeAspect="1"/>
          </p:cNvPicPr>
          <p:nvPr>
            <p:ph idx="1"/>
          </p:nvPr>
        </p:nvPicPr>
        <p:blipFill>
          <a:blip r:embed="rId5"/>
          <a:stretch>
            <a:fillRect/>
          </a:stretch>
        </p:blipFill>
        <p:spPr>
          <a:xfrm>
            <a:off x="5444747" y="1780542"/>
            <a:ext cx="5297322" cy="329758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5" name="Rectangle 34">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822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TextBox 20">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6465B-B511-ABB2-3E30-E4A9C061715A}"/>
              </a:ext>
            </a:extLst>
          </p:cNvPr>
          <p:cNvSpPr>
            <a:spLocks noGrp="1"/>
          </p:cNvSpPr>
          <p:nvPr>
            <p:ph type="title"/>
          </p:nvPr>
        </p:nvSpPr>
        <p:spPr>
          <a:xfrm>
            <a:off x="1969804" y="3428998"/>
            <a:ext cx="2668479" cy="2268559"/>
          </a:xfrm>
        </p:spPr>
        <p:txBody>
          <a:bodyPr vert="horz" lIns="91440" tIns="45720" rIns="91440" bIns="45720" rtlCol="0" anchor="t">
            <a:normAutofit/>
          </a:bodyPr>
          <a:lstStyle/>
          <a:p>
            <a:r>
              <a:rPr lang="en-US" sz="1500"/>
              <a:t>As she is driving to class, she has to pick up her two best friends that are taking the same exam.She notices that a train has traffic backed up on Huger st and begins to panic because the exam starts in 10 minutes </a:t>
            </a:r>
            <a:br>
              <a:rPr lang="en-US" sz="1500"/>
            </a:br>
            <a:endParaRPr lang="en-US" sz="1500"/>
          </a:p>
        </p:txBody>
      </p:sp>
      <p:pic>
        <p:nvPicPr>
          <p:cNvPr id="4" name="Content Placeholder 3">
            <a:extLst>
              <a:ext uri="{FF2B5EF4-FFF2-40B4-BE49-F238E27FC236}">
                <a16:creationId xmlns:a16="http://schemas.microsoft.com/office/drawing/2014/main" id="{C599CFCD-AF5A-7C27-6E14-53D88D8B32FE}"/>
              </a:ext>
            </a:extLst>
          </p:cNvPr>
          <p:cNvPicPr>
            <a:picLocks noGrp="1" noChangeAspect="1"/>
          </p:cNvPicPr>
          <p:nvPr>
            <p:ph idx="1"/>
          </p:nvPr>
        </p:nvPicPr>
        <p:blipFill>
          <a:blip r:embed="rId5"/>
          <a:stretch>
            <a:fillRect/>
          </a:stretch>
        </p:blipFill>
        <p:spPr>
          <a:xfrm>
            <a:off x="5444747" y="1939461"/>
            <a:ext cx="5297322" cy="297974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5" name="Rectangle 34">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809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TextBox 20">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4A9FCD-3A67-DEBD-BEC6-FF9AEA9FC742}"/>
              </a:ext>
            </a:extLst>
          </p:cNvPr>
          <p:cNvSpPr>
            <a:spLocks noGrp="1"/>
          </p:cNvSpPr>
          <p:nvPr>
            <p:ph type="title"/>
          </p:nvPr>
        </p:nvSpPr>
        <p:spPr>
          <a:xfrm>
            <a:off x="1969804" y="3428998"/>
            <a:ext cx="2668479" cy="2268559"/>
          </a:xfrm>
        </p:spPr>
        <p:txBody>
          <a:bodyPr vert="horz" lIns="91440" tIns="45720" rIns="91440" bIns="45720" rtlCol="0" anchor="t">
            <a:normAutofit/>
          </a:bodyPr>
          <a:lstStyle/>
          <a:p>
            <a:r>
              <a:rPr lang="en-US" sz="1500"/>
              <a:t>Her friend, Amanda tells her to not panic and pulled up her app called “CEC student maps” that allows you to see a map of USC campus, alternative faster routes to a specific building, and buildings you are allowed in. </a:t>
            </a:r>
            <a:br>
              <a:rPr lang="en-US" sz="1500"/>
            </a:br>
            <a:endParaRPr lang="en-US" sz="1500"/>
          </a:p>
        </p:txBody>
      </p:sp>
      <p:pic>
        <p:nvPicPr>
          <p:cNvPr id="4" name="Content Placeholder 3" descr="Diagram&#10;&#10;Description automatically generated">
            <a:extLst>
              <a:ext uri="{FF2B5EF4-FFF2-40B4-BE49-F238E27FC236}">
                <a16:creationId xmlns:a16="http://schemas.microsoft.com/office/drawing/2014/main" id="{AFF73303-89A1-D46D-A737-3CDBC94E0CA3}"/>
              </a:ext>
            </a:extLst>
          </p:cNvPr>
          <p:cNvPicPr>
            <a:picLocks noGrp="1" noChangeAspect="1"/>
          </p:cNvPicPr>
          <p:nvPr>
            <p:ph idx="1"/>
          </p:nvPr>
        </p:nvPicPr>
        <p:blipFill>
          <a:blip r:embed="rId5"/>
          <a:stretch>
            <a:fillRect/>
          </a:stretch>
        </p:blipFill>
        <p:spPr>
          <a:xfrm>
            <a:off x="5444747" y="1663158"/>
            <a:ext cx="5297322" cy="3532350"/>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5" name="Rectangle 34">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90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TextBox 20">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3885BA-019F-FFB5-9CF7-84A06CC0CA6E}"/>
              </a:ext>
            </a:extLst>
          </p:cNvPr>
          <p:cNvSpPr>
            <a:spLocks noGrp="1"/>
          </p:cNvSpPr>
          <p:nvPr>
            <p:ph type="title"/>
          </p:nvPr>
        </p:nvSpPr>
        <p:spPr>
          <a:xfrm>
            <a:off x="1969804" y="3428998"/>
            <a:ext cx="2668479" cy="2268559"/>
          </a:xfrm>
        </p:spPr>
        <p:txBody>
          <a:bodyPr vert="horz" lIns="91440" tIns="45720" rIns="91440" bIns="45720" rtlCol="0" anchor="t">
            <a:normAutofit/>
          </a:bodyPr>
          <a:lstStyle/>
          <a:p>
            <a:r>
              <a:rPr lang="en-US" sz="1800"/>
              <a:t>Thanks to the app, Emily and her friends were able to find an alternative route to go around the train and make it to class in time for their exam. </a:t>
            </a:r>
            <a:br>
              <a:rPr lang="en-US" sz="1800"/>
            </a:br>
            <a:endParaRPr lang="en-US" sz="1800"/>
          </a:p>
        </p:txBody>
      </p:sp>
      <p:pic>
        <p:nvPicPr>
          <p:cNvPr id="4" name="Content Placeholder 3">
            <a:extLst>
              <a:ext uri="{FF2B5EF4-FFF2-40B4-BE49-F238E27FC236}">
                <a16:creationId xmlns:a16="http://schemas.microsoft.com/office/drawing/2014/main" id="{9CCFE992-4CAB-28D4-C475-84065BBCF718}"/>
              </a:ext>
            </a:extLst>
          </p:cNvPr>
          <p:cNvPicPr>
            <a:picLocks noGrp="1" noChangeAspect="1"/>
          </p:cNvPicPr>
          <p:nvPr>
            <p:ph idx="1"/>
          </p:nvPr>
        </p:nvPicPr>
        <p:blipFill>
          <a:blip r:embed="rId5"/>
          <a:stretch>
            <a:fillRect/>
          </a:stretch>
        </p:blipFill>
        <p:spPr>
          <a:xfrm>
            <a:off x="5444747" y="1946083"/>
            <a:ext cx="5297322" cy="2966500"/>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5" name="Rectangle 34">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366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209800" y="0"/>
            <a:ext cx="7772400" cy="5181600"/>
          </a:xfrm>
          <a:prstGeom prst="rect">
            <a:avLst/>
          </a:prstGeom>
          <a:noFill/>
          <a:ln>
            <a:noFill/>
          </a:ln>
        </p:spPr>
      </p:pic>
      <p:sp>
        <p:nvSpPr>
          <p:cNvPr id="55" name="Google Shape;55;p13"/>
          <p:cNvSpPr txBox="1"/>
          <p:nvPr/>
        </p:nvSpPr>
        <p:spPr>
          <a:xfrm>
            <a:off x="1821200" y="5364500"/>
            <a:ext cx="8549600" cy="2161449"/>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rgbClr val="FFFFFF"/>
                </a:solidFill>
              </a:rPr>
              <a:t>Mike is freshman at the UofSC, today is his first day of classes and other than the campus tour he’s been on. He isn’t really familiar with the campus he is worried he is gonna be late to class on the first day because he doesn't know where the right building is.</a:t>
            </a:r>
            <a:endParaRPr sz="2489">
              <a:solidFill>
                <a:srgbClr val="FFFFFF"/>
              </a:solidFill>
            </a:endParaRPr>
          </a:p>
        </p:txBody>
      </p:sp>
      <p:sp>
        <p:nvSpPr>
          <p:cNvPr id="2" name="TextBox 1">
            <a:extLst>
              <a:ext uri="{FF2B5EF4-FFF2-40B4-BE49-F238E27FC236}">
                <a16:creationId xmlns:a16="http://schemas.microsoft.com/office/drawing/2014/main" id="{E62D3A1F-79CD-F071-77BC-4C999085C2F1}"/>
              </a:ext>
            </a:extLst>
          </p:cNvPr>
          <p:cNvSpPr txBox="1"/>
          <p:nvPr/>
        </p:nvSpPr>
        <p:spPr>
          <a:xfrm>
            <a:off x="0" y="1"/>
            <a:ext cx="2037309" cy="85844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89" dirty="0">
                <a:solidFill>
                  <a:schemeClr val="bg1"/>
                </a:solidFill>
              </a:rPr>
              <a:t>Jay Cunningham</a:t>
            </a:r>
          </a:p>
        </p:txBody>
      </p:sp>
    </p:spTree>
    <p:extLst>
      <p:ext uri="{BB962C8B-B14F-4D97-AF65-F5344CB8AC3E}">
        <p14:creationId xmlns:p14="http://schemas.microsoft.com/office/powerpoint/2010/main" val="1021299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2209800" y="0"/>
            <a:ext cx="7772400" cy="5181600"/>
          </a:xfrm>
          <a:prstGeom prst="rect">
            <a:avLst/>
          </a:prstGeom>
          <a:noFill/>
          <a:ln>
            <a:noFill/>
          </a:ln>
        </p:spPr>
      </p:pic>
      <p:sp>
        <p:nvSpPr>
          <p:cNvPr id="61" name="Google Shape;61;p14"/>
          <p:cNvSpPr txBox="1"/>
          <p:nvPr/>
        </p:nvSpPr>
        <p:spPr>
          <a:xfrm>
            <a:off x="2210000" y="5440667"/>
            <a:ext cx="7772400" cy="1778395"/>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chemeClr val="lt1"/>
                </a:solidFill>
              </a:rPr>
              <a:t>After trying to figure out where the building is wasting another five minutes, he decides that he is not going to be able to find the building on his own and decides he going to try and find another student to help him.</a:t>
            </a:r>
            <a:endParaRPr sz="2489">
              <a:solidFill>
                <a:schemeClr val="lt1"/>
              </a:solidFill>
            </a:endParaRPr>
          </a:p>
        </p:txBody>
      </p:sp>
    </p:spTree>
    <p:extLst>
      <p:ext uri="{BB962C8B-B14F-4D97-AF65-F5344CB8AC3E}">
        <p14:creationId xmlns:p14="http://schemas.microsoft.com/office/powerpoint/2010/main" val="3463725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2628268" y="1"/>
            <a:ext cx="6935467" cy="4619100"/>
          </a:xfrm>
          <a:prstGeom prst="rect">
            <a:avLst/>
          </a:prstGeom>
          <a:noFill/>
          <a:ln>
            <a:noFill/>
          </a:ln>
        </p:spPr>
      </p:pic>
      <p:sp>
        <p:nvSpPr>
          <p:cNvPr id="67" name="Google Shape;67;p15"/>
          <p:cNvSpPr txBox="1"/>
          <p:nvPr/>
        </p:nvSpPr>
        <p:spPr>
          <a:xfrm>
            <a:off x="2628267" y="4861533"/>
            <a:ext cx="6935600" cy="2544502"/>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chemeClr val="lt1"/>
                </a:solidFill>
              </a:rPr>
              <a:t>Mikey approaches a fellow student to help find the building his class is in. The student points Mikey in the direction of the building he’s looking for but also refers him to the UofSC campus app that helped him get around campus when he was a freshman.</a:t>
            </a:r>
            <a:endParaRPr sz="2489">
              <a:solidFill>
                <a:schemeClr val="lt1"/>
              </a:solidFill>
            </a:endParaRPr>
          </a:p>
        </p:txBody>
      </p:sp>
    </p:spTree>
    <p:extLst>
      <p:ext uri="{BB962C8B-B14F-4D97-AF65-F5344CB8AC3E}">
        <p14:creationId xmlns:p14="http://schemas.microsoft.com/office/powerpoint/2010/main" val="1825411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2209800" y="0"/>
            <a:ext cx="7772400" cy="5181600"/>
          </a:xfrm>
          <a:prstGeom prst="rect">
            <a:avLst/>
          </a:prstGeom>
          <a:noFill/>
          <a:ln>
            <a:noFill/>
          </a:ln>
        </p:spPr>
      </p:pic>
      <p:sp>
        <p:nvSpPr>
          <p:cNvPr id="73" name="Google Shape;73;p16"/>
          <p:cNvSpPr txBox="1"/>
          <p:nvPr/>
        </p:nvSpPr>
        <p:spPr>
          <a:xfrm>
            <a:off x="2209800" y="5471167"/>
            <a:ext cx="7772400" cy="1778395"/>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chemeClr val="lt1"/>
                </a:solidFill>
              </a:rPr>
              <a:t>Mikey had to get to get to class because he was running late but after class was dismissed he sat on a bench and downloaded the UofSC campus app to see what it was all about.</a:t>
            </a:r>
            <a:endParaRPr sz="2489">
              <a:solidFill>
                <a:schemeClr val="lt1"/>
              </a:solidFill>
            </a:endParaRPr>
          </a:p>
        </p:txBody>
      </p:sp>
    </p:spTree>
    <p:extLst>
      <p:ext uri="{BB962C8B-B14F-4D97-AF65-F5344CB8AC3E}">
        <p14:creationId xmlns:p14="http://schemas.microsoft.com/office/powerpoint/2010/main" val="3394254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2209800" y="0"/>
            <a:ext cx="7772400" cy="5181600"/>
          </a:xfrm>
          <a:prstGeom prst="rect">
            <a:avLst/>
          </a:prstGeom>
          <a:noFill/>
          <a:ln>
            <a:noFill/>
          </a:ln>
        </p:spPr>
      </p:pic>
      <p:sp>
        <p:nvSpPr>
          <p:cNvPr id="79" name="Google Shape;79;p17"/>
          <p:cNvSpPr txBox="1"/>
          <p:nvPr/>
        </p:nvSpPr>
        <p:spPr>
          <a:xfrm>
            <a:off x="2209800" y="5684500"/>
            <a:ext cx="7772400" cy="53360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solidFill>
                <a:schemeClr val="lt1"/>
              </a:solidFill>
            </a:endParaRPr>
          </a:p>
        </p:txBody>
      </p:sp>
      <p:sp>
        <p:nvSpPr>
          <p:cNvPr id="80" name="Google Shape;80;p17"/>
          <p:cNvSpPr txBox="1"/>
          <p:nvPr/>
        </p:nvSpPr>
        <p:spPr>
          <a:xfrm>
            <a:off x="2210000" y="5464767"/>
            <a:ext cx="7772400" cy="1778395"/>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chemeClr val="lt1"/>
                </a:solidFill>
              </a:rPr>
              <a:t>Mikey downloaded the app and was so happy after he looked at all the features, the app offered temporary carolina card access, fastest routes to all of Mikey’s classes, and finding professors offices. </a:t>
            </a:r>
            <a:endParaRPr sz="2489">
              <a:solidFill>
                <a:schemeClr val="lt1"/>
              </a:solidFill>
            </a:endParaRPr>
          </a:p>
        </p:txBody>
      </p:sp>
      <p:pic>
        <p:nvPicPr>
          <p:cNvPr id="81" name="Google Shape;81;p17"/>
          <p:cNvPicPr preferRelativeResize="0"/>
          <p:nvPr/>
        </p:nvPicPr>
        <p:blipFill rotWithShape="1">
          <a:blip r:embed="rId4">
            <a:alphaModFix/>
          </a:blip>
          <a:srcRect l="66385" r="5211"/>
          <a:stretch/>
        </p:blipFill>
        <p:spPr>
          <a:xfrm>
            <a:off x="9982201" y="901701"/>
            <a:ext cx="2164265" cy="4279900"/>
          </a:xfrm>
          <a:prstGeom prst="rect">
            <a:avLst/>
          </a:prstGeom>
          <a:noFill/>
          <a:ln>
            <a:noFill/>
          </a:ln>
        </p:spPr>
      </p:pic>
    </p:spTree>
    <p:extLst>
      <p:ext uri="{BB962C8B-B14F-4D97-AF65-F5344CB8AC3E}">
        <p14:creationId xmlns:p14="http://schemas.microsoft.com/office/powerpoint/2010/main" val="2660575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1432802" y="1916301"/>
            <a:ext cx="1247967" cy="2637367"/>
          </a:xfrm>
          <a:prstGeom prst="rect">
            <a:avLst/>
          </a:prstGeom>
          <a:noFill/>
          <a:ln>
            <a:noFill/>
          </a:ln>
        </p:spPr>
      </p:pic>
      <p:pic>
        <p:nvPicPr>
          <p:cNvPr id="87" name="Google Shape;87;p18"/>
          <p:cNvPicPr preferRelativeResize="0"/>
          <p:nvPr/>
        </p:nvPicPr>
        <p:blipFill>
          <a:blip r:embed="rId4">
            <a:alphaModFix/>
          </a:blip>
          <a:stretch>
            <a:fillRect/>
          </a:stretch>
        </p:blipFill>
        <p:spPr>
          <a:xfrm>
            <a:off x="2680751" y="0"/>
            <a:ext cx="6830500" cy="4553667"/>
          </a:xfrm>
          <a:prstGeom prst="rect">
            <a:avLst/>
          </a:prstGeom>
          <a:noFill/>
          <a:ln>
            <a:noFill/>
          </a:ln>
        </p:spPr>
      </p:pic>
      <p:sp>
        <p:nvSpPr>
          <p:cNvPr id="88" name="Google Shape;88;p18"/>
          <p:cNvSpPr txBox="1"/>
          <p:nvPr/>
        </p:nvSpPr>
        <p:spPr>
          <a:xfrm>
            <a:off x="2680767" y="4761400"/>
            <a:ext cx="6830400" cy="1778395"/>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solidFill>
                  <a:schemeClr val="lt1"/>
                </a:solidFill>
              </a:rPr>
              <a:t>The next morning Mikey started using the UofSC campus app and had no problem getting around campus with the help of the app. </a:t>
            </a:r>
            <a:endParaRPr sz="2489">
              <a:solidFill>
                <a:schemeClr val="lt1"/>
              </a:solidFill>
            </a:endParaRPr>
          </a:p>
        </p:txBody>
      </p:sp>
    </p:spTree>
    <p:extLst>
      <p:ext uri="{BB962C8B-B14F-4D97-AF65-F5344CB8AC3E}">
        <p14:creationId xmlns:p14="http://schemas.microsoft.com/office/powerpoint/2010/main" val="3109487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7762E-68C1-DF8A-BF5F-CBD77DE0BDB0}"/>
              </a:ext>
            </a:extLst>
          </p:cNvPr>
          <p:cNvSpPr>
            <a:spLocks noGrp="1"/>
          </p:cNvSpPr>
          <p:nvPr>
            <p:ph type="ctrTitle"/>
          </p:nvPr>
        </p:nvSpPr>
        <p:spPr/>
        <p:txBody>
          <a:bodyPr/>
          <a:lstStyle/>
          <a:p>
            <a:r>
              <a:rPr lang="en-US" dirty="0"/>
              <a:t>The Story of Logan Dahmer</a:t>
            </a:r>
          </a:p>
        </p:txBody>
      </p:sp>
      <p:sp>
        <p:nvSpPr>
          <p:cNvPr id="3" name="Subtitle 2">
            <a:extLst>
              <a:ext uri="{FF2B5EF4-FFF2-40B4-BE49-F238E27FC236}">
                <a16:creationId xmlns:a16="http://schemas.microsoft.com/office/drawing/2014/main" id="{D9E053E3-A6B6-A45A-6903-E56730409CB6}"/>
              </a:ext>
            </a:extLst>
          </p:cNvPr>
          <p:cNvSpPr>
            <a:spLocks noGrp="1"/>
          </p:cNvSpPr>
          <p:nvPr>
            <p:ph type="subTitle" idx="1"/>
          </p:nvPr>
        </p:nvSpPr>
        <p:spPr/>
        <p:txBody>
          <a:bodyPr/>
          <a:lstStyle/>
          <a:p>
            <a:r>
              <a:rPr lang="en-US" dirty="0"/>
              <a:t>By Quintarius Floyd </a:t>
            </a:r>
          </a:p>
        </p:txBody>
      </p:sp>
    </p:spTree>
    <p:extLst>
      <p:ext uri="{BB962C8B-B14F-4D97-AF65-F5344CB8AC3E}">
        <p14:creationId xmlns:p14="http://schemas.microsoft.com/office/powerpoint/2010/main" val="384621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3BE4E-91C6-0A6A-B31D-8B4616ADEB1D}"/>
              </a:ext>
            </a:extLst>
          </p:cNvPr>
          <p:cNvSpPr>
            <a:spLocks noGrp="1"/>
          </p:cNvSpPr>
          <p:nvPr>
            <p:ph idx="1"/>
          </p:nvPr>
        </p:nvSpPr>
        <p:spPr>
          <a:xfrm>
            <a:off x="6622295" y="2438401"/>
            <a:ext cx="4953932" cy="3779520"/>
          </a:xfrm>
        </p:spPr>
        <p:txBody>
          <a:bodyPr>
            <a:normAutofit/>
          </a:bodyPr>
          <a:lstStyle/>
          <a:p>
            <a:pPr marL="0" indent="0">
              <a:buNone/>
            </a:pPr>
            <a:r>
              <a:rPr lang="en-US" sz="2000" b="0" i="0" dirty="0">
                <a:effectLst/>
              </a:rPr>
              <a:t>One day, Logan Dahmer said he would never party again until he got his grades up, but later that day he said one night wouldn't hurt.</a:t>
            </a:r>
            <a:endParaRPr lang="en-US" sz="2000" dirty="0"/>
          </a:p>
        </p:txBody>
      </p:sp>
      <p:pic>
        <p:nvPicPr>
          <p:cNvPr id="4" name="Picture 4" descr="Difference Between Thinking and Critical Thinking | Difference Between">
            <a:extLst>
              <a:ext uri="{FF2B5EF4-FFF2-40B4-BE49-F238E27FC236}">
                <a16:creationId xmlns:a16="http://schemas.microsoft.com/office/drawing/2014/main" id="{A4ED8C3C-86DE-5F43-DF87-5E357AE942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14" r="33697" b="1"/>
          <a:stretch/>
        </p:blipFill>
        <p:spPr bwMode="auto">
          <a:xfrm>
            <a:off x="656844" y="722376"/>
            <a:ext cx="4782312" cy="541324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962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ragedy Can Result When People Climb Into Waste Dumpsters | Homeless  Shelter Directory">
            <a:extLst>
              <a:ext uri="{FF2B5EF4-FFF2-40B4-BE49-F238E27FC236}">
                <a16:creationId xmlns:a16="http://schemas.microsoft.com/office/drawing/2014/main" id="{FB8611D2-7F87-879D-B27C-CDB5F8840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620" r="18121" b="-1"/>
          <a:stretch/>
        </p:blipFill>
        <p:spPr bwMode="auto">
          <a:xfrm>
            <a:off x="656844" y="722376"/>
            <a:ext cx="4782312" cy="5413248"/>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3B3BE4E-91C6-0A6A-B31D-8B4616ADEB1D}"/>
              </a:ext>
            </a:extLst>
          </p:cNvPr>
          <p:cNvSpPr>
            <a:spLocks noGrp="1"/>
          </p:cNvSpPr>
          <p:nvPr>
            <p:ph idx="1"/>
          </p:nvPr>
        </p:nvSpPr>
        <p:spPr>
          <a:xfrm>
            <a:off x="6622295" y="2438401"/>
            <a:ext cx="4953932" cy="3779520"/>
          </a:xfrm>
        </p:spPr>
        <p:txBody>
          <a:bodyPr>
            <a:normAutofit/>
          </a:bodyPr>
          <a:lstStyle/>
          <a:p>
            <a:pPr marL="0" indent="0">
              <a:buNone/>
            </a:pPr>
            <a:r>
              <a:rPr lang="en-US" sz="2000" b="0" i="0" dirty="0">
                <a:effectLst/>
              </a:rPr>
              <a:t>That night he partied so hard he blacked out on the other side of Columbia. He woke up in a dumpster and the worst thing was that he forgot he had class at 10 am. And he only had 30 minutes to arrive and if he was late the teacher would lower his  grade level.</a:t>
            </a:r>
            <a:endParaRPr lang="en-US" sz="2000" dirty="0"/>
          </a:p>
        </p:txBody>
      </p:sp>
    </p:spTree>
    <p:extLst>
      <p:ext uri="{BB962C8B-B14F-4D97-AF65-F5344CB8AC3E}">
        <p14:creationId xmlns:p14="http://schemas.microsoft.com/office/powerpoint/2010/main" val="3416743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3BE4E-91C6-0A6A-B31D-8B4616ADEB1D}"/>
              </a:ext>
            </a:extLst>
          </p:cNvPr>
          <p:cNvSpPr>
            <a:spLocks noGrp="1"/>
          </p:cNvSpPr>
          <p:nvPr>
            <p:ph idx="1"/>
          </p:nvPr>
        </p:nvSpPr>
        <p:spPr>
          <a:xfrm>
            <a:off x="6622295" y="2438401"/>
            <a:ext cx="4953932" cy="3779520"/>
          </a:xfrm>
        </p:spPr>
        <p:txBody>
          <a:bodyPr>
            <a:normAutofit/>
          </a:bodyPr>
          <a:lstStyle/>
          <a:p>
            <a:pPr marL="0" indent="0">
              <a:buNone/>
            </a:pPr>
            <a:r>
              <a:rPr lang="en-US" sz="2000" dirty="0"/>
              <a:t>So, he whipped out is trusty guide app CSC Student Maps to help him arrive on time and it said it would take him 45 minutes to get there. He tighten up his shoe and bolted to class.</a:t>
            </a:r>
          </a:p>
          <a:p>
            <a:pPr marL="0" indent="0">
              <a:buNone/>
            </a:pPr>
            <a:endParaRPr lang="en-US" sz="2000" dirty="0"/>
          </a:p>
        </p:txBody>
      </p:sp>
      <p:pic>
        <p:nvPicPr>
          <p:cNvPr id="2" name="Picture 2" descr="Just in time for winter, third-party Toronto PATH map now has a mobile app">
            <a:extLst>
              <a:ext uri="{FF2B5EF4-FFF2-40B4-BE49-F238E27FC236}">
                <a16:creationId xmlns:a16="http://schemas.microsoft.com/office/drawing/2014/main" id="{3B913221-F3A2-B177-F6DF-D1F1E4EA899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5773" y="2116828"/>
            <a:ext cx="5150277" cy="2624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80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3BE4E-91C6-0A6A-B31D-8B4616ADEB1D}"/>
              </a:ext>
            </a:extLst>
          </p:cNvPr>
          <p:cNvSpPr>
            <a:spLocks noGrp="1"/>
          </p:cNvSpPr>
          <p:nvPr>
            <p:ph idx="1"/>
          </p:nvPr>
        </p:nvSpPr>
        <p:spPr>
          <a:xfrm>
            <a:off x="6622295" y="2438401"/>
            <a:ext cx="4953932" cy="3779520"/>
          </a:xfrm>
        </p:spPr>
        <p:txBody>
          <a:bodyPr>
            <a:normAutofit/>
          </a:bodyPr>
          <a:lstStyle/>
          <a:p>
            <a:pPr marL="0" indent="0">
              <a:buNone/>
            </a:pPr>
            <a:r>
              <a:rPr lang="en-US" sz="2000" dirty="0"/>
              <a:t>Surprisingly, he made it to class 5 minutes early. He was so happy because if he didn’t make it, he would be falling the  class.</a:t>
            </a:r>
          </a:p>
          <a:p>
            <a:pPr marL="0" indent="0">
              <a:buNone/>
            </a:pPr>
            <a:endParaRPr lang="en-US" sz="2000" dirty="0"/>
          </a:p>
        </p:txBody>
      </p:sp>
      <p:pic>
        <p:nvPicPr>
          <p:cNvPr id="4" name="Picture 4" descr="Happy College Shot Joyful Young College Stock Photo 549483766 | Shutterstock">
            <a:extLst>
              <a:ext uri="{FF2B5EF4-FFF2-40B4-BE49-F238E27FC236}">
                <a16:creationId xmlns:a16="http://schemas.microsoft.com/office/drawing/2014/main" id="{9A6C9BFB-EBC3-82C8-9705-7D3D092577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01" r="3709" b="7455"/>
          <a:stretch/>
        </p:blipFill>
        <p:spPr bwMode="auto">
          <a:xfrm>
            <a:off x="348938" y="766929"/>
            <a:ext cx="5628018" cy="4927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51164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97D6DF335A894D9FC8E888F85ED2A3" ma:contentTypeVersion="13" ma:contentTypeDescription="Create a new document." ma:contentTypeScope="" ma:versionID="f557099976f4f16fa9627675cbeb3518">
  <xsd:schema xmlns:xsd="http://www.w3.org/2001/XMLSchema" xmlns:xs="http://www.w3.org/2001/XMLSchema" xmlns:p="http://schemas.microsoft.com/office/2006/metadata/properties" xmlns:ns3="27638313-1e11-4999-9038-bfa2141b3777" xmlns:ns4="593646a3-f4b2-4797-891f-a58c41aec49e" targetNamespace="http://schemas.microsoft.com/office/2006/metadata/properties" ma:root="true" ma:fieldsID="638d26fb7ab688331b9e3f60221f519a" ns3:_="" ns4:_="">
    <xsd:import namespace="27638313-1e11-4999-9038-bfa2141b3777"/>
    <xsd:import namespace="593646a3-f4b2-4797-891f-a58c41aec49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638313-1e11-4999-9038-bfa2141b37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3646a3-f4b2-4797-891f-a58c41aec49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279EE54-0066-4BAE-8209-39EF1D1B2523}">
  <ds:schemaRefs>
    <ds:schemaRef ds:uri="http://schemas.microsoft.com/sharepoint/v3/contenttype/forms"/>
  </ds:schemaRefs>
</ds:datastoreItem>
</file>

<file path=customXml/itemProps2.xml><?xml version="1.0" encoding="utf-8"?>
<ds:datastoreItem xmlns:ds="http://schemas.openxmlformats.org/officeDocument/2006/customXml" ds:itemID="{CD92FDD3-D623-47AB-B34B-C4BEDA51B8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638313-1e11-4999-9038-bfa2141b3777"/>
    <ds:schemaRef ds:uri="593646a3-f4b2-4797-891f-a58c41aec4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558D5A-60E7-48AD-A2EC-C54A07DED7A4}">
  <ds:schemaRefs>
    <ds:schemaRef ds:uri="http://purl.org/dc/dcmitype/"/>
    <ds:schemaRef ds:uri="593646a3-f4b2-4797-891f-a58c41aec49e"/>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27638313-1e11-4999-9038-bfa2141b377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22</TotalTime>
  <Words>990</Words>
  <Application>Microsoft Office PowerPoint</Application>
  <PresentationFormat>Widescreen</PresentationFormat>
  <Paragraphs>61</Paragraphs>
  <Slides>27</Slides>
  <Notes>6</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27</vt:i4>
      </vt:variant>
    </vt:vector>
  </HeadingPairs>
  <TitlesOfParts>
    <vt:vector size="37" baseType="lpstr">
      <vt:lpstr>Arial</vt:lpstr>
      <vt:lpstr>Calibri</vt:lpstr>
      <vt:lpstr>Calibri Light</vt:lpstr>
      <vt:lpstr>MS Shell Dlg 2</vt:lpstr>
      <vt:lpstr>Wingdings</vt:lpstr>
      <vt:lpstr>Wingdings 3</vt:lpstr>
      <vt:lpstr>Office Theme</vt:lpstr>
      <vt:lpstr>Madison</vt:lpstr>
      <vt:lpstr>Simple Light</vt:lpstr>
      <vt:lpstr>Office Theme</vt:lpstr>
      <vt:lpstr>Story Board for CEC Student Maps</vt:lpstr>
      <vt:lpstr>Jacob Vaught </vt:lpstr>
      <vt:lpstr>Mr. Hendrick has an important meeting with the dean of the Engineering college at 2PM to discuss philanthropic opportunities.  </vt:lpstr>
      <vt:lpstr>Unfortunately, Mr. Hendrick is running behind due to a previous meeting with Clemson running over.  Also, The Dean decided to meet in the “Surplus”, and No one knows where it is. </vt:lpstr>
      <vt:lpstr>He goes on google, but due to the building being older, it has not been added to Google Maps. He tries to call the dean but can’t contact him. </vt:lpstr>
      <vt:lpstr>Then He remembers a recent Senior Design Project For Computer Science students. A navigational app for the University. He types the name into the app and gets AR Directions immediately. </vt:lpstr>
      <vt:lpstr>He utilizes the location sharing feature in the app to share his location with the dean and utilizes the bus-tracking features to catch the closest bus to get to the warehouse as soon as possible</vt:lpstr>
      <vt:lpstr>When he gets to the warehouse, he realizes that there are multiple buildings and needs to go to the correct one. The app has contextual awareness and reads all his emails and when he goes to search, it pushes the correct building to the top of the list.</vt:lpstr>
      <vt:lpstr>Thanks to the App, his meeting is saved, and negotiates a better deal than Clemson!</vt:lpstr>
      <vt:lpstr>Emily </vt:lpstr>
      <vt:lpstr>Emily has just finished a stressful shift at her cashier job and has her first nursing exam, later on in the evening , that she cannot be late to.  </vt:lpstr>
      <vt:lpstr>This is her first time having an exam right after work and she is hoping she can make it to class in time.  </vt:lpstr>
      <vt:lpstr>She uses an outdated gps that doesn’t give her alternative routes, traffic updates, and the location of where the building is she is looking for. </vt:lpstr>
      <vt:lpstr>As she is driving to class, she has to pick up her two best friends that are taking the same exam.She notices that a train has traffic backed up on Huger st and begins to panic because the exam starts in 10 minutes  </vt:lpstr>
      <vt:lpstr>Her friend, Amanda tells her to not panic and pulled up her app called “CEC student maps” that allows you to see a map of USC campus, alternative faster routes to a specific building, and buildings you are allowed in.  </vt:lpstr>
      <vt:lpstr>Thanks to the app, Emily and her friends were able to find an alternative route to go around the train and make it to class in time for their exam.  </vt:lpstr>
      <vt:lpstr>PowerPoint Presentation</vt:lpstr>
      <vt:lpstr>PowerPoint Presentation</vt:lpstr>
      <vt:lpstr>PowerPoint Presentation</vt:lpstr>
      <vt:lpstr>PowerPoint Presentation</vt:lpstr>
      <vt:lpstr>PowerPoint Presentation</vt:lpstr>
      <vt:lpstr>PowerPoint Presentation</vt:lpstr>
      <vt:lpstr>The Story of Logan Dahmer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Jacob Vaught </dc:title>
  <dc:creator>Vaught, Jacob</dc:creator>
  <cp:lastModifiedBy>Vaught, Jacob</cp:lastModifiedBy>
  <cp:revision>1</cp:revision>
  <dcterms:created xsi:type="dcterms:W3CDTF">2022-10-17T16:24:47Z</dcterms:created>
  <dcterms:modified xsi:type="dcterms:W3CDTF">2022-10-18T03:58:52Z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0x0101008C97D6DF335A894D9FC8E888F85ED2A3</vt:lpwstr>
  </property>
</Properties>
</file>