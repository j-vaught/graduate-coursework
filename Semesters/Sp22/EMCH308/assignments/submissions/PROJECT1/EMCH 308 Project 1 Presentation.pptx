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4" r:id="rId5"/>
    <p:sldId id="267" r:id="rId6"/>
    <p:sldId id="268" r:id="rId7"/>
    <p:sldId id="269" r:id="rId8"/>
    <p:sldId id="270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8F317-9063-455A-95FA-2CF856322A67}" v="260" dt="2022-03-28T03:11:01.145"/>
    <p1510:client id="{4E5E191C-368A-4D6A-97A6-E24D11CAE981}" v="311" dt="2022-03-28T03:20:07.828"/>
    <p1510:client id="{F03B660A-F7FE-A1FE-A34F-3675D095556F}" v="36" dt="2022-03-28T02:32:37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tan Guerin" userId="3069c626-6690-4b34-a413-ede1f0dcb4b9" providerId="ADAL" clId="{4E5E191C-368A-4D6A-97A6-E24D11CAE981}"/>
    <pc:docChg chg="undo custSel addSld delSld modSld sldOrd">
      <pc:chgData name="Tristan Guerin" userId="3069c626-6690-4b34-a413-ede1f0dcb4b9" providerId="ADAL" clId="{4E5E191C-368A-4D6A-97A6-E24D11CAE981}" dt="2022-03-28T03:20:07.828" v="307" actId="20577"/>
      <pc:docMkLst>
        <pc:docMk/>
      </pc:docMkLst>
      <pc:sldChg chg="addSp delSp modSp mod delDesignElem">
        <pc:chgData name="Tristan Guerin" userId="3069c626-6690-4b34-a413-ede1f0dcb4b9" providerId="ADAL" clId="{4E5E191C-368A-4D6A-97A6-E24D11CAE981}" dt="2022-03-28T03:20:07.828" v="307" actId="20577"/>
        <pc:sldMkLst>
          <pc:docMk/>
          <pc:sldMk cId="1891047590" sldId="256"/>
        </pc:sldMkLst>
        <pc:spChg chg="mod">
          <ac:chgData name="Tristan Guerin" userId="3069c626-6690-4b34-a413-ede1f0dcb4b9" providerId="ADAL" clId="{4E5E191C-368A-4D6A-97A6-E24D11CAE981}" dt="2022-03-28T03:20:07.828" v="307" actId="20577"/>
          <ac:spMkLst>
            <pc:docMk/>
            <pc:sldMk cId="1891047590" sldId="256"/>
            <ac:spMk id="3" creationId="{A9E58518-CE0E-4CDA-A77D-5AB999CD71B9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8" creationId="{6F5A5072-7B47-4D32-B52A-4EBBF590B8A5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10" creationId="{9715DAF0-AE1B-46C9-8A6B-DB2AA05AB91D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12" creationId="{6016219D-510E-4184-9090-6D5578A87BD1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14" creationId="{AFF4A713-7B75-4B21-90D7-5AB19547C728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16" creationId="{DC631C0B-6DA6-4E57-8231-CE32B3434A7E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1891047590" sldId="256"/>
            <ac:spMk id="18" creationId="{C29501E6-A978-4A61-9689-9085AF97A53A}"/>
          </ac:spMkLst>
        </pc:spChg>
      </pc:sldChg>
      <pc:sldChg chg="addSp delSp modSp mod delDesignElem">
        <pc:chgData name="Tristan Guerin" userId="3069c626-6690-4b34-a413-ede1f0dcb4b9" providerId="ADAL" clId="{4E5E191C-368A-4D6A-97A6-E24D11CAE981}" dt="2022-03-28T03:04:15.311" v="270" actId="20577"/>
        <pc:sldMkLst>
          <pc:docMk/>
          <pc:sldMk cId="3870509170" sldId="257"/>
        </pc:sldMkLst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8" creationId="{DEE2AD96-B495-4E06-9291-B71706F728CB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10" creationId="{53CF6D67-C5A8-4ADD-9E8E-1E38CA1D3166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12" creationId="{86909FA0-B515-4681-B7A8-FA281D133B94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14" creationId="{21C9FE86-FCC3-4A31-AA1C-C882262B7FE7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16" creationId="{7D96243B-ECED-4B71-8E06-AE9A285EAD20}"/>
          </ac:spMkLst>
        </pc:spChg>
        <pc:spChg chg="add del">
          <ac:chgData name="Tristan Guerin" userId="3069c626-6690-4b34-a413-ede1f0dcb4b9" providerId="ADAL" clId="{4E5E191C-368A-4D6A-97A6-E24D11CAE981}" dt="2022-03-28T02:14:17.754" v="5"/>
          <ac:spMkLst>
            <pc:docMk/>
            <pc:sldMk cId="3870509170" sldId="257"/>
            <ac:spMk id="18" creationId="{A09989E4-EFDC-4A90-A633-E0525FB4139E}"/>
          </ac:spMkLst>
        </pc:spChg>
        <pc:graphicFrameChg chg="mod modGraphic">
          <ac:chgData name="Tristan Guerin" userId="3069c626-6690-4b34-a413-ede1f0dcb4b9" providerId="ADAL" clId="{4E5E191C-368A-4D6A-97A6-E24D11CAE981}" dt="2022-03-28T03:04:15.311" v="270" actId="20577"/>
          <ac:graphicFrameMkLst>
            <pc:docMk/>
            <pc:sldMk cId="3870509170" sldId="257"/>
            <ac:graphicFrameMk id="21" creationId="{2E5E774A-C0C5-32D0-CCC5-907A0E61D70B}"/>
          </ac:graphicFrameMkLst>
        </pc:graphicFrameChg>
      </pc:sldChg>
      <pc:sldChg chg="modSp del mod">
        <pc:chgData name="Tristan Guerin" userId="3069c626-6690-4b34-a413-ede1f0dcb4b9" providerId="ADAL" clId="{4E5E191C-368A-4D6A-97A6-E24D11CAE981}" dt="2022-03-28T02:33:27.148" v="173" actId="2696"/>
        <pc:sldMkLst>
          <pc:docMk/>
          <pc:sldMk cId="1808788242" sldId="258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1808788242" sldId="258"/>
            <ac:spMk id="2" creationId="{8E30B317-0802-4F78-B7B2-37CAFD787734}"/>
          </ac:spMkLst>
        </pc:spChg>
        <pc:spChg chg="mod">
          <ac:chgData name="Tristan Guerin" userId="3069c626-6690-4b34-a413-ede1f0dcb4b9" providerId="ADAL" clId="{4E5E191C-368A-4D6A-97A6-E24D11CAE981}" dt="2022-03-28T02:30:18.956" v="152" actId="1076"/>
          <ac:spMkLst>
            <pc:docMk/>
            <pc:sldMk cId="1808788242" sldId="258"/>
            <ac:spMk id="3" creationId="{71BA825E-8A39-4012-A3E5-A4025D8BDF9E}"/>
          </ac:spMkLst>
        </pc:spChg>
      </pc:sldChg>
      <pc:sldChg chg="modSp del">
        <pc:chgData name="Tristan Guerin" userId="3069c626-6690-4b34-a413-ede1f0dcb4b9" providerId="ADAL" clId="{4E5E191C-368A-4D6A-97A6-E24D11CAE981}" dt="2022-03-28T02:35:46.333" v="194" actId="2696"/>
        <pc:sldMkLst>
          <pc:docMk/>
          <pc:sldMk cId="261580599" sldId="259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261580599" sldId="259"/>
            <ac:spMk id="2" creationId="{C8A4A1B6-607A-4B75-85E3-DB9248F8231E}"/>
          </ac:spMkLst>
        </pc:spChg>
      </pc:sldChg>
      <pc:sldChg chg="modSp del mod">
        <pc:chgData name="Tristan Guerin" userId="3069c626-6690-4b34-a413-ede1f0dcb4b9" providerId="ADAL" clId="{4E5E191C-368A-4D6A-97A6-E24D11CAE981}" dt="2022-03-28T02:28:01.667" v="105" actId="2696"/>
        <pc:sldMkLst>
          <pc:docMk/>
          <pc:sldMk cId="1154558459" sldId="260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1154558459" sldId="260"/>
            <ac:spMk id="2" creationId="{255A84B0-6447-4355-ADC2-F1DC1DF4BEFE}"/>
          </ac:spMkLst>
        </pc:spChg>
        <pc:spChg chg="mod">
          <ac:chgData name="Tristan Guerin" userId="3069c626-6690-4b34-a413-ede1f0dcb4b9" providerId="ADAL" clId="{4E5E191C-368A-4D6A-97A6-E24D11CAE981}" dt="2022-03-28T02:23:42.397" v="97" actId="1076"/>
          <ac:spMkLst>
            <pc:docMk/>
            <pc:sldMk cId="1154558459" sldId="260"/>
            <ac:spMk id="3" creationId="{498F07E4-F0AD-4137-A285-425CA583EA2C}"/>
          </ac:spMkLst>
        </pc:spChg>
      </pc:sldChg>
      <pc:sldChg chg="modSp del">
        <pc:chgData name="Tristan Guerin" userId="3069c626-6690-4b34-a413-ede1f0dcb4b9" providerId="ADAL" clId="{4E5E191C-368A-4D6A-97A6-E24D11CAE981}" dt="2022-03-28T02:29:57.524" v="134" actId="2696"/>
        <pc:sldMkLst>
          <pc:docMk/>
          <pc:sldMk cId="3215089476" sldId="261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3215089476" sldId="261"/>
            <ac:spMk id="2" creationId="{5ED41528-ED0E-47DE-B2D7-95EAD5CFF542}"/>
          </ac:spMkLst>
        </pc:spChg>
      </pc:sldChg>
      <pc:sldChg chg="addSp delSp modSp mod setBg">
        <pc:chgData name="Tristan Guerin" userId="3069c626-6690-4b34-a413-ede1f0dcb4b9" providerId="ADAL" clId="{4E5E191C-368A-4D6A-97A6-E24D11CAE981}" dt="2022-03-28T03:12:13.108" v="297" actId="20577"/>
        <pc:sldMkLst>
          <pc:docMk/>
          <pc:sldMk cId="4104720413" sldId="262"/>
        </pc:sldMkLst>
        <pc:spChg chg="mod">
          <ac:chgData name="Tristan Guerin" userId="3069c626-6690-4b34-a413-ede1f0dcb4b9" providerId="ADAL" clId="{4E5E191C-368A-4D6A-97A6-E24D11CAE981}" dt="2022-03-28T02:36:12.979" v="195" actId="122"/>
          <ac:spMkLst>
            <pc:docMk/>
            <pc:sldMk cId="4104720413" sldId="262"/>
            <ac:spMk id="2" creationId="{1D0F3606-5347-4465-A908-E93053359B6E}"/>
          </ac:spMkLst>
        </pc:spChg>
        <pc:spChg chg="del">
          <ac:chgData name="Tristan Guerin" userId="3069c626-6690-4b34-a413-ede1f0dcb4b9" providerId="ADAL" clId="{4E5E191C-368A-4D6A-97A6-E24D11CAE981}" dt="2022-03-28T02:20:03.985" v="58" actId="26606"/>
          <ac:spMkLst>
            <pc:docMk/>
            <pc:sldMk cId="4104720413" sldId="262"/>
            <ac:spMk id="3" creationId="{3FCD8C6F-14EA-46FD-BDBD-E8CF80577DCE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9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11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13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15" creationId="{063BBA22-50EA-4C4D-BE05-F1CE4E63AA56}"/>
          </ac:spMkLst>
        </pc:spChg>
        <pc:spChg chg="add del">
          <ac:chgData name="Tristan Guerin" userId="3069c626-6690-4b34-a413-ede1f0dcb4b9" providerId="ADAL" clId="{4E5E191C-368A-4D6A-97A6-E24D11CAE981}" dt="2022-03-28T02:23:03.001" v="75" actId="26606"/>
          <ac:spMkLst>
            <pc:docMk/>
            <pc:sldMk cId="4104720413" sldId="262"/>
            <ac:spMk id="20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3.001" v="75" actId="26606"/>
          <ac:spMkLst>
            <pc:docMk/>
            <pc:sldMk cId="4104720413" sldId="262"/>
            <ac:spMk id="22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3.001" v="75" actId="26606"/>
          <ac:spMkLst>
            <pc:docMk/>
            <pc:sldMk cId="4104720413" sldId="262"/>
            <ac:spMk id="24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3.001" v="75" actId="26606"/>
          <ac:spMkLst>
            <pc:docMk/>
            <pc:sldMk cId="4104720413" sldId="262"/>
            <ac:spMk id="26" creationId="{063BBA22-50EA-4C4D-BE05-F1CE4E63AA56}"/>
          </ac:spMkLst>
        </pc:spChg>
        <pc:spChg chg="add del">
          <ac:chgData name="Tristan Guerin" userId="3069c626-6690-4b34-a413-ede1f0dcb4b9" providerId="ADAL" clId="{4E5E191C-368A-4D6A-97A6-E24D11CAE981}" dt="2022-03-28T02:23:04.553" v="77" actId="26606"/>
          <ac:spMkLst>
            <pc:docMk/>
            <pc:sldMk cId="4104720413" sldId="262"/>
            <ac:spMk id="28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4.553" v="77" actId="26606"/>
          <ac:spMkLst>
            <pc:docMk/>
            <pc:sldMk cId="4104720413" sldId="262"/>
            <ac:spMk id="29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4.553" v="77" actId="26606"/>
          <ac:spMkLst>
            <pc:docMk/>
            <pc:sldMk cId="4104720413" sldId="262"/>
            <ac:spMk id="30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4.553" v="77" actId="26606"/>
          <ac:spMkLst>
            <pc:docMk/>
            <pc:sldMk cId="4104720413" sldId="262"/>
            <ac:spMk id="31" creationId="{063BBA22-50EA-4C4D-BE05-F1CE4E63AA56}"/>
          </ac:spMkLst>
        </pc:spChg>
        <pc:spChg chg="add del">
          <ac:chgData name="Tristan Guerin" userId="3069c626-6690-4b34-a413-ede1f0dcb4b9" providerId="ADAL" clId="{4E5E191C-368A-4D6A-97A6-E24D11CAE981}" dt="2022-03-28T02:23:05.590" v="79" actId="26606"/>
          <ac:spMkLst>
            <pc:docMk/>
            <pc:sldMk cId="4104720413" sldId="262"/>
            <ac:spMk id="33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5.590" v="79" actId="26606"/>
          <ac:spMkLst>
            <pc:docMk/>
            <pc:sldMk cId="4104720413" sldId="262"/>
            <ac:spMk id="34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5.590" v="79" actId="26606"/>
          <ac:spMkLst>
            <pc:docMk/>
            <pc:sldMk cId="4104720413" sldId="262"/>
            <ac:spMk id="35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5.590" v="79" actId="26606"/>
          <ac:spMkLst>
            <pc:docMk/>
            <pc:sldMk cId="4104720413" sldId="262"/>
            <ac:spMk id="36" creationId="{063BBA22-50EA-4C4D-BE05-F1CE4E63AA56}"/>
          </ac:spMkLst>
        </pc:spChg>
        <pc:spChg chg="add del">
          <ac:chgData name="Tristan Guerin" userId="3069c626-6690-4b34-a413-ede1f0dcb4b9" providerId="ADAL" clId="{4E5E191C-368A-4D6A-97A6-E24D11CAE981}" dt="2022-03-28T02:23:07.234" v="81" actId="26606"/>
          <ac:spMkLst>
            <pc:docMk/>
            <pc:sldMk cId="4104720413" sldId="262"/>
            <ac:spMk id="38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7.234" v="81" actId="26606"/>
          <ac:spMkLst>
            <pc:docMk/>
            <pc:sldMk cId="4104720413" sldId="262"/>
            <ac:spMk id="39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7.234" v="81" actId="26606"/>
          <ac:spMkLst>
            <pc:docMk/>
            <pc:sldMk cId="4104720413" sldId="262"/>
            <ac:spMk id="40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7.234" v="81" actId="26606"/>
          <ac:spMkLst>
            <pc:docMk/>
            <pc:sldMk cId="4104720413" sldId="262"/>
            <ac:spMk id="41" creationId="{063BBA22-50EA-4C4D-BE05-F1CE4E63AA56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43" creationId="{BACC6370-2D7E-4714-9D71-7542949D7D5D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44" creationId="{F68B3F68-107C-434F-AA38-110D5EA91B85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45" creationId="{AAD0DBB9-1A4B-4391-81D4-CB19F9AB918A}"/>
          </ac:spMkLst>
        </pc:spChg>
        <pc:spChg chg="add del">
          <ac:chgData name="Tristan Guerin" userId="3069c626-6690-4b34-a413-ede1f0dcb4b9" providerId="ADAL" clId="{4E5E191C-368A-4D6A-97A6-E24D11CAE981}" dt="2022-03-28T02:23:08.365" v="83" actId="26606"/>
          <ac:spMkLst>
            <pc:docMk/>
            <pc:sldMk cId="4104720413" sldId="262"/>
            <ac:spMk id="46" creationId="{063BBA22-50EA-4C4D-BE05-F1CE4E63AA56}"/>
          </ac:spMkLst>
        </pc:spChg>
        <pc:graphicFrameChg chg="add mod modGraphic">
          <ac:chgData name="Tristan Guerin" userId="3069c626-6690-4b34-a413-ede1f0dcb4b9" providerId="ADAL" clId="{4E5E191C-368A-4D6A-97A6-E24D11CAE981}" dt="2022-03-28T03:12:13.108" v="297" actId="20577"/>
          <ac:graphicFrameMkLst>
            <pc:docMk/>
            <pc:sldMk cId="4104720413" sldId="262"/>
            <ac:graphicFrameMk id="5" creationId="{95F62981-5DB1-00BD-A0A8-90A5C23562EE}"/>
          </ac:graphicFrameMkLst>
        </pc:graphicFrameChg>
      </pc:sldChg>
      <pc:sldChg chg="modSp del">
        <pc:chgData name="Tristan Guerin" userId="3069c626-6690-4b34-a413-ede1f0dcb4b9" providerId="ADAL" clId="{4E5E191C-368A-4D6A-97A6-E24D11CAE981}" dt="2022-03-28T02:22:12.270" v="72" actId="2696"/>
        <pc:sldMkLst>
          <pc:docMk/>
          <pc:sldMk cId="4125594103" sldId="263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4125594103" sldId="263"/>
            <ac:spMk id="2" creationId="{62A87F4E-8492-4DCC-9B5F-1B666874000E}"/>
          </ac:spMkLst>
        </pc:spChg>
      </pc:sldChg>
      <pc:sldChg chg="addSp delSp modSp mod">
        <pc:chgData name="Tristan Guerin" userId="3069c626-6690-4b34-a413-ede1f0dcb4b9" providerId="ADAL" clId="{4E5E191C-368A-4D6A-97A6-E24D11CAE981}" dt="2022-03-28T02:17:12.768" v="18" actId="26606"/>
        <pc:sldMkLst>
          <pc:docMk/>
          <pc:sldMk cId="2927531843" sldId="264"/>
        </pc:sldMkLst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2927531843" sldId="264"/>
            <ac:spMk id="2" creationId="{72FE6D99-0326-4738-83DD-821D4DA381F0}"/>
          </ac:spMkLst>
        </pc:spChg>
        <pc:spChg chg="mod">
          <ac:chgData name="Tristan Guerin" userId="3069c626-6690-4b34-a413-ede1f0dcb4b9" providerId="ADAL" clId="{4E5E191C-368A-4D6A-97A6-E24D11CAE981}" dt="2022-03-28T02:14:17.754" v="5"/>
          <ac:spMkLst>
            <pc:docMk/>
            <pc:sldMk cId="2927531843" sldId="264"/>
            <ac:spMk id="3" creationId="{B002828F-3EE9-46A4-9A83-768D323934D8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8" creationId="{09588DA8-065E-4F6F-8EFD-43104AB2E0CF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10" creationId="{C4285719-470E-454C-AF62-8323075F1F5B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12" creationId="{CD9FE4EF-C4D8-49A0-B2FF-81D8DB7D8A24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14" creationId="{4300840D-0A0B-4512-BACA-B439D5B9C57C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16" creationId="{D2B78728-A580-49A7-84F9-6EF6F583ADE0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18" creationId="{38FAA1A1-D861-433F-88FA-1E9D6FD31D11}"/>
          </ac:spMkLst>
        </pc:spChg>
        <pc:spChg chg="del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20" creationId="{8D71EDA1-87BF-4D5D-AB79-F346FD19278A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25" creationId="{09588DA8-065E-4F6F-8EFD-43104AB2E0CF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27" creationId="{C4285719-470E-454C-AF62-8323075F1F5B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29" creationId="{CD9FE4EF-C4D8-49A0-B2FF-81D8DB7D8A24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31" creationId="{4300840D-0A0B-4512-BACA-B439D5B9C57C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33" creationId="{D2B78728-A580-49A7-84F9-6EF6F583ADE0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35" creationId="{38FAA1A1-D861-433F-88FA-1E9D6FD31D11}"/>
          </ac:spMkLst>
        </pc:spChg>
        <pc:spChg chg="add">
          <ac:chgData name="Tristan Guerin" userId="3069c626-6690-4b34-a413-ede1f0dcb4b9" providerId="ADAL" clId="{4E5E191C-368A-4D6A-97A6-E24D11CAE981}" dt="2022-03-28T02:17:12.768" v="18" actId="26606"/>
          <ac:spMkLst>
            <pc:docMk/>
            <pc:sldMk cId="2927531843" sldId="264"/>
            <ac:spMk id="37" creationId="{8D71EDA1-87BF-4D5D-AB79-F346FD19278A}"/>
          </ac:spMkLst>
        </pc:spChg>
      </pc:sldChg>
      <pc:sldChg chg="addSp modSp mod setBg addAnim">
        <pc:chgData name="Tristan Guerin" userId="3069c626-6690-4b34-a413-ede1f0dcb4b9" providerId="ADAL" clId="{4E5E191C-368A-4D6A-97A6-E24D11CAE981}" dt="2022-03-28T02:37:08.885" v="212" actId="1076"/>
        <pc:sldMkLst>
          <pc:docMk/>
          <pc:sldMk cId="860935858" sldId="265"/>
        </pc:sldMkLst>
        <pc:spChg chg="mod">
          <ac:chgData name="Tristan Guerin" userId="3069c626-6690-4b34-a413-ede1f0dcb4b9" providerId="ADAL" clId="{4E5E191C-368A-4D6A-97A6-E24D11CAE981}" dt="2022-03-28T02:36:18.921" v="196" actId="122"/>
          <ac:spMkLst>
            <pc:docMk/>
            <pc:sldMk cId="860935858" sldId="265"/>
            <ac:spMk id="2" creationId="{A93CDEEB-D572-4514-8C8E-280FED578B6C}"/>
          </ac:spMkLst>
        </pc:spChg>
        <pc:spChg chg="mod">
          <ac:chgData name="Tristan Guerin" userId="3069c626-6690-4b34-a413-ede1f0dcb4b9" providerId="ADAL" clId="{4E5E191C-368A-4D6A-97A6-E24D11CAE981}" dt="2022-03-28T02:37:08.885" v="212" actId="1076"/>
          <ac:spMkLst>
            <pc:docMk/>
            <pc:sldMk cId="860935858" sldId="265"/>
            <ac:spMk id="3" creationId="{8A7667B5-DD31-41C1-A935-5F7720E533C9}"/>
          </ac:spMkLst>
        </pc:spChg>
        <pc:spChg chg="add">
          <ac:chgData name="Tristan Guerin" userId="3069c626-6690-4b34-a413-ede1f0dcb4b9" providerId="ADAL" clId="{4E5E191C-368A-4D6A-97A6-E24D11CAE981}" dt="2022-03-28T02:20:19.783" v="59" actId="26606"/>
          <ac:spMkLst>
            <pc:docMk/>
            <pc:sldMk cId="860935858" sldId="265"/>
            <ac:spMk id="9" creationId="{A8384FB5-9ADC-4DDC-881B-597D56F5B15D}"/>
          </ac:spMkLst>
        </pc:spChg>
        <pc:spChg chg="add">
          <ac:chgData name="Tristan Guerin" userId="3069c626-6690-4b34-a413-ede1f0dcb4b9" providerId="ADAL" clId="{4E5E191C-368A-4D6A-97A6-E24D11CAE981}" dt="2022-03-28T02:20:19.783" v="59" actId="26606"/>
          <ac:spMkLst>
            <pc:docMk/>
            <pc:sldMk cId="860935858" sldId="265"/>
            <ac:spMk id="11" creationId="{1199E1B1-A8C0-4FE8-A5A8-1CB41D69F857}"/>
          </ac:spMkLst>
        </pc:spChg>
        <pc:spChg chg="add">
          <ac:chgData name="Tristan Guerin" userId="3069c626-6690-4b34-a413-ede1f0dcb4b9" providerId="ADAL" clId="{4E5E191C-368A-4D6A-97A6-E24D11CAE981}" dt="2022-03-28T02:20:19.783" v="59" actId="26606"/>
          <ac:spMkLst>
            <pc:docMk/>
            <pc:sldMk cId="860935858" sldId="265"/>
            <ac:spMk id="13" creationId="{84A8DE83-DE75-4B41-9DB4-A7EC0B0DEC0B}"/>
          </ac:spMkLst>
        </pc:spChg>
        <pc:spChg chg="add">
          <ac:chgData name="Tristan Guerin" userId="3069c626-6690-4b34-a413-ede1f0dcb4b9" providerId="ADAL" clId="{4E5E191C-368A-4D6A-97A6-E24D11CAE981}" dt="2022-03-28T02:20:19.783" v="59" actId="26606"/>
          <ac:spMkLst>
            <pc:docMk/>
            <pc:sldMk cId="860935858" sldId="265"/>
            <ac:spMk id="15" creationId="{A7009A0A-BEF5-4EAC-AF15-E4F9F002E239}"/>
          </ac:spMkLst>
        </pc:spChg>
        <pc:picChg chg="add mod">
          <ac:chgData name="Tristan Guerin" userId="3069c626-6690-4b34-a413-ede1f0dcb4b9" providerId="ADAL" clId="{4E5E191C-368A-4D6A-97A6-E24D11CAE981}" dt="2022-03-28T02:20:29.079" v="62" actId="1076"/>
          <ac:picMkLst>
            <pc:docMk/>
            <pc:sldMk cId="860935858" sldId="265"/>
            <ac:picMk id="6" creationId="{D4686E00-C980-B638-E7DD-6944374EFF07}"/>
          </ac:picMkLst>
        </pc:picChg>
      </pc:sldChg>
      <pc:sldChg chg="addSp delSp modSp mod">
        <pc:chgData name="Tristan Guerin" userId="3069c626-6690-4b34-a413-ede1f0dcb4b9" providerId="ADAL" clId="{4E5E191C-368A-4D6A-97A6-E24D11CAE981}" dt="2022-03-28T03:06:11.797" v="272" actId="20577"/>
        <pc:sldMkLst>
          <pc:docMk/>
          <pc:sldMk cId="3386227091" sldId="266"/>
        </pc:sldMkLst>
        <pc:spChg chg="mod">
          <ac:chgData name="Tristan Guerin" userId="3069c626-6690-4b34-a413-ede1f0dcb4b9" providerId="ADAL" clId="{4E5E191C-368A-4D6A-97A6-E24D11CAE981}" dt="2022-03-28T02:19:51.008" v="57" actId="1076"/>
          <ac:spMkLst>
            <pc:docMk/>
            <pc:sldMk cId="3386227091" sldId="266"/>
            <ac:spMk id="2" creationId="{72FE6D99-0326-4738-83DD-821D4DA381F0}"/>
          </ac:spMkLst>
        </pc:spChg>
        <pc:spChg chg="del">
          <ac:chgData name="Tristan Guerin" userId="3069c626-6690-4b34-a413-ede1f0dcb4b9" providerId="ADAL" clId="{4E5E191C-368A-4D6A-97A6-E24D11CAE981}" dt="2022-03-28T02:19:07.109" v="26" actId="478"/>
          <ac:spMkLst>
            <pc:docMk/>
            <pc:sldMk cId="3386227091" sldId="266"/>
            <ac:spMk id="3" creationId="{B002828F-3EE9-46A4-9A83-768D323934D8}"/>
          </ac:spMkLst>
        </pc:spChg>
        <pc:spChg chg="add del mod">
          <ac:chgData name="Tristan Guerin" userId="3069c626-6690-4b34-a413-ede1f0dcb4b9" providerId="ADAL" clId="{4E5E191C-368A-4D6A-97A6-E24D11CAE981}" dt="2022-03-28T02:19:09.179" v="27"/>
          <ac:spMkLst>
            <pc:docMk/>
            <pc:sldMk cId="3386227091" sldId="266"/>
            <ac:spMk id="5" creationId="{532B117E-C86E-4B0B-82E0-B99DE275FAA8}"/>
          </ac:spMkLst>
        </pc:spChg>
        <pc:spChg chg="add mod">
          <ac:chgData name="Tristan Guerin" userId="3069c626-6690-4b34-a413-ede1f0dcb4b9" providerId="ADAL" clId="{4E5E191C-368A-4D6A-97A6-E24D11CAE981}" dt="2022-03-28T02:19:30.862" v="35" actId="1076"/>
          <ac:spMkLst>
            <pc:docMk/>
            <pc:sldMk cId="3386227091" sldId="266"/>
            <ac:spMk id="13" creationId="{D4BD9BFF-0AA9-419E-95D8-FBFAAC80710B}"/>
          </ac:spMkLst>
        </pc:spChg>
        <pc:spChg chg="add mod">
          <ac:chgData name="Tristan Guerin" userId="3069c626-6690-4b34-a413-ede1f0dcb4b9" providerId="ADAL" clId="{4E5E191C-368A-4D6A-97A6-E24D11CAE981}" dt="2022-03-28T03:06:11.797" v="272" actId="20577"/>
          <ac:spMkLst>
            <pc:docMk/>
            <pc:sldMk cId="3386227091" sldId="266"/>
            <ac:spMk id="15" creationId="{C32AF8C3-16DF-4651-9150-B168F9A541AF}"/>
          </ac:spMkLst>
        </pc:spChg>
        <pc:picChg chg="mod">
          <ac:chgData name="Tristan Guerin" userId="3069c626-6690-4b34-a413-ede1f0dcb4b9" providerId="ADAL" clId="{4E5E191C-368A-4D6A-97A6-E24D11CAE981}" dt="2022-03-28T02:19:27.824" v="34" actId="1076"/>
          <ac:picMkLst>
            <pc:docMk/>
            <pc:sldMk cId="3386227091" sldId="266"/>
            <ac:picMk id="14" creationId="{BA586DA2-0A2B-4D99-8AE9-318406EA8FB6}"/>
          </ac:picMkLst>
        </pc:picChg>
      </pc:sldChg>
      <pc:sldChg chg="addSp delSp modSp mod">
        <pc:chgData name="Tristan Guerin" userId="3069c626-6690-4b34-a413-ede1f0dcb4b9" providerId="ADAL" clId="{4E5E191C-368A-4D6A-97A6-E24D11CAE981}" dt="2022-03-28T02:18:46.715" v="25" actId="122"/>
        <pc:sldMkLst>
          <pc:docMk/>
          <pc:sldMk cId="3412783463" sldId="266"/>
        </pc:sldMkLst>
        <pc:spChg chg="mod">
          <ac:chgData name="Tristan Guerin" userId="3069c626-6690-4b34-a413-ede1f0dcb4b9" providerId="ADAL" clId="{4E5E191C-368A-4D6A-97A6-E24D11CAE981}" dt="2022-03-28T02:18:46.715" v="25" actId="122"/>
          <ac:spMkLst>
            <pc:docMk/>
            <pc:sldMk cId="3412783463" sldId="266"/>
            <ac:spMk id="2" creationId="{51768186-0B6C-4930-B6DF-D68CCCE86CD1}"/>
          </ac:spMkLst>
        </pc:spChg>
        <pc:spChg chg="del">
          <ac:chgData name="Tristan Guerin" userId="3069c626-6690-4b34-a413-ede1f0dcb4b9" providerId="ADAL" clId="{4E5E191C-368A-4D6A-97A6-E24D11CAE981}" dt="2022-03-28T02:18:28.660" v="21"/>
          <ac:spMkLst>
            <pc:docMk/>
            <pc:sldMk cId="3412783463" sldId="266"/>
            <ac:spMk id="4" creationId="{5BC6ABFA-F52D-4314-88E8-0CA39C72D306}"/>
          </ac:spMkLst>
        </pc:spChg>
        <pc:spChg chg="add mod">
          <ac:chgData name="Tristan Guerin" userId="3069c626-6690-4b34-a413-ede1f0dcb4b9" providerId="ADAL" clId="{4E5E191C-368A-4D6A-97A6-E24D11CAE981}" dt="2022-03-28T02:18:35.754" v="23" actId="1076"/>
          <ac:spMkLst>
            <pc:docMk/>
            <pc:sldMk cId="3412783463" sldId="266"/>
            <ac:spMk id="11" creationId="{FD79402E-273C-433F-B22F-330C498F611E}"/>
          </ac:spMkLst>
        </pc:spChg>
        <pc:picChg chg="mod">
          <ac:chgData name="Tristan Guerin" userId="3069c626-6690-4b34-a413-ede1f0dcb4b9" providerId="ADAL" clId="{4E5E191C-368A-4D6A-97A6-E24D11CAE981}" dt="2022-03-28T02:18:40.926" v="24" actId="14100"/>
          <ac:picMkLst>
            <pc:docMk/>
            <pc:sldMk cId="3412783463" sldId="266"/>
            <ac:picMk id="13" creationId="{8400BE99-8BD0-4258-BE02-3F34625174A2}"/>
          </ac:picMkLst>
        </pc:picChg>
      </pc:sldChg>
      <pc:sldChg chg="addSp delSp modSp add mod ord">
        <pc:chgData name="Tristan Guerin" userId="3069c626-6690-4b34-a413-ede1f0dcb4b9" providerId="ADAL" clId="{4E5E191C-368A-4D6A-97A6-E24D11CAE981}" dt="2022-03-28T02:32:55.837" v="172" actId="1076"/>
        <pc:sldMkLst>
          <pc:docMk/>
          <pc:sldMk cId="294510276" sldId="267"/>
        </pc:sldMkLst>
        <pc:spChg chg="mod">
          <ac:chgData name="Tristan Guerin" userId="3069c626-6690-4b34-a413-ede1f0dcb4b9" providerId="ADAL" clId="{4E5E191C-368A-4D6A-97A6-E24D11CAE981}" dt="2022-03-28T02:31:37.779" v="161" actId="20577"/>
          <ac:spMkLst>
            <pc:docMk/>
            <pc:sldMk cId="294510276" sldId="267"/>
            <ac:spMk id="2" creationId="{1D0F3606-5347-4465-A908-E93053359B6E}"/>
          </ac:spMkLst>
        </pc:spChg>
        <pc:spChg chg="add del mod">
          <ac:chgData name="Tristan Guerin" userId="3069c626-6690-4b34-a413-ede1f0dcb4b9" providerId="ADAL" clId="{4E5E191C-368A-4D6A-97A6-E24D11CAE981}" dt="2022-03-28T02:32:41.171" v="167" actId="478"/>
          <ac:spMkLst>
            <pc:docMk/>
            <pc:sldMk cId="294510276" sldId="267"/>
            <ac:spMk id="10" creationId="{E0C25E24-1374-4561-B0FE-F5CA5873234C}"/>
          </ac:spMkLst>
        </pc:spChg>
        <pc:spChg chg="add mod">
          <ac:chgData name="Tristan Guerin" userId="3069c626-6690-4b34-a413-ede1f0dcb4b9" providerId="ADAL" clId="{4E5E191C-368A-4D6A-97A6-E24D11CAE981}" dt="2022-03-28T02:32:04.573" v="162" actId="255"/>
          <ac:spMkLst>
            <pc:docMk/>
            <pc:sldMk cId="294510276" sldId="267"/>
            <ac:spMk id="14" creationId="{AD034F82-C21B-43FB-9332-9651243268DC}"/>
          </ac:spMkLst>
        </pc:spChg>
        <pc:spChg chg="add del mod">
          <ac:chgData name="Tristan Guerin" userId="3069c626-6690-4b34-a413-ede1f0dcb4b9" providerId="ADAL" clId="{4E5E191C-368A-4D6A-97A6-E24D11CAE981}" dt="2022-03-28T02:27:00.556" v="103" actId="478"/>
          <ac:spMkLst>
            <pc:docMk/>
            <pc:sldMk cId="294510276" sldId="267"/>
            <ac:spMk id="16" creationId="{CE309103-35A7-4C6A-BBC3-0FF456A59412}"/>
          </ac:spMkLst>
        </pc:spChg>
        <pc:spChg chg="add mod">
          <ac:chgData name="Tristan Guerin" userId="3069c626-6690-4b34-a413-ede1f0dcb4b9" providerId="ADAL" clId="{4E5E191C-368A-4D6A-97A6-E24D11CAE981}" dt="2022-03-28T02:32:55.837" v="172" actId="1076"/>
          <ac:spMkLst>
            <pc:docMk/>
            <pc:sldMk cId="294510276" sldId="267"/>
            <ac:spMk id="17" creationId="{95963BB6-AEF7-453E-B027-84A8D1BA54C5}"/>
          </ac:spMkLst>
        </pc:spChg>
        <pc:graphicFrameChg chg="del">
          <ac:chgData name="Tristan Guerin" userId="3069c626-6690-4b34-a413-ede1f0dcb4b9" providerId="ADAL" clId="{4E5E191C-368A-4D6A-97A6-E24D11CAE981}" dt="2022-03-28T02:23:29.837" v="88" actId="478"/>
          <ac:graphicFrameMkLst>
            <pc:docMk/>
            <pc:sldMk cId="294510276" sldId="267"/>
            <ac:graphicFrameMk id="5" creationId="{95F62981-5DB1-00BD-A0A8-90A5C23562EE}"/>
          </ac:graphicFrameMkLst>
        </pc:graphicFrameChg>
        <pc:picChg chg="add mod">
          <ac:chgData name="Tristan Guerin" userId="3069c626-6690-4b34-a413-ede1f0dcb4b9" providerId="ADAL" clId="{4E5E191C-368A-4D6A-97A6-E24D11CAE981}" dt="2022-03-28T02:27:13.571" v="104" actId="1076"/>
          <ac:picMkLst>
            <pc:docMk/>
            <pc:sldMk cId="294510276" sldId="267"/>
            <ac:picMk id="8" creationId="{62FB3EE1-098A-49B6-B7C7-5F58724A6021}"/>
          </ac:picMkLst>
        </pc:picChg>
        <pc:picChg chg="add mod">
          <ac:chgData name="Tristan Guerin" userId="3069c626-6690-4b34-a413-ede1f0dcb4b9" providerId="ADAL" clId="{4E5E191C-368A-4D6A-97A6-E24D11CAE981}" dt="2022-03-28T02:27:13.571" v="104" actId="1076"/>
          <ac:picMkLst>
            <pc:docMk/>
            <pc:sldMk cId="294510276" sldId="267"/>
            <ac:picMk id="12" creationId="{434C8AD3-EC18-4563-A3E0-AFB579683D11}"/>
          </ac:picMkLst>
        </pc:picChg>
      </pc:sldChg>
      <pc:sldChg chg="add del">
        <pc:chgData name="Tristan Guerin" userId="3069c626-6690-4b34-a413-ede1f0dcb4b9" providerId="ADAL" clId="{4E5E191C-368A-4D6A-97A6-E24D11CAE981}" dt="2022-03-28T02:23:08.803" v="84" actId="2890"/>
        <pc:sldMkLst>
          <pc:docMk/>
          <pc:sldMk cId="1336013617" sldId="267"/>
        </pc:sldMkLst>
      </pc:sldChg>
      <pc:sldChg chg="addSp delSp modSp add mod">
        <pc:chgData name="Tristan Guerin" userId="3069c626-6690-4b34-a413-ede1f0dcb4b9" providerId="ADAL" clId="{4E5E191C-368A-4D6A-97A6-E24D11CAE981}" dt="2022-03-28T02:29:19.887" v="133" actId="255"/>
        <pc:sldMkLst>
          <pc:docMk/>
          <pc:sldMk cId="3637680482" sldId="268"/>
        </pc:sldMkLst>
        <pc:spChg chg="mod">
          <ac:chgData name="Tristan Guerin" userId="3069c626-6690-4b34-a413-ede1f0dcb4b9" providerId="ADAL" clId="{4E5E191C-368A-4D6A-97A6-E24D11CAE981}" dt="2022-03-28T02:28:54.539" v="129" actId="20577"/>
          <ac:spMkLst>
            <pc:docMk/>
            <pc:sldMk cId="3637680482" sldId="268"/>
            <ac:spMk id="2" creationId="{1D0F3606-5347-4465-A908-E93053359B6E}"/>
          </ac:spMkLst>
        </pc:spChg>
        <pc:spChg chg="del mod">
          <ac:chgData name="Tristan Guerin" userId="3069c626-6690-4b34-a413-ede1f0dcb4b9" providerId="ADAL" clId="{4E5E191C-368A-4D6A-97A6-E24D11CAE981}" dt="2022-03-28T02:28:24.459" v="110" actId="478"/>
          <ac:spMkLst>
            <pc:docMk/>
            <pc:sldMk cId="3637680482" sldId="268"/>
            <ac:spMk id="10" creationId="{E0C25E24-1374-4561-B0FE-F5CA5873234C}"/>
          </ac:spMkLst>
        </pc:spChg>
        <pc:spChg chg="del">
          <ac:chgData name="Tristan Guerin" userId="3069c626-6690-4b34-a413-ede1f0dcb4b9" providerId="ADAL" clId="{4E5E191C-368A-4D6A-97A6-E24D11CAE981}" dt="2022-03-28T02:28:20.067" v="108" actId="478"/>
          <ac:spMkLst>
            <pc:docMk/>
            <pc:sldMk cId="3637680482" sldId="268"/>
            <ac:spMk id="14" creationId="{AD034F82-C21B-43FB-9332-9651243268DC}"/>
          </ac:spMkLst>
        </pc:spChg>
        <pc:spChg chg="add mod">
          <ac:chgData name="Tristan Guerin" userId="3069c626-6690-4b34-a413-ede1f0dcb4b9" providerId="ADAL" clId="{4E5E191C-368A-4D6A-97A6-E24D11CAE981}" dt="2022-03-28T02:29:14.648" v="132" actId="255"/>
          <ac:spMkLst>
            <pc:docMk/>
            <pc:sldMk cId="3637680482" sldId="268"/>
            <ac:spMk id="17" creationId="{8AFEF593-7997-4370-849E-9354ED509271}"/>
          </ac:spMkLst>
        </pc:spChg>
        <pc:spChg chg="add mod">
          <ac:chgData name="Tristan Guerin" userId="3069c626-6690-4b34-a413-ede1f0dcb4b9" providerId="ADAL" clId="{4E5E191C-368A-4D6A-97A6-E24D11CAE981}" dt="2022-03-28T02:29:19.887" v="133" actId="255"/>
          <ac:spMkLst>
            <pc:docMk/>
            <pc:sldMk cId="3637680482" sldId="268"/>
            <ac:spMk id="18" creationId="{1593FF6A-3891-4445-A4D7-2D0331DD2A43}"/>
          </ac:spMkLst>
        </pc:spChg>
        <pc:spChg chg="add del mod">
          <ac:chgData name="Tristan Guerin" userId="3069c626-6690-4b34-a413-ede1f0dcb4b9" providerId="ADAL" clId="{4E5E191C-368A-4D6A-97A6-E24D11CAE981}" dt="2022-03-28T02:28:59.051" v="130" actId="478"/>
          <ac:spMkLst>
            <pc:docMk/>
            <pc:sldMk cId="3637680482" sldId="268"/>
            <ac:spMk id="20" creationId="{E2C75C7E-D52B-406D-8FA6-2E0D96569D4C}"/>
          </ac:spMkLst>
        </pc:spChg>
        <pc:picChg chg="del">
          <ac:chgData name="Tristan Guerin" userId="3069c626-6690-4b34-a413-ede1f0dcb4b9" providerId="ADAL" clId="{4E5E191C-368A-4D6A-97A6-E24D11CAE981}" dt="2022-03-28T02:28:20.067" v="108" actId="478"/>
          <ac:picMkLst>
            <pc:docMk/>
            <pc:sldMk cId="3637680482" sldId="268"/>
            <ac:picMk id="8" creationId="{62FB3EE1-098A-49B6-B7C7-5F58724A6021}"/>
          </ac:picMkLst>
        </pc:picChg>
        <pc:picChg chg="del">
          <ac:chgData name="Tristan Guerin" userId="3069c626-6690-4b34-a413-ede1f0dcb4b9" providerId="ADAL" clId="{4E5E191C-368A-4D6A-97A6-E24D11CAE981}" dt="2022-03-28T02:28:20.067" v="108" actId="478"/>
          <ac:picMkLst>
            <pc:docMk/>
            <pc:sldMk cId="3637680482" sldId="268"/>
            <ac:picMk id="12" creationId="{434C8AD3-EC18-4563-A3E0-AFB579683D11}"/>
          </ac:picMkLst>
        </pc:picChg>
        <pc:picChg chg="add mod">
          <ac:chgData name="Tristan Guerin" userId="3069c626-6690-4b34-a413-ede1f0dcb4b9" providerId="ADAL" clId="{4E5E191C-368A-4D6A-97A6-E24D11CAE981}" dt="2022-03-28T02:29:06.215" v="131" actId="1076"/>
          <ac:picMkLst>
            <pc:docMk/>
            <pc:sldMk cId="3637680482" sldId="268"/>
            <ac:picMk id="16" creationId="{B5FFF4A0-CC03-4881-8647-3789CD6A8AB7}"/>
          </ac:picMkLst>
        </pc:picChg>
        <pc:picChg chg="add mod">
          <ac:chgData name="Tristan Guerin" userId="3069c626-6690-4b34-a413-ede1f0dcb4b9" providerId="ADAL" clId="{4E5E191C-368A-4D6A-97A6-E24D11CAE981}" dt="2022-03-28T02:29:06.215" v="131" actId="1076"/>
          <ac:picMkLst>
            <pc:docMk/>
            <pc:sldMk cId="3637680482" sldId="268"/>
            <ac:picMk id="19" creationId="{102DC49F-27A5-4475-A529-5C36B2707E00}"/>
          </ac:picMkLst>
        </pc:picChg>
      </pc:sldChg>
      <pc:sldChg chg="addSp delSp modSp add mod">
        <pc:chgData name="Tristan Guerin" userId="3069c626-6690-4b34-a413-ede1f0dcb4b9" providerId="ADAL" clId="{4E5E191C-368A-4D6A-97A6-E24D11CAE981}" dt="2022-03-28T02:59:43.816" v="233" actId="20577"/>
        <pc:sldMkLst>
          <pc:docMk/>
          <pc:sldMk cId="1470799376" sldId="269"/>
        </pc:sldMkLst>
        <pc:spChg chg="mod">
          <ac:chgData name="Tristan Guerin" userId="3069c626-6690-4b34-a413-ede1f0dcb4b9" providerId="ADAL" clId="{4E5E191C-368A-4D6A-97A6-E24D11CAE981}" dt="2022-03-28T02:30:13.499" v="150" actId="20577"/>
          <ac:spMkLst>
            <pc:docMk/>
            <pc:sldMk cId="1470799376" sldId="269"/>
            <ac:spMk id="2" creationId="{1D0F3606-5347-4465-A908-E93053359B6E}"/>
          </ac:spMkLst>
        </pc:spChg>
        <pc:spChg chg="add mod">
          <ac:chgData name="Tristan Guerin" userId="3069c626-6690-4b34-a413-ede1f0dcb4b9" providerId="ADAL" clId="{4E5E191C-368A-4D6A-97A6-E24D11CAE981}" dt="2022-03-28T02:33:32.887" v="174" actId="255"/>
          <ac:spMkLst>
            <pc:docMk/>
            <pc:sldMk cId="1470799376" sldId="269"/>
            <ac:spMk id="12" creationId="{D7DFAD80-6F8D-4DBE-B9EF-02AED7E36D47}"/>
          </ac:spMkLst>
        </pc:spChg>
        <pc:spChg chg="del">
          <ac:chgData name="Tristan Guerin" userId="3069c626-6690-4b34-a413-ede1f0dcb4b9" providerId="ADAL" clId="{4E5E191C-368A-4D6A-97A6-E24D11CAE981}" dt="2022-03-28T02:30:34.122" v="153" actId="478"/>
          <ac:spMkLst>
            <pc:docMk/>
            <pc:sldMk cId="1470799376" sldId="269"/>
            <ac:spMk id="17" creationId="{8AFEF593-7997-4370-849E-9354ED509271}"/>
          </ac:spMkLst>
        </pc:spChg>
        <pc:spChg chg="del">
          <ac:chgData name="Tristan Guerin" userId="3069c626-6690-4b34-a413-ede1f0dcb4b9" providerId="ADAL" clId="{4E5E191C-368A-4D6A-97A6-E24D11CAE981}" dt="2022-03-28T02:30:34.122" v="153" actId="478"/>
          <ac:spMkLst>
            <pc:docMk/>
            <pc:sldMk cId="1470799376" sldId="269"/>
            <ac:spMk id="18" creationId="{1593FF6A-3891-4445-A4D7-2D0331DD2A43}"/>
          </ac:spMkLst>
        </pc:spChg>
        <pc:spChg chg="add mod">
          <ac:chgData name="Tristan Guerin" userId="3069c626-6690-4b34-a413-ede1f0dcb4b9" providerId="ADAL" clId="{4E5E191C-368A-4D6A-97A6-E24D11CAE981}" dt="2022-03-28T02:59:43.816" v="233" actId="20577"/>
          <ac:spMkLst>
            <pc:docMk/>
            <pc:sldMk cId="1470799376" sldId="269"/>
            <ac:spMk id="21" creationId="{0DC5D713-B9A0-44D0-A1BD-C5668F85F2F2}"/>
          </ac:spMkLst>
        </pc:spChg>
        <pc:spChg chg="add del mod">
          <ac:chgData name="Tristan Guerin" userId="3069c626-6690-4b34-a413-ede1f0dcb4b9" providerId="ADAL" clId="{4E5E191C-368A-4D6A-97A6-E24D11CAE981}" dt="2022-03-28T02:30:40.172" v="155" actId="478"/>
          <ac:spMkLst>
            <pc:docMk/>
            <pc:sldMk cId="1470799376" sldId="269"/>
            <ac:spMk id="22" creationId="{70339927-7B99-424F-91EC-183F6BD23FAF}"/>
          </ac:spMkLst>
        </pc:spChg>
        <pc:picChg chg="add mod">
          <ac:chgData name="Tristan Guerin" userId="3069c626-6690-4b34-a413-ede1f0dcb4b9" providerId="ADAL" clId="{4E5E191C-368A-4D6A-97A6-E24D11CAE981}" dt="2022-03-28T02:31:27.748" v="160" actId="1076"/>
          <ac:picMkLst>
            <pc:docMk/>
            <pc:sldMk cId="1470799376" sldId="269"/>
            <ac:picMk id="14" creationId="{F98DFA76-DD84-41D0-839D-7E085DE73687}"/>
          </ac:picMkLst>
        </pc:picChg>
        <pc:picChg chg="del">
          <ac:chgData name="Tristan Guerin" userId="3069c626-6690-4b34-a413-ede1f0dcb4b9" providerId="ADAL" clId="{4E5E191C-368A-4D6A-97A6-E24D11CAE981}" dt="2022-03-28T02:30:34.122" v="153" actId="478"/>
          <ac:picMkLst>
            <pc:docMk/>
            <pc:sldMk cId="1470799376" sldId="269"/>
            <ac:picMk id="16" creationId="{B5FFF4A0-CC03-4881-8647-3789CD6A8AB7}"/>
          </ac:picMkLst>
        </pc:picChg>
        <pc:picChg chg="del">
          <ac:chgData name="Tristan Guerin" userId="3069c626-6690-4b34-a413-ede1f0dcb4b9" providerId="ADAL" clId="{4E5E191C-368A-4D6A-97A6-E24D11CAE981}" dt="2022-03-28T02:30:34.122" v="153" actId="478"/>
          <ac:picMkLst>
            <pc:docMk/>
            <pc:sldMk cId="1470799376" sldId="269"/>
            <ac:picMk id="19" creationId="{102DC49F-27A5-4475-A529-5C36B2707E00}"/>
          </ac:picMkLst>
        </pc:picChg>
        <pc:picChg chg="add mod">
          <ac:chgData name="Tristan Guerin" userId="3069c626-6690-4b34-a413-ede1f0dcb4b9" providerId="ADAL" clId="{4E5E191C-368A-4D6A-97A6-E24D11CAE981}" dt="2022-03-28T02:31:27.748" v="160" actId="1076"/>
          <ac:picMkLst>
            <pc:docMk/>
            <pc:sldMk cId="1470799376" sldId="269"/>
            <ac:picMk id="20" creationId="{B609BA2B-5398-4EFB-82D7-43CA72211BE7}"/>
          </ac:picMkLst>
        </pc:picChg>
      </pc:sldChg>
      <pc:sldChg chg="addSp delSp modSp add mod">
        <pc:chgData name="Tristan Guerin" userId="3069c626-6690-4b34-a413-ede1f0dcb4b9" providerId="ADAL" clId="{4E5E191C-368A-4D6A-97A6-E24D11CAE981}" dt="2022-03-28T02:46:49.929" v="218" actId="20577"/>
        <pc:sldMkLst>
          <pc:docMk/>
          <pc:sldMk cId="2684780507" sldId="270"/>
        </pc:sldMkLst>
        <pc:spChg chg="mod">
          <ac:chgData name="Tristan Guerin" userId="3069c626-6690-4b34-a413-ede1f0dcb4b9" providerId="ADAL" clId="{4E5E191C-368A-4D6A-97A6-E24D11CAE981}" dt="2022-03-28T02:46:49.929" v="218" actId="20577"/>
          <ac:spMkLst>
            <pc:docMk/>
            <pc:sldMk cId="2684780507" sldId="270"/>
            <ac:spMk id="2" creationId="{1D0F3606-5347-4465-A908-E93053359B6E}"/>
          </ac:spMkLst>
        </pc:spChg>
        <pc:spChg chg="del">
          <ac:chgData name="Tristan Guerin" userId="3069c626-6690-4b34-a413-ede1f0dcb4b9" providerId="ADAL" clId="{4E5E191C-368A-4D6A-97A6-E24D11CAE981}" dt="2022-03-28T02:33:54.915" v="177" actId="478"/>
          <ac:spMkLst>
            <pc:docMk/>
            <pc:sldMk cId="2684780507" sldId="270"/>
            <ac:spMk id="12" creationId="{D7DFAD80-6F8D-4DBE-B9EF-02AED7E36D47}"/>
          </ac:spMkLst>
        </pc:spChg>
        <pc:spChg chg="add del mod">
          <ac:chgData name="Tristan Guerin" userId="3069c626-6690-4b34-a413-ede1f0dcb4b9" providerId="ADAL" clId="{4E5E191C-368A-4D6A-97A6-E24D11CAE981}" dt="2022-03-28T02:34:45.987" v="189" actId="478"/>
          <ac:spMkLst>
            <pc:docMk/>
            <pc:sldMk cId="2684780507" sldId="270"/>
            <ac:spMk id="16" creationId="{B3028C13-1482-4D1A-A22A-CA4F5255841C}"/>
          </ac:spMkLst>
        </pc:spChg>
        <pc:spChg chg="add del mod">
          <ac:chgData name="Tristan Guerin" userId="3069c626-6690-4b34-a413-ede1f0dcb4b9" providerId="ADAL" clId="{4E5E191C-368A-4D6A-97A6-E24D11CAE981}" dt="2022-03-28T02:34:18.923" v="188" actId="478"/>
          <ac:spMkLst>
            <pc:docMk/>
            <pc:sldMk cId="2684780507" sldId="270"/>
            <ac:spMk id="19" creationId="{00A3B5DF-EA41-4B8A-B6F5-037D648DEB3A}"/>
          </ac:spMkLst>
        </pc:spChg>
        <pc:spChg chg="del">
          <ac:chgData name="Tristan Guerin" userId="3069c626-6690-4b34-a413-ede1f0dcb4b9" providerId="ADAL" clId="{4E5E191C-368A-4D6A-97A6-E24D11CAE981}" dt="2022-03-28T02:33:54.915" v="177" actId="478"/>
          <ac:spMkLst>
            <pc:docMk/>
            <pc:sldMk cId="2684780507" sldId="270"/>
            <ac:spMk id="21" creationId="{0DC5D713-B9A0-44D0-A1BD-C5668F85F2F2}"/>
          </ac:spMkLst>
        </pc:spChg>
        <pc:spChg chg="add mod">
          <ac:chgData name="Tristan Guerin" userId="3069c626-6690-4b34-a413-ede1f0dcb4b9" providerId="ADAL" clId="{4E5E191C-368A-4D6A-97A6-E24D11CAE981}" dt="2022-03-28T02:35:06.486" v="192" actId="255"/>
          <ac:spMkLst>
            <pc:docMk/>
            <pc:sldMk cId="2684780507" sldId="270"/>
            <ac:spMk id="22" creationId="{0C0F1F2F-663E-4064-B02C-E6DBE6BDEC83}"/>
          </ac:spMkLst>
        </pc:spChg>
        <pc:spChg chg="add mod">
          <ac:chgData name="Tristan Guerin" userId="3069c626-6690-4b34-a413-ede1f0dcb4b9" providerId="ADAL" clId="{4E5E191C-368A-4D6A-97A6-E24D11CAE981}" dt="2022-03-28T02:35:11.877" v="193" actId="255"/>
          <ac:spMkLst>
            <pc:docMk/>
            <pc:sldMk cId="2684780507" sldId="270"/>
            <ac:spMk id="23" creationId="{0466A02A-AECE-4EFE-8857-CE8BCAC9C86F}"/>
          </ac:spMkLst>
        </pc:spChg>
        <pc:picChg chg="del">
          <ac:chgData name="Tristan Guerin" userId="3069c626-6690-4b34-a413-ede1f0dcb4b9" providerId="ADAL" clId="{4E5E191C-368A-4D6A-97A6-E24D11CAE981}" dt="2022-03-28T02:33:54.915" v="177" actId="478"/>
          <ac:picMkLst>
            <pc:docMk/>
            <pc:sldMk cId="2684780507" sldId="270"/>
            <ac:picMk id="14" creationId="{F98DFA76-DD84-41D0-839D-7E085DE73687}"/>
          </ac:picMkLst>
        </pc:picChg>
        <pc:picChg chg="add del mod">
          <ac:chgData name="Tristan Guerin" userId="3069c626-6690-4b34-a413-ede1f0dcb4b9" providerId="ADAL" clId="{4E5E191C-368A-4D6A-97A6-E24D11CAE981}" dt="2022-03-28T02:34:45.987" v="189" actId="478"/>
          <ac:picMkLst>
            <pc:docMk/>
            <pc:sldMk cId="2684780507" sldId="270"/>
            <ac:picMk id="17" creationId="{C83CA19A-B36C-4CD7-93C6-50022562C805}"/>
          </ac:picMkLst>
        </pc:picChg>
        <pc:picChg chg="add del mod">
          <ac:chgData name="Tristan Guerin" userId="3069c626-6690-4b34-a413-ede1f0dcb4b9" providerId="ADAL" clId="{4E5E191C-368A-4D6A-97A6-E24D11CAE981}" dt="2022-03-28T02:34:45.987" v="189" actId="478"/>
          <ac:picMkLst>
            <pc:docMk/>
            <pc:sldMk cId="2684780507" sldId="270"/>
            <ac:picMk id="18" creationId="{F40FE09B-4E1A-4067-9E2D-689C78CF4D56}"/>
          </ac:picMkLst>
        </pc:picChg>
        <pc:picChg chg="del">
          <ac:chgData name="Tristan Guerin" userId="3069c626-6690-4b34-a413-ede1f0dcb4b9" providerId="ADAL" clId="{4E5E191C-368A-4D6A-97A6-E24D11CAE981}" dt="2022-03-28T02:33:54.915" v="177" actId="478"/>
          <ac:picMkLst>
            <pc:docMk/>
            <pc:sldMk cId="2684780507" sldId="270"/>
            <ac:picMk id="20" creationId="{B609BA2B-5398-4EFB-82D7-43CA72211BE7}"/>
          </ac:picMkLst>
        </pc:picChg>
        <pc:picChg chg="add mod">
          <ac:chgData name="Tristan Guerin" userId="3069c626-6690-4b34-a413-ede1f0dcb4b9" providerId="ADAL" clId="{4E5E191C-368A-4D6A-97A6-E24D11CAE981}" dt="2022-03-28T02:34:56.918" v="191" actId="1076"/>
          <ac:picMkLst>
            <pc:docMk/>
            <pc:sldMk cId="2684780507" sldId="270"/>
            <ac:picMk id="24" creationId="{6AB82330-3E87-422A-B637-D0457C1CA30F}"/>
          </ac:picMkLst>
        </pc:picChg>
        <pc:picChg chg="add mod">
          <ac:chgData name="Tristan Guerin" userId="3069c626-6690-4b34-a413-ede1f0dcb4b9" providerId="ADAL" clId="{4E5E191C-368A-4D6A-97A6-E24D11CAE981}" dt="2022-03-28T02:34:56.918" v="191" actId="1076"/>
          <ac:picMkLst>
            <pc:docMk/>
            <pc:sldMk cId="2684780507" sldId="270"/>
            <ac:picMk id="25" creationId="{56BAF8A0-5CDA-47C8-91F8-3159A843E500}"/>
          </ac:picMkLst>
        </pc:picChg>
      </pc:sldChg>
    </pc:docChg>
  </pc:docChgLst>
  <pc:docChgLst>
    <pc:chgData name="Jacob Vaught" userId="3948bc58-7b81-44a4-9cf0-22ebac0213b4" providerId="ADAL" clId="{2EB8F317-9063-455A-95FA-2CF856322A67}"/>
    <pc:docChg chg="undo custSel addSld delSld modSld sldOrd">
      <pc:chgData name="Jacob Vaught" userId="3948bc58-7b81-44a4-9cf0-22ebac0213b4" providerId="ADAL" clId="{2EB8F317-9063-455A-95FA-2CF856322A67}" dt="2022-03-28T02:36:46.632" v="135" actId="1076"/>
      <pc:docMkLst>
        <pc:docMk/>
      </pc:docMkLst>
      <pc:sldChg chg="addSp modSp mod setBg">
        <pc:chgData name="Jacob Vaught" userId="3948bc58-7b81-44a4-9cf0-22ebac0213b4" providerId="ADAL" clId="{2EB8F317-9063-455A-95FA-2CF856322A67}" dt="2022-03-28T02:09:04.322" v="6" actId="26606"/>
        <pc:sldMkLst>
          <pc:docMk/>
          <pc:sldMk cId="1891047590" sldId="256"/>
        </pc:sldMkLst>
        <pc:spChg chg="mo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2" creationId="{7D7EE8D6-809B-4F75-9022-2DDA315DB135}"/>
          </ac:spMkLst>
        </pc:spChg>
        <pc:spChg chg="mo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3" creationId="{A9E58518-CE0E-4CDA-A77D-5AB999CD71B9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8" creationId="{6F5A5072-7B47-4D32-B52A-4EBBF590B8A5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10" creationId="{9715DAF0-AE1B-46C9-8A6B-DB2AA05AB91D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12" creationId="{6016219D-510E-4184-9090-6D5578A87BD1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14" creationId="{AFF4A713-7B75-4B21-90D7-5AB19547C728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16" creationId="{DC631C0B-6DA6-4E57-8231-CE32B3434A7E}"/>
          </ac:spMkLst>
        </pc:spChg>
        <pc:spChg chg="add">
          <ac:chgData name="Jacob Vaught" userId="3948bc58-7b81-44a4-9cf0-22ebac0213b4" providerId="ADAL" clId="{2EB8F317-9063-455A-95FA-2CF856322A67}" dt="2022-03-28T02:09:04.322" v="6" actId="26606"/>
          <ac:spMkLst>
            <pc:docMk/>
            <pc:sldMk cId="1891047590" sldId="256"/>
            <ac:spMk id="18" creationId="{C29501E6-A978-4A61-9689-9085AF97A53A}"/>
          </ac:spMkLst>
        </pc:spChg>
      </pc:sldChg>
      <pc:sldChg chg="addSp delSp modSp mod setBg">
        <pc:chgData name="Jacob Vaught" userId="3948bc58-7b81-44a4-9cf0-22ebac0213b4" providerId="ADAL" clId="{2EB8F317-9063-455A-95FA-2CF856322A67}" dt="2022-03-28T02:16:20.396" v="13" actId="26606"/>
        <pc:sldMkLst>
          <pc:docMk/>
          <pc:sldMk cId="3870509170" sldId="257"/>
        </pc:sldMkLst>
        <pc:spChg chg="mod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2" creationId="{51768186-0B6C-4930-B6DF-D68CCCE86CD1}"/>
          </ac:spMkLst>
        </pc:spChg>
        <pc:spChg chg="add del">
          <ac:chgData name="Jacob Vaught" userId="3948bc58-7b81-44a4-9cf0-22ebac0213b4" providerId="ADAL" clId="{2EB8F317-9063-455A-95FA-2CF856322A67}" dt="2022-03-28T02:12:23.597" v="9" actId="26606"/>
          <ac:spMkLst>
            <pc:docMk/>
            <pc:sldMk cId="3870509170" sldId="257"/>
            <ac:spMk id="3" creationId="{3703A4CD-A4A4-4D65-B464-F406502196A3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8" creationId="{DEE2AD96-B495-4E06-9291-B71706F728CB}"/>
          </ac:spMkLst>
        </pc:spChg>
        <pc:spChg chg="add del">
          <ac:chgData name="Jacob Vaught" userId="3948bc58-7b81-44a4-9cf0-22ebac0213b4" providerId="ADAL" clId="{2EB8F317-9063-455A-95FA-2CF856322A67}" dt="2022-03-28T02:12:23.585" v="8" actId="26606"/>
          <ac:spMkLst>
            <pc:docMk/>
            <pc:sldMk cId="3870509170" sldId="257"/>
            <ac:spMk id="9" creationId="{B819A166-7571-4003-A6B8-B62034C3ED30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10" creationId="{53CF6D67-C5A8-4ADD-9E8E-1E38CA1D3166}"/>
          </ac:spMkLst>
        </pc:spChg>
        <pc:spChg chg="add del">
          <ac:chgData name="Jacob Vaught" userId="3948bc58-7b81-44a4-9cf0-22ebac0213b4" providerId="ADAL" clId="{2EB8F317-9063-455A-95FA-2CF856322A67}" dt="2022-03-28T02:16:20.396" v="13" actId="26606"/>
          <ac:spMkLst>
            <pc:docMk/>
            <pc:sldMk cId="3870509170" sldId="257"/>
            <ac:spMk id="11" creationId="{3703A4CD-A4A4-4D65-B464-F406502196A3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12" creationId="{86909FA0-B515-4681-B7A8-FA281D133B94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14" creationId="{21C9FE86-FCC3-4A31-AA1C-C882262B7FE7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16" creationId="{7D96243B-ECED-4B71-8E06-AE9A285EAD20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18" creationId="{A09989E4-EFDC-4A90-A633-E0525FB4139E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24" creationId="{BACC6370-2D7E-4714-9D71-7542949D7D5D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26" creationId="{F68B3F68-107C-434F-AA38-110D5EA91B85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28" creationId="{AAD0DBB9-1A4B-4391-81D4-CB19F9AB918A}"/>
          </ac:spMkLst>
        </pc:spChg>
        <pc:spChg chg="add del">
          <ac:chgData name="Jacob Vaught" userId="3948bc58-7b81-44a4-9cf0-22ebac0213b4" providerId="ADAL" clId="{2EB8F317-9063-455A-95FA-2CF856322A67}" dt="2022-03-28T02:16:11.934" v="12" actId="26606"/>
          <ac:spMkLst>
            <pc:docMk/>
            <pc:sldMk cId="3870509170" sldId="257"/>
            <ac:spMk id="30" creationId="{063BBA22-50EA-4C4D-BE05-F1CE4E63AA56}"/>
          </ac:spMkLst>
        </pc:spChg>
        <pc:graphicFrameChg chg="add del">
          <ac:chgData name="Jacob Vaught" userId="3948bc58-7b81-44a4-9cf0-22ebac0213b4" providerId="ADAL" clId="{2EB8F317-9063-455A-95FA-2CF856322A67}" dt="2022-03-28T02:12:23.585" v="8" actId="26606"/>
          <ac:graphicFrameMkLst>
            <pc:docMk/>
            <pc:sldMk cId="3870509170" sldId="257"/>
            <ac:graphicFrameMk id="5" creationId="{6FAB5B61-A141-2F77-9299-307BF6CF8C6C}"/>
          </ac:graphicFrameMkLst>
        </pc:graphicFrameChg>
        <pc:graphicFrameChg chg="add del">
          <ac:chgData name="Jacob Vaught" userId="3948bc58-7b81-44a4-9cf0-22ebac0213b4" providerId="ADAL" clId="{2EB8F317-9063-455A-95FA-2CF856322A67}" dt="2022-03-28T02:16:11.934" v="12" actId="26606"/>
          <ac:graphicFrameMkLst>
            <pc:docMk/>
            <pc:sldMk cId="3870509170" sldId="257"/>
            <ac:graphicFrameMk id="20" creationId="{429734CA-E497-06F2-CA5E-AE5167A47108}"/>
          </ac:graphicFrameMkLst>
        </pc:graphicFrameChg>
        <pc:graphicFrameChg chg="add">
          <ac:chgData name="Jacob Vaught" userId="3948bc58-7b81-44a4-9cf0-22ebac0213b4" providerId="ADAL" clId="{2EB8F317-9063-455A-95FA-2CF856322A67}" dt="2022-03-28T02:16:20.396" v="13" actId="26606"/>
          <ac:graphicFrameMkLst>
            <pc:docMk/>
            <pc:sldMk cId="3870509170" sldId="257"/>
            <ac:graphicFrameMk id="21" creationId="{2E5E774A-C0C5-32D0-CCC5-907A0E61D70B}"/>
          </ac:graphicFrameMkLst>
        </pc:graphicFrameChg>
      </pc:sldChg>
      <pc:sldChg chg="modSp ord">
        <pc:chgData name="Jacob Vaught" userId="3948bc58-7b81-44a4-9cf0-22ebac0213b4" providerId="ADAL" clId="{2EB8F317-9063-455A-95FA-2CF856322A67}" dt="2022-03-28T02:21:11.521" v="38"/>
        <pc:sldMkLst>
          <pc:docMk/>
          <pc:sldMk cId="4104720413" sldId="262"/>
        </pc:sldMkLst>
        <pc:graphicFrameChg chg="mod">
          <ac:chgData name="Jacob Vaught" userId="3948bc58-7b81-44a4-9cf0-22ebac0213b4" providerId="ADAL" clId="{2EB8F317-9063-455A-95FA-2CF856322A67}" dt="2022-03-28T02:21:11.521" v="38"/>
          <ac:graphicFrameMkLst>
            <pc:docMk/>
            <pc:sldMk cId="4104720413" sldId="262"/>
            <ac:graphicFrameMk id="5" creationId="{95F62981-5DB1-00BD-A0A8-90A5C23562EE}"/>
          </ac:graphicFrameMkLst>
        </pc:graphicFrameChg>
      </pc:sldChg>
      <pc:sldChg chg="addSp modSp mod setBg">
        <pc:chgData name="Jacob Vaught" userId="3948bc58-7b81-44a4-9cf0-22ebac0213b4" providerId="ADAL" clId="{2EB8F317-9063-455A-95FA-2CF856322A67}" dt="2022-03-28T02:34:05.714" v="103" actId="20577"/>
        <pc:sldMkLst>
          <pc:docMk/>
          <pc:sldMk cId="2927531843" sldId="264"/>
        </pc:sldMkLst>
        <pc:spChg chg="mo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2" creationId="{72FE6D99-0326-4738-83DD-821D4DA381F0}"/>
          </ac:spMkLst>
        </pc:spChg>
        <pc:spChg chg="mod">
          <ac:chgData name="Jacob Vaught" userId="3948bc58-7b81-44a4-9cf0-22ebac0213b4" providerId="ADAL" clId="{2EB8F317-9063-455A-95FA-2CF856322A67}" dt="2022-03-28T02:34:05.714" v="103" actId="20577"/>
          <ac:spMkLst>
            <pc:docMk/>
            <pc:sldMk cId="2927531843" sldId="264"/>
            <ac:spMk id="3" creationId="{B002828F-3EE9-46A4-9A83-768D323934D8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8" creationId="{09588DA8-065E-4F6F-8EFD-43104AB2E0CF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10" creationId="{C4285719-470E-454C-AF62-8323075F1F5B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12" creationId="{CD9FE4EF-C4D8-49A0-B2FF-81D8DB7D8A24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14" creationId="{4300840D-0A0B-4512-BACA-B439D5B9C57C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16" creationId="{D2B78728-A580-49A7-84F9-6EF6F583ADE0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18" creationId="{38FAA1A1-D861-433F-88FA-1E9D6FD31D11}"/>
          </ac:spMkLst>
        </pc:spChg>
        <pc:spChg chg="add">
          <ac:chgData name="Jacob Vaught" userId="3948bc58-7b81-44a4-9cf0-22ebac0213b4" providerId="ADAL" clId="{2EB8F317-9063-455A-95FA-2CF856322A67}" dt="2022-03-28T02:14:45.796" v="10" actId="26606"/>
          <ac:spMkLst>
            <pc:docMk/>
            <pc:sldMk cId="2927531843" sldId="264"/>
            <ac:spMk id="20" creationId="{8D71EDA1-87BF-4D5D-AB79-F346FD19278A}"/>
          </ac:spMkLst>
        </pc:spChg>
      </pc:sldChg>
      <pc:sldChg chg="addSp delSp modSp mod ord delAnim">
        <pc:chgData name="Jacob Vaught" userId="3948bc58-7b81-44a4-9cf0-22ebac0213b4" providerId="ADAL" clId="{2EB8F317-9063-455A-95FA-2CF856322A67}" dt="2022-03-28T02:36:46.632" v="135" actId="1076"/>
        <pc:sldMkLst>
          <pc:docMk/>
          <pc:sldMk cId="860935858" sldId="265"/>
        </pc:sldMkLst>
        <pc:spChg chg="mod">
          <ac:chgData name="Jacob Vaught" userId="3948bc58-7b81-44a4-9cf0-22ebac0213b4" providerId="ADAL" clId="{2EB8F317-9063-455A-95FA-2CF856322A67}" dt="2022-03-28T02:36:46.632" v="135" actId="1076"/>
          <ac:spMkLst>
            <pc:docMk/>
            <pc:sldMk cId="860935858" sldId="265"/>
            <ac:spMk id="2" creationId="{A93CDEEB-D572-4514-8C8E-280FED578B6C}"/>
          </ac:spMkLst>
        </pc:spChg>
        <pc:spChg chg="add mod">
          <ac:chgData name="Jacob Vaught" userId="3948bc58-7b81-44a4-9cf0-22ebac0213b4" providerId="ADAL" clId="{2EB8F317-9063-455A-95FA-2CF856322A67}" dt="2022-03-28T02:35:35.787" v="134" actId="1076"/>
          <ac:spMkLst>
            <pc:docMk/>
            <pc:sldMk cId="860935858" sldId="265"/>
            <ac:spMk id="3" creationId="{8A7667B5-DD31-41C1-A935-5F7720E533C9}"/>
          </ac:spMkLst>
        </pc:spChg>
        <pc:picChg chg="del">
          <ac:chgData name="Jacob Vaught" userId="3948bc58-7b81-44a4-9cf0-22ebac0213b4" providerId="ADAL" clId="{2EB8F317-9063-455A-95FA-2CF856322A67}" dt="2022-03-28T02:35:01.777" v="104" actId="478"/>
          <ac:picMkLst>
            <pc:docMk/>
            <pc:sldMk cId="860935858" sldId="265"/>
            <ac:picMk id="6" creationId="{D4686E00-C980-B638-E7DD-6944374EFF07}"/>
          </ac:picMkLst>
        </pc:picChg>
      </pc:sldChg>
      <pc:sldChg chg="addSp modSp add mod ord">
        <pc:chgData name="Jacob Vaught" userId="3948bc58-7b81-44a4-9cf0-22ebac0213b4" providerId="ADAL" clId="{2EB8F317-9063-455A-95FA-2CF856322A67}" dt="2022-03-28T02:19:28.599" v="23" actId="1076"/>
        <pc:sldMkLst>
          <pc:docMk/>
          <pc:sldMk cId="3386227091" sldId="266"/>
        </pc:sldMkLst>
        <pc:picChg chg="add mod">
          <ac:chgData name="Jacob Vaught" userId="3948bc58-7b81-44a4-9cf0-22ebac0213b4" providerId="ADAL" clId="{2EB8F317-9063-455A-95FA-2CF856322A67}" dt="2022-03-28T02:19:28.599" v="23" actId="1076"/>
          <ac:picMkLst>
            <pc:docMk/>
            <pc:sldMk cId="3386227091" sldId="266"/>
            <ac:picMk id="14" creationId="{BA586DA2-0A2B-4D99-8AE9-318406EA8FB6}"/>
          </ac:picMkLst>
        </pc:picChg>
      </pc:sldChg>
      <pc:sldChg chg="addSp delSp modSp add del mod">
        <pc:chgData name="Jacob Vaught" userId="3948bc58-7b81-44a4-9cf0-22ebac0213b4" providerId="ADAL" clId="{2EB8F317-9063-455A-95FA-2CF856322A67}" dt="2022-03-28T02:18:56.043" v="18" actId="2696"/>
        <pc:sldMkLst>
          <pc:docMk/>
          <pc:sldMk cId="3412783463" sldId="266"/>
        </pc:sldMkLst>
        <pc:spChg chg="add del mod">
          <ac:chgData name="Jacob Vaught" userId="3948bc58-7b81-44a4-9cf0-22ebac0213b4" providerId="ADAL" clId="{2EB8F317-9063-455A-95FA-2CF856322A67}" dt="2022-03-28T02:18:28.854" v="16"/>
          <ac:spMkLst>
            <pc:docMk/>
            <pc:sldMk cId="3412783463" sldId="266"/>
            <ac:spMk id="4" creationId="{5BC6ABFA-F52D-4314-88E8-0CA39C72D306}"/>
          </ac:spMkLst>
        </pc:spChg>
        <pc:graphicFrameChg chg="del">
          <ac:chgData name="Jacob Vaught" userId="3948bc58-7b81-44a4-9cf0-22ebac0213b4" providerId="ADAL" clId="{2EB8F317-9063-455A-95FA-2CF856322A67}" dt="2022-03-28T02:18:26.682" v="15" actId="478"/>
          <ac:graphicFrameMkLst>
            <pc:docMk/>
            <pc:sldMk cId="3412783463" sldId="266"/>
            <ac:graphicFrameMk id="21" creationId="{2E5E774A-C0C5-32D0-CCC5-907A0E61D70B}"/>
          </ac:graphicFrameMkLst>
        </pc:graphicFrameChg>
        <pc:picChg chg="add mod">
          <ac:chgData name="Jacob Vaught" userId="3948bc58-7b81-44a4-9cf0-22ebac0213b4" providerId="ADAL" clId="{2EB8F317-9063-455A-95FA-2CF856322A67}" dt="2022-03-28T02:18:33.109" v="17" actId="1076"/>
          <ac:picMkLst>
            <pc:docMk/>
            <pc:sldMk cId="3412783463" sldId="266"/>
            <ac:picMk id="13" creationId="{8400BE99-8BD0-4258-BE02-3F34625174A2}"/>
          </ac:picMkLst>
        </pc:picChg>
      </pc:sldChg>
      <pc:sldChg chg="modSp mod">
        <pc:chgData name="Jacob Vaught" userId="3948bc58-7b81-44a4-9cf0-22ebac0213b4" providerId="ADAL" clId="{2EB8F317-9063-455A-95FA-2CF856322A67}" dt="2022-03-28T02:25:58.528" v="59" actId="404"/>
        <pc:sldMkLst>
          <pc:docMk/>
          <pc:sldMk cId="294510276" sldId="267"/>
        </pc:sldMkLst>
        <pc:spChg chg="mod">
          <ac:chgData name="Jacob Vaught" userId="3948bc58-7b81-44a4-9cf0-22ebac0213b4" providerId="ADAL" clId="{2EB8F317-9063-455A-95FA-2CF856322A67}" dt="2022-03-28T02:25:58.528" v="59" actId="404"/>
          <ac:spMkLst>
            <pc:docMk/>
            <pc:sldMk cId="294510276" sldId="267"/>
            <ac:spMk id="2" creationId="{1D0F3606-5347-4465-A908-E93053359B6E}"/>
          </ac:spMkLst>
        </pc:spChg>
      </pc:sldChg>
      <pc:sldChg chg="addSp delSp modSp add del mod modClrScheme delDesignElem chgLayout">
        <pc:chgData name="Jacob Vaught" userId="3948bc58-7b81-44a4-9cf0-22ebac0213b4" providerId="ADAL" clId="{2EB8F317-9063-455A-95FA-2CF856322A67}" dt="2022-03-28T02:24:44.275" v="42" actId="2696"/>
        <pc:sldMkLst>
          <pc:docMk/>
          <pc:sldMk cId="4226959813" sldId="268"/>
        </pc:sldMkLst>
        <pc:spChg chg="mod ord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2" creationId="{1D0F3606-5347-4465-A908-E93053359B6E}"/>
          </ac:spMkLst>
        </pc:spChg>
        <pc:spChg chg="add del mod ord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3" creationId="{C354A9F8-5A48-4BB9-9B96-BE277EBC4C25}"/>
          </ac:spMkLst>
        </pc:spChg>
        <pc:spChg chg="add del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9" creationId="{BACC6370-2D7E-4714-9D71-7542949D7D5D}"/>
          </ac:spMkLst>
        </pc:spChg>
        <pc:spChg chg="add del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11" creationId="{F68B3F68-107C-434F-AA38-110D5EA91B85}"/>
          </ac:spMkLst>
        </pc:spChg>
        <pc:spChg chg="add del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13" creationId="{AAD0DBB9-1A4B-4391-81D4-CB19F9AB918A}"/>
          </ac:spMkLst>
        </pc:spChg>
        <pc:spChg chg="add del">
          <ac:chgData name="Jacob Vaught" userId="3948bc58-7b81-44a4-9cf0-22ebac0213b4" providerId="ADAL" clId="{2EB8F317-9063-455A-95FA-2CF856322A67}" dt="2022-03-28T02:23:48.344" v="41" actId="700"/>
          <ac:spMkLst>
            <pc:docMk/>
            <pc:sldMk cId="4226959813" sldId="268"/>
            <ac:spMk id="15" creationId="{063BBA22-50EA-4C4D-BE05-F1CE4E63AA56}"/>
          </ac:spMkLst>
        </pc:spChg>
      </pc:sldChg>
    </pc:docChg>
  </pc:docChgLst>
  <pc:docChgLst>
    <pc:chgData name="Sanchez Cid, Rafael Alexander" userId="S::rafaelas@email.sc.edu::8356d74b-1e19-4c92-9b98-a95f644b8455" providerId="AD" clId="Web-{F03B660A-F7FE-A1FE-A34F-3675D095556F}"/>
    <pc:docChg chg="modSld">
      <pc:chgData name="Sanchez Cid, Rafael Alexander" userId="S::rafaelas@email.sc.edu::8356d74b-1e19-4c92-9b98-a95f644b8455" providerId="AD" clId="Web-{F03B660A-F7FE-A1FE-A34F-3675D095556F}" dt="2022-03-28T02:32:37.147" v="33" actId="20577"/>
      <pc:docMkLst>
        <pc:docMk/>
      </pc:docMkLst>
      <pc:sldChg chg="modSp">
        <pc:chgData name="Sanchez Cid, Rafael Alexander" userId="S::rafaelas@email.sc.edu::8356d74b-1e19-4c92-9b98-a95f644b8455" providerId="AD" clId="Web-{F03B660A-F7FE-A1FE-A34F-3675D095556F}" dt="2022-03-28T02:32:37.147" v="33" actId="20577"/>
        <pc:sldMkLst>
          <pc:docMk/>
          <pc:sldMk cId="1891047590" sldId="256"/>
        </pc:sldMkLst>
        <pc:spChg chg="mod">
          <ac:chgData name="Sanchez Cid, Rafael Alexander" userId="S::rafaelas@email.sc.edu::8356d74b-1e19-4c92-9b98-a95f644b8455" providerId="AD" clId="Web-{F03B660A-F7FE-A1FE-A34F-3675D095556F}" dt="2022-03-28T02:32:37.147" v="33" actId="20577"/>
          <ac:spMkLst>
            <pc:docMk/>
            <pc:sldMk cId="1891047590" sldId="256"/>
            <ac:spMk id="3" creationId="{A9E58518-CE0E-4CDA-A77D-5AB999CD71B9}"/>
          </ac:spMkLst>
        </pc:spChg>
      </pc:sldChg>
      <pc:sldChg chg="modSp">
        <pc:chgData name="Sanchez Cid, Rafael Alexander" userId="S::rafaelas@email.sc.edu::8356d74b-1e19-4c92-9b98-a95f644b8455" providerId="AD" clId="Web-{F03B660A-F7FE-A1FE-A34F-3675D095556F}" dt="2022-03-28T02:32:00.084" v="10" actId="20577"/>
        <pc:sldMkLst>
          <pc:docMk/>
          <pc:sldMk cId="3637680482" sldId="268"/>
        </pc:sldMkLst>
        <pc:spChg chg="mod">
          <ac:chgData name="Sanchez Cid, Rafael Alexander" userId="S::rafaelas@email.sc.edu::8356d74b-1e19-4c92-9b98-a95f644b8455" providerId="AD" clId="Web-{F03B660A-F7FE-A1FE-A34F-3675D095556F}" dt="2022-03-28T02:32:00.084" v="10" actId="20577"/>
          <ac:spMkLst>
            <pc:docMk/>
            <pc:sldMk cId="3637680482" sldId="268"/>
            <ac:spMk id="2" creationId="{1D0F3606-5347-4465-A908-E93053359B6E}"/>
          </ac:spMkLst>
        </pc:spChg>
      </pc:sldChg>
    </pc:docChg>
  </pc:docChgLst>
  <pc:docChgLst>
    <pc:chgData name="Jacob Vaught" userId="62f7e5b8-5f82-41ea-81fe-18e692ba148c" providerId="ADAL" clId="{2EB8F317-9063-455A-95FA-2CF856322A67}"/>
    <pc:docChg chg="custSel modSld">
      <pc:chgData name="Jacob Vaught" userId="62f7e5b8-5f82-41ea-81fe-18e692ba148c" providerId="ADAL" clId="{2EB8F317-9063-455A-95FA-2CF856322A67}" dt="2022-03-28T03:11:01.144" v="127" actId="20577"/>
      <pc:docMkLst>
        <pc:docMk/>
      </pc:docMkLst>
      <pc:sldChg chg="modSp">
        <pc:chgData name="Jacob Vaught" userId="62f7e5b8-5f82-41ea-81fe-18e692ba148c" providerId="ADAL" clId="{2EB8F317-9063-455A-95FA-2CF856322A67}" dt="2022-03-28T03:02:37.144" v="42" actId="20577"/>
        <pc:sldMkLst>
          <pc:docMk/>
          <pc:sldMk cId="3870509170" sldId="257"/>
        </pc:sldMkLst>
        <pc:graphicFrameChg chg="mod">
          <ac:chgData name="Jacob Vaught" userId="62f7e5b8-5f82-41ea-81fe-18e692ba148c" providerId="ADAL" clId="{2EB8F317-9063-455A-95FA-2CF856322A67}" dt="2022-03-28T03:02:37.144" v="42" actId="20577"/>
          <ac:graphicFrameMkLst>
            <pc:docMk/>
            <pc:sldMk cId="3870509170" sldId="257"/>
            <ac:graphicFrameMk id="21" creationId="{2E5E774A-C0C5-32D0-CCC5-907A0E61D70B}"/>
          </ac:graphicFrameMkLst>
        </pc:graphicFrameChg>
      </pc:sldChg>
      <pc:sldChg chg="modSp">
        <pc:chgData name="Jacob Vaught" userId="62f7e5b8-5f82-41ea-81fe-18e692ba148c" providerId="ADAL" clId="{2EB8F317-9063-455A-95FA-2CF856322A67}" dt="2022-03-28T03:11:01.144" v="127" actId="20577"/>
        <pc:sldMkLst>
          <pc:docMk/>
          <pc:sldMk cId="4104720413" sldId="262"/>
        </pc:sldMkLst>
        <pc:graphicFrameChg chg="mod">
          <ac:chgData name="Jacob Vaught" userId="62f7e5b8-5f82-41ea-81fe-18e692ba148c" providerId="ADAL" clId="{2EB8F317-9063-455A-95FA-2CF856322A67}" dt="2022-03-28T03:11:01.144" v="127" actId="20577"/>
          <ac:graphicFrameMkLst>
            <pc:docMk/>
            <pc:sldMk cId="4104720413" sldId="262"/>
            <ac:graphicFrameMk id="5" creationId="{95F62981-5DB1-00BD-A0A8-90A5C23562EE}"/>
          </ac:graphicFrameMkLst>
        </pc:graphicFrameChg>
      </pc:sldChg>
      <pc:sldChg chg="addSp delSp modSp mod">
        <pc:chgData name="Jacob Vaught" userId="62f7e5b8-5f82-41ea-81fe-18e692ba148c" providerId="ADAL" clId="{2EB8F317-9063-455A-95FA-2CF856322A67}" dt="2022-03-28T02:59:28.072" v="14" actId="1076"/>
        <pc:sldMkLst>
          <pc:docMk/>
          <pc:sldMk cId="1470799376" sldId="269"/>
        </pc:sldMkLst>
        <pc:picChg chg="add mod">
          <ac:chgData name="Jacob Vaught" userId="62f7e5b8-5f82-41ea-81fe-18e692ba148c" providerId="ADAL" clId="{2EB8F317-9063-455A-95FA-2CF856322A67}" dt="2022-03-28T02:59:28.072" v="14" actId="1076"/>
          <ac:picMkLst>
            <pc:docMk/>
            <pc:sldMk cId="1470799376" sldId="269"/>
            <ac:picMk id="4" creationId="{8CB46134-1C55-4A37-B687-88B6A98F6BDA}"/>
          </ac:picMkLst>
        </pc:picChg>
        <pc:picChg chg="del">
          <ac:chgData name="Jacob Vaught" userId="62f7e5b8-5f82-41ea-81fe-18e692ba148c" providerId="ADAL" clId="{2EB8F317-9063-455A-95FA-2CF856322A67}" dt="2022-03-28T02:59:18.560" v="9" actId="478"/>
          <ac:picMkLst>
            <pc:docMk/>
            <pc:sldMk cId="1470799376" sldId="269"/>
            <ac:picMk id="20" creationId="{B609BA2B-5398-4EFB-82D7-43CA72211BE7}"/>
          </ac:picMkLst>
        </pc:picChg>
      </pc:sldChg>
      <pc:sldChg chg="modSp mod">
        <pc:chgData name="Jacob Vaught" userId="62f7e5b8-5f82-41ea-81fe-18e692ba148c" providerId="ADAL" clId="{2EB8F317-9063-455A-95FA-2CF856322A67}" dt="2022-03-28T02:49:49.237" v="8" actId="20577"/>
        <pc:sldMkLst>
          <pc:docMk/>
          <pc:sldMk cId="2684780507" sldId="270"/>
        </pc:sldMkLst>
        <pc:spChg chg="mod">
          <ac:chgData name="Jacob Vaught" userId="62f7e5b8-5f82-41ea-81fe-18e692ba148c" providerId="ADAL" clId="{2EB8F317-9063-455A-95FA-2CF856322A67}" dt="2022-03-28T02:49:49.237" v="8" actId="20577"/>
          <ac:spMkLst>
            <pc:docMk/>
            <pc:sldMk cId="2684780507" sldId="270"/>
            <ac:spMk id="2" creationId="{1D0F3606-5347-4465-A908-E93053359B6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8D35D7-2FFF-41BC-955D-7187148C4D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529BF8-CCBC-4436-B314-3AC9B98F1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               Determine best beam profile for smallest cross section area for loaded truss</a:t>
          </a:r>
        </a:p>
      </dgm:t>
    </dgm:pt>
    <dgm:pt modelId="{CDE3C785-E487-4210-BD66-41DBD8A91FCA}" type="parTrans" cxnId="{4D1073CD-6D4A-4F0E-A5F1-720116F31415}">
      <dgm:prSet/>
      <dgm:spPr/>
      <dgm:t>
        <a:bodyPr/>
        <a:lstStyle/>
        <a:p>
          <a:endParaRPr lang="en-US"/>
        </a:p>
      </dgm:t>
    </dgm:pt>
    <dgm:pt modelId="{9774E004-E099-4432-96A1-21D08D7B9276}" type="sibTrans" cxnId="{4D1073CD-6D4A-4F0E-A5F1-720116F31415}">
      <dgm:prSet/>
      <dgm:spPr/>
      <dgm:t>
        <a:bodyPr/>
        <a:lstStyle/>
        <a:p>
          <a:endParaRPr lang="en-US"/>
        </a:p>
      </dgm:t>
    </dgm:pt>
    <dgm:pt modelId="{407999C0-85EE-4A67-990D-2DE852A84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 sections tested:            I-Beam, T-Beam,             Circle-Beam, &amp; Box-beam</a:t>
          </a:r>
        </a:p>
      </dgm:t>
    </dgm:pt>
    <dgm:pt modelId="{0124687E-9EC7-49FA-B67F-416E5CFFBFE3}" type="parTrans" cxnId="{2ADAF1BC-A35F-47B7-AC47-0C3D16C6DB21}">
      <dgm:prSet/>
      <dgm:spPr/>
      <dgm:t>
        <a:bodyPr/>
        <a:lstStyle/>
        <a:p>
          <a:endParaRPr lang="en-US"/>
        </a:p>
      </dgm:t>
    </dgm:pt>
    <dgm:pt modelId="{439C35E1-67F8-4C2F-ABB3-16D52ECB04D0}" type="sibTrans" cxnId="{2ADAF1BC-A35F-47B7-AC47-0C3D16C6DB21}">
      <dgm:prSet/>
      <dgm:spPr/>
      <dgm:t>
        <a:bodyPr/>
        <a:lstStyle/>
        <a:p>
          <a:endParaRPr lang="en-US"/>
        </a:p>
      </dgm:t>
    </dgm:pt>
    <dgm:pt modelId="{E8520911-482D-48AC-AD87-6B8DA890421D}" type="pres">
      <dgm:prSet presAssocID="{B28D35D7-2FFF-41BC-955D-7187148C4DE7}" presName="root" presStyleCnt="0">
        <dgm:presLayoutVars>
          <dgm:dir/>
          <dgm:resizeHandles val="exact"/>
        </dgm:presLayoutVars>
      </dgm:prSet>
      <dgm:spPr/>
    </dgm:pt>
    <dgm:pt modelId="{EEB90F47-B1EB-49C4-8465-2CECF5D2E906}" type="pres">
      <dgm:prSet presAssocID="{D6529BF8-CCBC-4436-B314-3AC9B98F1464}" presName="compNode" presStyleCnt="0"/>
      <dgm:spPr/>
    </dgm:pt>
    <dgm:pt modelId="{62B0AA7B-7265-4BFA-A0E2-840C00B179F2}" type="pres">
      <dgm:prSet presAssocID="{D6529BF8-CCBC-4436-B314-3AC9B98F1464}" presName="bgRect" presStyleLbl="bgShp" presStyleIdx="0" presStyleCnt="2"/>
      <dgm:spPr/>
    </dgm:pt>
    <dgm:pt modelId="{75CA6468-F83C-487C-A873-94B14DA20DF4}" type="pres">
      <dgm:prSet presAssocID="{D6529BF8-CCBC-4436-B314-3AC9B98F14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0E05D1A-1647-4205-BB6F-506C142AAD4C}" type="pres">
      <dgm:prSet presAssocID="{D6529BF8-CCBC-4436-B314-3AC9B98F1464}" presName="spaceRect" presStyleCnt="0"/>
      <dgm:spPr/>
    </dgm:pt>
    <dgm:pt modelId="{A0457E73-0259-4141-8221-0978B961C340}" type="pres">
      <dgm:prSet presAssocID="{D6529BF8-CCBC-4436-B314-3AC9B98F1464}" presName="parTx" presStyleLbl="revTx" presStyleIdx="0" presStyleCnt="2">
        <dgm:presLayoutVars>
          <dgm:chMax val="0"/>
          <dgm:chPref val="0"/>
        </dgm:presLayoutVars>
      </dgm:prSet>
      <dgm:spPr/>
    </dgm:pt>
    <dgm:pt modelId="{EF7811AD-464D-4845-AE78-BC4026C31283}" type="pres">
      <dgm:prSet presAssocID="{9774E004-E099-4432-96A1-21D08D7B9276}" presName="sibTrans" presStyleCnt="0"/>
      <dgm:spPr/>
    </dgm:pt>
    <dgm:pt modelId="{CD07A4FB-B6FF-4902-84A3-480D095435F2}" type="pres">
      <dgm:prSet presAssocID="{407999C0-85EE-4A67-990D-2DE852A84D5D}" presName="compNode" presStyleCnt="0"/>
      <dgm:spPr/>
    </dgm:pt>
    <dgm:pt modelId="{FB86BEAE-2ECA-4890-ABDD-9592CC6E3A8A}" type="pres">
      <dgm:prSet presAssocID="{407999C0-85EE-4A67-990D-2DE852A84D5D}" presName="bgRect" presStyleLbl="bgShp" presStyleIdx="1" presStyleCnt="2"/>
      <dgm:spPr/>
    </dgm:pt>
    <dgm:pt modelId="{E3470AFB-B9AD-418F-94D3-ADD93A29619E}" type="pres">
      <dgm:prSet presAssocID="{407999C0-85EE-4A67-990D-2DE852A84D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2630493B-AB49-4819-9F7C-1624EC00E8A6}" type="pres">
      <dgm:prSet presAssocID="{407999C0-85EE-4A67-990D-2DE852A84D5D}" presName="spaceRect" presStyleCnt="0"/>
      <dgm:spPr/>
    </dgm:pt>
    <dgm:pt modelId="{A14B6CA1-EA2E-4139-AD10-7570BDD78D9E}" type="pres">
      <dgm:prSet presAssocID="{407999C0-85EE-4A67-990D-2DE852A84D5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7420F5F-CA9A-4A0D-A178-663C9B8A6BE9}" type="presOf" srcId="{407999C0-85EE-4A67-990D-2DE852A84D5D}" destId="{A14B6CA1-EA2E-4139-AD10-7570BDD78D9E}" srcOrd="0" destOrd="0" presId="urn:microsoft.com/office/officeart/2018/2/layout/IconVerticalSolidList"/>
    <dgm:cxn modelId="{3BEF5043-A1F5-4099-8A6E-26B9DBB62EA9}" type="presOf" srcId="{B28D35D7-2FFF-41BC-955D-7187148C4DE7}" destId="{E8520911-482D-48AC-AD87-6B8DA890421D}" srcOrd="0" destOrd="0" presId="urn:microsoft.com/office/officeart/2018/2/layout/IconVerticalSolidList"/>
    <dgm:cxn modelId="{2ADAF1BC-A35F-47B7-AC47-0C3D16C6DB21}" srcId="{B28D35D7-2FFF-41BC-955D-7187148C4DE7}" destId="{407999C0-85EE-4A67-990D-2DE852A84D5D}" srcOrd="1" destOrd="0" parTransId="{0124687E-9EC7-49FA-B67F-416E5CFFBFE3}" sibTransId="{439C35E1-67F8-4C2F-ABB3-16D52ECB04D0}"/>
    <dgm:cxn modelId="{4D1073CD-6D4A-4F0E-A5F1-720116F31415}" srcId="{B28D35D7-2FFF-41BC-955D-7187148C4DE7}" destId="{D6529BF8-CCBC-4436-B314-3AC9B98F1464}" srcOrd="0" destOrd="0" parTransId="{CDE3C785-E487-4210-BD66-41DBD8A91FCA}" sibTransId="{9774E004-E099-4432-96A1-21D08D7B9276}"/>
    <dgm:cxn modelId="{D8F92CF1-645C-47C1-88B5-06D7DB1B089C}" type="presOf" srcId="{D6529BF8-CCBC-4436-B314-3AC9B98F1464}" destId="{A0457E73-0259-4141-8221-0978B961C340}" srcOrd="0" destOrd="0" presId="urn:microsoft.com/office/officeart/2018/2/layout/IconVerticalSolidList"/>
    <dgm:cxn modelId="{9875AD3D-C4D3-4AD7-8CB7-780413BFC010}" type="presParOf" srcId="{E8520911-482D-48AC-AD87-6B8DA890421D}" destId="{EEB90F47-B1EB-49C4-8465-2CECF5D2E906}" srcOrd="0" destOrd="0" presId="urn:microsoft.com/office/officeart/2018/2/layout/IconVerticalSolidList"/>
    <dgm:cxn modelId="{2DBF6930-03ED-472D-9DC2-9745E222AC1F}" type="presParOf" srcId="{EEB90F47-B1EB-49C4-8465-2CECF5D2E906}" destId="{62B0AA7B-7265-4BFA-A0E2-840C00B179F2}" srcOrd="0" destOrd="0" presId="urn:microsoft.com/office/officeart/2018/2/layout/IconVerticalSolidList"/>
    <dgm:cxn modelId="{408132AB-3962-4A8C-8634-3650ECF9059A}" type="presParOf" srcId="{EEB90F47-B1EB-49C4-8465-2CECF5D2E906}" destId="{75CA6468-F83C-487C-A873-94B14DA20DF4}" srcOrd="1" destOrd="0" presId="urn:microsoft.com/office/officeart/2018/2/layout/IconVerticalSolidList"/>
    <dgm:cxn modelId="{E2DF537D-8697-4394-BB18-8CB1CE7AB31E}" type="presParOf" srcId="{EEB90F47-B1EB-49C4-8465-2CECF5D2E906}" destId="{90E05D1A-1647-4205-BB6F-506C142AAD4C}" srcOrd="2" destOrd="0" presId="urn:microsoft.com/office/officeart/2018/2/layout/IconVerticalSolidList"/>
    <dgm:cxn modelId="{67F6769D-4AE7-4E63-937B-5AC4BAB0F5D7}" type="presParOf" srcId="{EEB90F47-B1EB-49C4-8465-2CECF5D2E906}" destId="{A0457E73-0259-4141-8221-0978B961C340}" srcOrd="3" destOrd="0" presId="urn:microsoft.com/office/officeart/2018/2/layout/IconVerticalSolidList"/>
    <dgm:cxn modelId="{D993D28D-ACB2-4A24-800B-4D3C2E185064}" type="presParOf" srcId="{E8520911-482D-48AC-AD87-6B8DA890421D}" destId="{EF7811AD-464D-4845-AE78-BC4026C31283}" srcOrd="1" destOrd="0" presId="urn:microsoft.com/office/officeart/2018/2/layout/IconVerticalSolidList"/>
    <dgm:cxn modelId="{ACE2D13E-57B3-422C-88B6-3EAB5214A613}" type="presParOf" srcId="{E8520911-482D-48AC-AD87-6B8DA890421D}" destId="{CD07A4FB-B6FF-4902-84A3-480D095435F2}" srcOrd="2" destOrd="0" presId="urn:microsoft.com/office/officeart/2018/2/layout/IconVerticalSolidList"/>
    <dgm:cxn modelId="{2EB51B3F-0C25-47E7-8412-A5D0565157EF}" type="presParOf" srcId="{CD07A4FB-B6FF-4902-84A3-480D095435F2}" destId="{FB86BEAE-2ECA-4890-ABDD-9592CC6E3A8A}" srcOrd="0" destOrd="0" presId="urn:microsoft.com/office/officeart/2018/2/layout/IconVerticalSolidList"/>
    <dgm:cxn modelId="{970467CE-5A81-489F-847E-D839E16D0FFA}" type="presParOf" srcId="{CD07A4FB-B6FF-4902-84A3-480D095435F2}" destId="{E3470AFB-B9AD-418F-94D3-ADD93A29619E}" srcOrd="1" destOrd="0" presId="urn:microsoft.com/office/officeart/2018/2/layout/IconVerticalSolidList"/>
    <dgm:cxn modelId="{CDE7646D-A8E8-41D3-A0D5-5F8C2FAB54E6}" type="presParOf" srcId="{CD07A4FB-B6FF-4902-84A3-480D095435F2}" destId="{2630493B-AB49-4819-9F7C-1624EC00E8A6}" srcOrd="2" destOrd="0" presId="urn:microsoft.com/office/officeart/2018/2/layout/IconVerticalSolidList"/>
    <dgm:cxn modelId="{CAA46FD8-8962-4B2A-B7F7-68D713A5DB4B}" type="presParOf" srcId="{CD07A4FB-B6FF-4902-84A3-480D095435F2}" destId="{A14B6CA1-EA2E-4139-AD10-7570BDD78D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420CEF-5F8E-4994-A6EE-3C9B33D5D1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2D4ABE-5332-4F72-9A61-89F64A53F9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Most efficient cross section: </a:t>
          </a:r>
        </a:p>
        <a:p>
          <a:pPr>
            <a:lnSpc>
              <a:spcPct val="100000"/>
            </a:lnSpc>
          </a:pPr>
          <a:r>
            <a:rPr lang="en-US" sz="1800"/>
            <a:t>Rectangular cross section</a:t>
          </a:r>
        </a:p>
      </dgm:t>
    </dgm:pt>
    <dgm:pt modelId="{3AA8672A-44F0-45C6-9557-2E94E81DB55D}" type="parTrans" cxnId="{C0ED006F-1A44-4D70-A06A-CF159003DAD9}">
      <dgm:prSet/>
      <dgm:spPr/>
      <dgm:t>
        <a:bodyPr/>
        <a:lstStyle/>
        <a:p>
          <a:endParaRPr lang="en-US"/>
        </a:p>
      </dgm:t>
    </dgm:pt>
    <dgm:pt modelId="{746EF0BF-0648-46E2-B0D3-2290F0B364FA}" type="sibTrans" cxnId="{C0ED006F-1A44-4D70-A06A-CF159003DAD9}">
      <dgm:prSet/>
      <dgm:spPr/>
      <dgm:t>
        <a:bodyPr/>
        <a:lstStyle/>
        <a:p>
          <a:endParaRPr lang="en-US"/>
        </a:p>
      </dgm:t>
    </dgm:pt>
    <dgm:pt modelId="{B233A6D1-4CAE-4886-BA53-9C2F1FA1FE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Why:</a:t>
          </a:r>
        </a:p>
        <a:p>
          <a:pPr>
            <a:lnSpc>
              <a:spcPct val="100000"/>
            </a:lnSpc>
          </a:pPr>
          <a:r>
            <a:rPr lang="en-US" sz="1800"/>
            <a:t>The Box Profile had the smallest cross-sectional area and the T, and I beams converge on rectangular shape </a:t>
          </a:r>
        </a:p>
      </dgm:t>
    </dgm:pt>
    <dgm:pt modelId="{59BEC0EB-DD71-4235-AC2D-08225D29AFBF}" type="parTrans" cxnId="{A64E7DB2-CA1B-4045-90C6-83E48A3000CE}">
      <dgm:prSet/>
      <dgm:spPr/>
      <dgm:t>
        <a:bodyPr/>
        <a:lstStyle/>
        <a:p>
          <a:endParaRPr lang="en-US"/>
        </a:p>
      </dgm:t>
    </dgm:pt>
    <dgm:pt modelId="{37ECA07A-5F45-453B-8F80-BB680BF2A0F4}" type="sibTrans" cxnId="{A64E7DB2-CA1B-4045-90C6-83E48A3000CE}">
      <dgm:prSet/>
      <dgm:spPr/>
      <dgm:t>
        <a:bodyPr/>
        <a:lstStyle/>
        <a:p>
          <a:endParaRPr lang="en-US"/>
        </a:p>
      </dgm:t>
    </dgm:pt>
    <dgm:pt modelId="{1D769055-0E0D-43EE-8135-4C177E07EA81}" type="pres">
      <dgm:prSet presAssocID="{21420CEF-5F8E-4994-A6EE-3C9B33D5D140}" presName="root" presStyleCnt="0">
        <dgm:presLayoutVars>
          <dgm:dir/>
          <dgm:resizeHandles val="exact"/>
        </dgm:presLayoutVars>
      </dgm:prSet>
      <dgm:spPr/>
    </dgm:pt>
    <dgm:pt modelId="{D9887C66-B2F3-4CB1-9C0A-3F6E96ACB934}" type="pres">
      <dgm:prSet presAssocID="{302D4ABE-5332-4F72-9A61-89F64A53F9EF}" presName="compNode" presStyleCnt="0"/>
      <dgm:spPr/>
    </dgm:pt>
    <dgm:pt modelId="{FA0D4719-A3E3-4912-9BC5-ACF84C01BE95}" type="pres">
      <dgm:prSet presAssocID="{302D4ABE-5332-4F72-9A61-89F64A53F9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469C81-2FC0-45A1-A465-138DF8B7C098}" type="pres">
      <dgm:prSet presAssocID="{302D4ABE-5332-4F72-9A61-89F64A53F9EF}" presName="spaceRect" presStyleCnt="0"/>
      <dgm:spPr/>
    </dgm:pt>
    <dgm:pt modelId="{B6DB294F-6370-4591-B0F2-644074B788A7}" type="pres">
      <dgm:prSet presAssocID="{302D4ABE-5332-4F72-9A61-89F64A53F9EF}" presName="textRect" presStyleLbl="revTx" presStyleIdx="0" presStyleCnt="2">
        <dgm:presLayoutVars>
          <dgm:chMax val="1"/>
          <dgm:chPref val="1"/>
        </dgm:presLayoutVars>
      </dgm:prSet>
      <dgm:spPr/>
    </dgm:pt>
    <dgm:pt modelId="{0938D3AE-3CF8-4A81-9215-5C07F6DB9E18}" type="pres">
      <dgm:prSet presAssocID="{746EF0BF-0648-46E2-B0D3-2290F0B364FA}" presName="sibTrans" presStyleCnt="0"/>
      <dgm:spPr/>
    </dgm:pt>
    <dgm:pt modelId="{122CE0E1-26DD-4F3F-A2B5-806D1F6E4019}" type="pres">
      <dgm:prSet presAssocID="{B233A6D1-4CAE-4886-BA53-9C2F1FA1FE0D}" presName="compNode" presStyleCnt="0"/>
      <dgm:spPr/>
    </dgm:pt>
    <dgm:pt modelId="{3D1A2641-C021-46AA-A16E-BF09718DBB96}" type="pres">
      <dgm:prSet presAssocID="{B233A6D1-4CAE-4886-BA53-9C2F1FA1FE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210AF50-5D31-4F4B-9E22-43C0957D67DF}" type="pres">
      <dgm:prSet presAssocID="{B233A6D1-4CAE-4886-BA53-9C2F1FA1FE0D}" presName="spaceRect" presStyleCnt="0"/>
      <dgm:spPr/>
    </dgm:pt>
    <dgm:pt modelId="{5C0C7274-71F0-4DC7-9846-C2B2C441B360}" type="pres">
      <dgm:prSet presAssocID="{B233A6D1-4CAE-4886-BA53-9C2F1FA1FE0D}" presName="textRect" presStyleLbl="revTx" presStyleIdx="1" presStyleCnt="2" custScaleX="116616" custScaleY="103164">
        <dgm:presLayoutVars>
          <dgm:chMax val="1"/>
          <dgm:chPref val="1"/>
        </dgm:presLayoutVars>
      </dgm:prSet>
      <dgm:spPr/>
    </dgm:pt>
  </dgm:ptLst>
  <dgm:cxnLst>
    <dgm:cxn modelId="{A4D1C81D-5712-41CC-B768-7EA0E8BA9712}" type="presOf" srcId="{B233A6D1-4CAE-4886-BA53-9C2F1FA1FE0D}" destId="{5C0C7274-71F0-4DC7-9846-C2B2C441B360}" srcOrd="0" destOrd="0" presId="urn:microsoft.com/office/officeart/2018/2/layout/IconLabelList"/>
    <dgm:cxn modelId="{7D9A2323-C1B3-4D9F-BBB6-7DEF29EC3945}" type="presOf" srcId="{21420CEF-5F8E-4994-A6EE-3C9B33D5D140}" destId="{1D769055-0E0D-43EE-8135-4C177E07EA81}" srcOrd="0" destOrd="0" presId="urn:microsoft.com/office/officeart/2018/2/layout/IconLabelList"/>
    <dgm:cxn modelId="{C0ED006F-1A44-4D70-A06A-CF159003DAD9}" srcId="{21420CEF-5F8E-4994-A6EE-3C9B33D5D140}" destId="{302D4ABE-5332-4F72-9A61-89F64A53F9EF}" srcOrd="0" destOrd="0" parTransId="{3AA8672A-44F0-45C6-9557-2E94E81DB55D}" sibTransId="{746EF0BF-0648-46E2-B0D3-2290F0B364FA}"/>
    <dgm:cxn modelId="{A64E7DB2-CA1B-4045-90C6-83E48A3000CE}" srcId="{21420CEF-5F8E-4994-A6EE-3C9B33D5D140}" destId="{B233A6D1-4CAE-4886-BA53-9C2F1FA1FE0D}" srcOrd="1" destOrd="0" parTransId="{59BEC0EB-DD71-4235-AC2D-08225D29AFBF}" sibTransId="{37ECA07A-5F45-453B-8F80-BB680BF2A0F4}"/>
    <dgm:cxn modelId="{8E2146DA-B475-4E18-B0D3-1ABA9E0271B7}" type="presOf" srcId="{302D4ABE-5332-4F72-9A61-89F64A53F9EF}" destId="{B6DB294F-6370-4591-B0F2-644074B788A7}" srcOrd="0" destOrd="0" presId="urn:microsoft.com/office/officeart/2018/2/layout/IconLabelList"/>
    <dgm:cxn modelId="{95984375-0114-437D-B12D-93C34736DE4B}" type="presParOf" srcId="{1D769055-0E0D-43EE-8135-4C177E07EA81}" destId="{D9887C66-B2F3-4CB1-9C0A-3F6E96ACB934}" srcOrd="0" destOrd="0" presId="urn:microsoft.com/office/officeart/2018/2/layout/IconLabelList"/>
    <dgm:cxn modelId="{52BBF2D2-BBC5-4D66-9E0D-C59B8DF83506}" type="presParOf" srcId="{D9887C66-B2F3-4CB1-9C0A-3F6E96ACB934}" destId="{FA0D4719-A3E3-4912-9BC5-ACF84C01BE95}" srcOrd="0" destOrd="0" presId="urn:microsoft.com/office/officeart/2018/2/layout/IconLabelList"/>
    <dgm:cxn modelId="{57B771E6-C2F1-4465-810E-32711F9CDC9A}" type="presParOf" srcId="{D9887C66-B2F3-4CB1-9C0A-3F6E96ACB934}" destId="{20469C81-2FC0-45A1-A465-138DF8B7C098}" srcOrd="1" destOrd="0" presId="urn:microsoft.com/office/officeart/2018/2/layout/IconLabelList"/>
    <dgm:cxn modelId="{4BD5863F-831C-42B7-A9F9-31968903D264}" type="presParOf" srcId="{D9887C66-B2F3-4CB1-9C0A-3F6E96ACB934}" destId="{B6DB294F-6370-4591-B0F2-644074B788A7}" srcOrd="2" destOrd="0" presId="urn:microsoft.com/office/officeart/2018/2/layout/IconLabelList"/>
    <dgm:cxn modelId="{AC33357A-E14E-4428-A8A6-9972239CE048}" type="presParOf" srcId="{1D769055-0E0D-43EE-8135-4C177E07EA81}" destId="{0938D3AE-3CF8-4A81-9215-5C07F6DB9E18}" srcOrd="1" destOrd="0" presId="urn:microsoft.com/office/officeart/2018/2/layout/IconLabelList"/>
    <dgm:cxn modelId="{31209CDF-9318-4843-84E1-BD97B2F1AF2F}" type="presParOf" srcId="{1D769055-0E0D-43EE-8135-4C177E07EA81}" destId="{122CE0E1-26DD-4F3F-A2B5-806D1F6E4019}" srcOrd="2" destOrd="0" presId="urn:microsoft.com/office/officeart/2018/2/layout/IconLabelList"/>
    <dgm:cxn modelId="{CA4C18CC-B545-43AA-8A62-0B70F66E2FB1}" type="presParOf" srcId="{122CE0E1-26DD-4F3F-A2B5-806D1F6E4019}" destId="{3D1A2641-C021-46AA-A16E-BF09718DBB96}" srcOrd="0" destOrd="0" presId="urn:microsoft.com/office/officeart/2018/2/layout/IconLabelList"/>
    <dgm:cxn modelId="{65A9DE89-3611-49F7-9A93-8A54DCDB5EB9}" type="presParOf" srcId="{122CE0E1-26DD-4F3F-A2B5-806D1F6E4019}" destId="{4210AF50-5D31-4F4B-9E22-43C0957D67DF}" srcOrd="1" destOrd="0" presId="urn:microsoft.com/office/officeart/2018/2/layout/IconLabelList"/>
    <dgm:cxn modelId="{CC2CD3D2-612A-4BB3-AAC3-896754E0A75D}" type="presParOf" srcId="{122CE0E1-26DD-4F3F-A2B5-806D1F6E4019}" destId="{5C0C7274-71F0-4DC7-9846-C2B2C441B3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0AA7B-7265-4BFA-A0E2-840C00B179F2}">
      <dsp:nvSpPr>
        <dsp:cNvPr id="0" name=""/>
        <dsp:cNvSpPr/>
      </dsp:nvSpPr>
      <dsp:spPr>
        <a:xfrm>
          <a:off x="0" y="901232"/>
          <a:ext cx="4862446" cy="16638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A6468-F83C-487C-A873-94B14DA20DF4}">
      <dsp:nvSpPr>
        <dsp:cNvPr id="0" name=""/>
        <dsp:cNvSpPr/>
      </dsp:nvSpPr>
      <dsp:spPr>
        <a:xfrm>
          <a:off x="503303" y="1275590"/>
          <a:ext cx="915097" cy="915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57E73-0259-4141-8221-0978B961C340}">
      <dsp:nvSpPr>
        <dsp:cNvPr id="0" name=""/>
        <dsp:cNvSpPr/>
      </dsp:nvSpPr>
      <dsp:spPr>
        <a:xfrm>
          <a:off x="1921705" y="901232"/>
          <a:ext cx="2940741" cy="166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87" tIns="176087" rIns="176087" bIns="17608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Objective:                Determine best beam profile for smallest cross section area for loaded truss</a:t>
          </a:r>
        </a:p>
      </dsp:txBody>
      <dsp:txXfrm>
        <a:off x="1921705" y="901232"/>
        <a:ext cx="2940741" cy="1663814"/>
      </dsp:txXfrm>
    </dsp:sp>
    <dsp:sp modelId="{FB86BEAE-2ECA-4890-ABDD-9592CC6E3A8A}">
      <dsp:nvSpPr>
        <dsp:cNvPr id="0" name=""/>
        <dsp:cNvSpPr/>
      </dsp:nvSpPr>
      <dsp:spPr>
        <a:xfrm>
          <a:off x="0" y="2981000"/>
          <a:ext cx="4862446" cy="16638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70AFB-B9AD-418F-94D3-ADD93A29619E}">
      <dsp:nvSpPr>
        <dsp:cNvPr id="0" name=""/>
        <dsp:cNvSpPr/>
      </dsp:nvSpPr>
      <dsp:spPr>
        <a:xfrm>
          <a:off x="503303" y="3355358"/>
          <a:ext cx="915097" cy="915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B6CA1-EA2E-4139-AD10-7570BDD78D9E}">
      <dsp:nvSpPr>
        <dsp:cNvPr id="0" name=""/>
        <dsp:cNvSpPr/>
      </dsp:nvSpPr>
      <dsp:spPr>
        <a:xfrm>
          <a:off x="1921705" y="2981000"/>
          <a:ext cx="2940741" cy="166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87" tIns="176087" rIns="176087" bIns="17608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Cross sections tested:            I-Beam, T-Beam,             Circle-Beam, &amp; Box-beam</a:t>
          </a:r>
        </a:p>
      </dsp:txBody>
      <dsp:txXfrm>
        <a:off x="1921705" y="2981000"/>
        <a:ext cx="2940741" cy="1663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D4719-A3E3-4912-9BC5-ACF84C01BE95}">
      <dsp:nvSpPr>
        <dsp:cNvPr id="0" name=""/>
        <dsp:cNvSpPr/>
      </dsp:nvSpPr>
      <dsp:spPr>
        <a:xfrm>
          <a:off x="1595008" y="392501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B294F-6370-4591-B0F2-644074B788A7}">
      <dsp:nvSpPr>
        <dsp:cNvPr id="0" name=""/>
        <dsp:cNvSpPr/>
      </dsp:nvSpPr>
      <dsp:spPr>
        <a:xfrm>
          <a:off x="407008" y="2847677"/>
          <a:ext cx="4320000" cy="95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Most efficient cross section: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Rectangular cross section</a:t>
          </a:r>
        </a:p>
      </dsp:txBody>
      <dsp:txXfrm>
        <a:off x="407008" y="2847677"/>
        <a:ext cx="4320000" cy="952626"/>
      </dsp:txXfrm>
    </dsp:sp>
    <dsp:sp modelId="{3D1A2641-C021-46AA-A16E-BF09718DBB96}">
      <dsp:nvSpPr>
        <dsp:cNvPr id="0" name=""/>
        <dsp:cNvSpPr/>
      </dsp:nvSpPr>
      <dsp:spPr>
        <a:xfrm>
          <a:off x="7029914" y="37698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C7274-71F0-4DC7-9846-C2B2C441B360}">
      <dsp:nvSpPr>
        <dsp:cNvPr id="0" name=""/>
        <dsp:cNvSpPr/>
      </dsp:nvSpPr>
      <dsp:spPr>
        <a:xfrm>
          <a:off x="5483008" y="2829195"/>
          <a:ext cx="5037811" cy="986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Why: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Box Profile had the smallest cross-sectional area and the T, and I beams converge on rectangular shape </a:t>
          </a:r>
        </a:p>
      </dsp:txBody>
      <dsp:txXfrm>
        <a:off x="5483008" y="2829195"/>
        <a:ext cx="5037811" cy="986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F77B-C39E-4778-8128-174B1F999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8BD08-0201-4F00-97C2-842A8900D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3B8FF-41C7-4C3F-B562-D8CEFEDF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8A5A1-CDC5-4C6C-AE76-14FD56C2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CEDF-BF59-44C7-B235-7D9538F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1316-07FF-4335-B9AD-D1DAF3C9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795E-A12D-4A7C-8CDC-C783D4E8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5C5C-EA11-4122-BD85-833ECAD0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C0EF4-BF8A-41A2-AFA1-97B49B4C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CA712-C0C7-4F80-B7F6-F882F0F7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6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D3D6-69EF-489B-ADE8-1385E3D6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DEBEA-C2D4-407C-A4EA-88ED1471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EE9D7-F6AD-4F51-AE70-29BF927D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1D4B4-735B-4DC7-9D7E-EE86BD8C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35CD5-662A-431B-9617-EB86B9A0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7960-30FE-4250-9792-95B1E56A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4691-943A-43F3-815E-6B61DE143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17E6B-397D-4126-84DE-4D65BE08F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A5ACD-792F-4035-8A76-5DBDB892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FBA8D-793B-46BA-8EA3-E4E832A1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E89CD-0D5E-4D99-9051-44CAB74B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8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F7D1-0A29-48BE-A612-DA4E0205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D44B2-2A3B-465F-B3F5-6752FA2FE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FFEE4-503C-47A2-A406-C1FE3C9F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8F1F2-1666-464F-B2E3-965B5741C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8E582-6F6D-47B4-BDFB-E0060EEE3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93D40-A58F-489D-B1FA-7B5C4453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C827ED-8932-4618-93FD-72D0556E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FA273-2F04-42AD-B9BA-14904562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6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6E44-1056-4817-B8CC-11905F1E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4E04B-75B4-4EC4-A6DE-36AAD0DE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CB3EF-32C8-49EB-91FB-AFCBD9EF4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53DBA-1BDA-44D4-8B6A-1ACC3CE4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5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536D7-0E2E-4364-992D-076402F5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94966-BF27-4DDD-A307-FCA87D2F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2AFDB-1BF9-42FC-9804-34F45065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3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7613-0D85-4620-9F02-F632030F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2B429-D954-46D1-91D1-9953D6BB7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E575F-9BBC-4DC9-AFBF-3D2FE5CCF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AD24C-0C55-4F36-9535-6EBD105D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AED65-143C-4BB1-912A-77EB60F4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7664-D375-49DC-B1B9-9844DBA8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3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D105-E127-4352-BF72-E77C85BA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83491-45E5-4343-8E35-239E17B80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C1842-18E0-4A73-AF65-D3022D71D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BB4CC-3688-4B88-ABB6-9C6DDDCB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99FAD-A9E3-4F20-BB3C-27AA106E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9A0C1-3F89-4719-BB10-DDE4D94F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5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E18C-9691-4605-A2AD-74381C16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E7899-50BB-4DD6-B374-BD13B89B1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05552-10A2-4C98-A21C-CC668BE2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651B-3D31-4120-9C5D-E2CF1C0E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1EEE1-6337-48FD-806C-47EF993A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3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A396B-E678-40DC-9ECC-E5B4E9243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0D57D-0F2A-4BA4-A4B3-B47DA21F8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2AE15-DCB9-4021-9827-AFCAF104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7CD1-C91E-4CF8-9309-AD7E2C20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5C8BC-6CB8-473A-98BE-B178A9B3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2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A6D20-5270-4135-B106-21E62564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18961-1F0A-41B2-8D87-54AF6100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B6EBF-15E2-4184-9DE2-CC3363A3B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68135-F875-4E6C-ABD4-47A0FB52AC21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31EA7-6893-4EA5-9E62-E8816F709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8B251-B576-48DC-920F-FC026A1AE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74C9A-62B8-4490-94CE-6FAB72061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EE8D6-809B-4F75-9022-2DDA315DB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EMCH 308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58518-CE0E-4CDA-A77D-5AB999CD7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5041" y="4870824"/>
            <a:ext cx="103506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By Tristan Guérin, Jacob Vaught, Rafael Alexander Sánchez Cid, &amp; Jacob Whisenant</a:t>
            </a:r>
          </a:p>
        </p:txBody>
      </p:sp>
    </p:spTree>
    <p:extLst>
      <p:ext uri="{BB962C8B-B14F-4D97-AF65-F5344CB8AC3E}">
        <p14:creationId xmlns:p14="http://schemas.microsoft.com/office/powerpoint/2010/main" val="189104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68186-0B6C-4930-B6DF-D68CCCE8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E5E774A-C0C5-32D0-CCC5-907A0E61D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2580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50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E6D99-0326-4738-83DD-821D4DA3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5888"/>
            <a:ext cx="4037826" cy="1818994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 Cont.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4BD9BFF-0AA9-419E-95D8-FBFAAC80710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27394" y="3439138"/>
            <a:ext cx="5171982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Young’s Modulus: 	200 GPa</a:t>
            </a:r>
          </a:p>
          <a:p>
            <a:r>
              <a:rPr lang="en-US"/>
              <a:t>Poison’s Ratio:		0.3</a:t>
            </a:r>
          </a:p>
          <a:p>
            <a:r>
              <a:rPr lang="en-US"/>
              <a:t>Failure Stress:		400 MPa</a:t>
            </a:r>
          </a:p>
          <a:p>
            <a:r>
              <a:rPr lang="en-US"/>
              <a:t>Safety Factor:		1.5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BA586DA2-0A2B-4D99-8AE9-318406EA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56" y="656338"/>
            <a:ext cx="7247248" cy="21185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2AF8C3-16DF-4651-9150-B168F9A541AF}"/>
              </a:ext>
            </a:extLst>
          </p:cNvPr>
          <p:cNvSpPr txBox="1"/>
          <p:nvPr/>
        </p:nvSpPr>
        <p:spPr>
          <a:xfrm>
            <a:off x="5527394" y="5678442"/>
            <a:ext cx="5171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Safety Factor Max Stress: 266 MPa</a:t>
            </a:r>
          </a:p>
        </p:txBody>
      </p:sp>
    </p:spTree>
    <p:extLst>
      <p:ext uri="{BB962C8B-B14F-4D97-AF65-F5344CB8AC3E}">
        <p14:creationId xmlns:p14="http://schemas.microsoft.com/office/powerpoint/2010/main" val="338622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E6D99-0326-4738-83DD-821D4DA3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828F-3EE9-46A4-9A83-768D32393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/>
              <a:t>Create a 2D planar deformable planar wire sketch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a material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Profile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section and assign the section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and instance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new step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Mesh the part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Create boundary conditions and the line 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Run the job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Review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Repeat steps 3, 9, &amp; 10 until the max stress is achieved</a:t>
            </a:r>
          </a:p>
          <a:p>
            <a:pPr marL="514350" indent="-514350">
              <a:buFont typeface="+mj-lt"/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753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3606-5347-4465-A908-E930533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216305"/>
            <a:ext cx="10044023" cy="12360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I-Beam</a:t>
            </a: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>
                <a:solidFill>
                  <a:schemeClr val="bg1"/>
                </a:solidFill>
              </a:rPr>
              <a:t>Tested by: Tristan Guérin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3" descr="Diagram&#10;&#10;Description automatically generated">
            <a:extLst>
              <a:ext uri="{FF2B5EF4-FFF2-40B4-BE49-F238E27FC236}">
                <a16:creationId xmlns:a16="http://schemas.microsoft.com/office/drawing/2014/main" id="{62FB3EE1-098A-49B6-B7C7-5F58724A6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46" y="2504404"/>
            <a:ext cx="36004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picture containing chart&#10;&#10;Description automatically generated">
            <a:extLst>
              <a:ext uri="{FF2B5EF4-FFF2-40B4-BE49-F238E27FC236}">
                <a16:creationId xmlns:a16="http://schemas.microsoft.com/office/drawing/2014/main" id="{434C8AD3-EC18-4563-A3E0-AFB579683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988" y="3234057"/>
            <a:ext cx="6925531" cy="2908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034F82-C21B-43FB-9332-9651243268DC}"/>
                  </a:ext>
                </a:extLst>
              </p:cNvPr>
              <p:cNvSpPr txBox="1"/>
              <p:nvPr/>
            </p:nvSpPr>
            <p:spPr>
              <a:xfrm>
                <a:off x="4569988" y="2824347"/>
                <a:ext cx="4945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Max Stress: 2.607x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/>
                  <a:t> Pa = 260.7 MPa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034F82-C21B-43FB-9332-965124326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88" y="2824347"/>
                <a:ext cx="4945730" cy="400110"/>
              </a:xfrm>
              <a:prstGeom prst="rect">
                <a:avLst/>
              </a:prstGeom>
              <a:blipFill>
                <a:blip r:embed="rId4"/>
                <a:stretch>
                  <a:fillRect l="-135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963BB6-AEF7-453E-B027-84A8D1BA54C5}"/>
                  </a:ext>
                </a:extLst>
              </p:cNvPr>
              <p:cNvSpPr txBox="1"/>
              <p:nvPr/>
            </p:nvSpPr>
            <p:spPr>
              <a:xfrm>
                <a:off x="811946" y="2004650"/>
                <a:ext cx="43964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Area: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1.596∗10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 = 159.6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963BB6-AEF7-453E-B027-84A8D1BA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46" y="2004650"/>
                <a:ext cx="4396436" cy="400110"/>
              </a:xfrm>
              <a:prstGeom prst="rect">
                <a:avLst/>
              </a:prstGeom>
              <a:blipFill>
                <a:blip r:embed="rId5"/>
                <a:stretch>
                  <a:fillRect l="-138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1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3606-5347-4465-A908-E930533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216305"/>
            <a:ext cx="10044023" cy="12360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T-Beam</a:t>
            </a:r>
            <a:br>
              <a:rPr lang="en-US" kern="1200"/>
            </a:br>
            <a:r>
              <a:rPr lang="en-US" sz="2800">
                <a:solidFill>
                  <a:schemeClr val="bg1"/>
                </a:solidFill>
              </a:rPr>
              <a:t>Tested by: Rafael Alexander Sánchez Cid</a:t>
            </a: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2" descr="Diagram&#10;&#10;Description automatically generated">
            <a:extLst>
              <a:ext uri="{FF2B5EF4-FFF2-40B4-BE49-F238E27FC236}">
                <a16:creationId xmlns:a16="http://schemas.microsoft.com/office/drawing/2014/main" id="{B5FFF4A0-CC03-4881-8647-3789CD6A8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1" y="2918672"/>
            <a:ext cx="35433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FEF593-7997-4370-849E-9354ED509271}"/>
                  </a:ext>
                </a:extLst>
              </p:cNvPr>
              <p:cNvSpPr txBox="1"/>
              <p:nvPr/>
            </p:nvSpPr>
            <p:spPr>
              <a:xfrm>
                <a:off x="797420" y="2315278"/>
                <a:ext cx="50522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Area: 1.8x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 = 1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80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FEF593-7997-4370-849E-9354ED50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20" y="2315278"/>
                <a:ext cx="5052291" cy="400110"/>
              </a:xfrm>
              <a:prstGeom prst="rect">
                <a:avLst/>
              </a:prstGeom>
              <a:blipFill>
                <a:blip r:embed="rId3"/>
                <a:stretch>
                  <a:fillRect l="-132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93FF6A-3891-4445-A4D7-2D0331DD2A43}"/>
                  </a:ext>
                </a:extLst>
              </p:cNvPr>
              <p:cNvSpPr txBox="1"/>
              <p:nvPr/>
            </p:nvSpPr>
            <p:spPr>
              <a:xfrm>
                <a:off x="4954885" y="2315278"/>
                <a:ext cx="38841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Max Stress: 2.68x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/>
                  <a:t> Pa = 268 MPa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93FF6A-3891-4445-A4D7-2D0331DD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885" y="2315278"/>
                <a:ext cx="3884103" cy="400110"/>
              </a:xfrm>
              <a:prstGeom prst="rect">
                <a:avLst/>
              </a:prstGeom>
              <a:blipFill>
                <a:blip r:embed="rId4"/>
                <a:stretch>
                  <a:fillRect l="-1727" t="-9231" r="-628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02DC49F-27A5-4475-A529-5C36B2707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10" y="2918672"/>
            <a:ext cx="7062894" cy="29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8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3606-5347-4465-A908-E930533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216305"/>
            <a:ext cx="10044023" cy="12360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Box-Beam</a:t>
            </a: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>
                <a:solidFill>
                  <a:schemeClr val="bg1"/>
                </a:solidFill>
              </a:rPr>
              <a:t>Tested by: Jacob Vaught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DFAD80-6F8D-4DBE-B9EF-02AED7E36D47}"/>
                  </a:ext>
                </a:extLst>
              </p:cNvPr>
              <p:cNvSpPr txBox="1"/>
              <p:nvPr/>
            </p:nvSpPr>
            <p:spPr>
              <a:xfrm>
                <a:off x="892789" y="2404055"/>
                <a:ext cx="5052291" cy="403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Area: 3.072x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 = 30.718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DFAD80-6F8D-4DBE-B9EF-02AED7E36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89" y="2404055"/>
                <a:ext cx="5052291" cy="403637"/>
              </a:xfrm>
              <a:prstGeom prst="rect">
                <a:avLst/>
              </a:prstGeom>
              <a:blipFill>
                <a:blip r:embed="rId2"/>
                <a:stretch>
                  <a:fillRect l="-1206" t="-5970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98DFA76-DD84-41D0-839D-7E085DE7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80" y="2901008"/>
            <a:ext cx="4343400" cy="297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C5D713-B9A0-44D0-A1BD-C5668F85F2F2}"/>
                  </a:ext>
                </a:extLst>
              </p:cNvPr>
              <p:cNvSpPr txBox="1"/>
              <p:nvPr/>
            </p:nvSpPr>
            <p:spPr>
              <a:xfrm>
                <a:off x="5662651" y="2312125"/>
                <a:ext cx="55402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Max Stress: 2.659x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/>
                  <a:t> Pa = 265.9 MPa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C5D713-B9A0-44D0-A1BD-C5668F85F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51" y="2312125"/>
                <a:ext cx="5540229" cy="400110"/>
              </a:xfrm>
              <a:prstGeom prst="rect">
                <a:avLst/>
              </a:prstGeom>
              <a:blipFill>
                <a:blip r:embed="rId4"/>
                <a:stretch>
                  <a:fillRect l="-121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B46134-1C55-4A37-B687-88B6A98F6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019" y="2973431"/>
            <a:ext cx="6056642" cy="282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9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3606-5347-4465-A908-E930533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216305"/>
            <a:ext cx="10044023" cy="12360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Circle</a:t>
            </a: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-Beam</a:t>
            </a: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>
                <a:solidFill>
                  <a:schemeClr val="bg1"/>
                </a:solidFill>
              </a:rPr>
              <a:t>Tested by: Jacob </a:t>
            </a:r>
            <a:r>
              <a:rPr lang="en-US" sz="2800" err="1">
                <a:solidFill>
                  <a:schemeClr val="bg1"/>
                </a:solidFill>
              </a:rPr>
              <a:t>Whisenant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0F1F2F-663E-4064-B02C-E6DBE6BDEC83}"/>
                  </a:ext>
                </a:extLst>
              </p:cNvPr>
              <p:cNvSpPr txBox="1"/>
              <p:nvPr/>
            </p:nvSpPr>
            <p:spPr>
              <a:xfrm>
                <a:off x="830645" y="2013437"/>
                <a:ext cx="50522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Area: 4.151x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 = 415.1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0F1F2F-663E-4064-B02C-E6DBE6BD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45" y="2013437"/>
                <a:ext cx="5052291" cy="400110"/>
              </a:xfrm>
              <a:prstGeom prst="rect">
                <a:avLst/>
              </a:prstGeom>
              <a:blipFill>
                <a:blip r:embed="rId2"/>
                <a:stretch>
                  <a:fillRect l="-120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66A02A-AECE-4EFE-8857-CE8BCAC9C86F}"/>
                  </a:ext>
                </a:extLst>
              </p:cNvPr>
              <p:cNvSpPr txBox="1"/>
              <p:nvPr/>
            </p:nvSpPr>
            <p:spPr>
              <a:xfrm>
                <a:off x="4843189" y="2198103"/>
                <a:ext cx="46810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Max Stress: 2.66x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/>
                  <a:t> Pa = 266 MPa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66A02A-AECE-4EFE-8857-CE8BCAC9C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189" y="2198103"/>
                <a:ext cx="4681057" cy="400110"/>
              </a:xfrm>
              <a:prstGeom prst="rect">
                <a:avLst/>
              </a:prstGeom>
              <a:blipFill>
                <a:blip r:embed="rId3"/>
                <a:stretch>
                  <a:fillRect l="-130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 descr="Chart&#10;&#10;Description automatically generated">
            <a:extLst>
              <a:ext uri="{FF2B5EF4-FFF2-40B4-BE49-F238E27FC236}">
                <a16:creationId xmlns:a16="http://schemas.microsoft.com/office/drawing/2014/main" id="{6AB82330-3E87-422A-B637-D0457C1CA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373" y="2661024"/>
            <a:ext cx="7687079" cy="3475644"/>
          </a:xfrm>
          <a:prstGeom prst="rect">
            <a:avLst/>
          </a:prstGeom>
        </p:spPr>
      </p:pic>
      <p:pic>
        <p:nvPicPr>
          <p:cNvPr id="25" name="Picture 24" descr="Chart&#10;&#10;Description automatically generated">
            <a:extLst>
              <a:ext uri="{FF2B5EF4-FFF2-40B4-BE49-F238E27FC236}">
                <a16:creationId xmlns:a16="http://schemas.microsoft.com/office/drawing/2014/main" id="{56BAF8A0-5CDA-47C8-91F8-3159A843E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36" y="2382769"/>
            <a:ext cx="3012347" cy="323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8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3606-5347-4465-A908-E930533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5F62981-5DB1-00BD-A0A8-90A5C23562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66698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4720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DEEB-D572-4514-8C8E-280FED57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540" y="20755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67B5-DD31-41C1-A935-5F7720E533C9}"/>
              </a:ext>
            </a:extLst>
          </p:cNvPr>
          <p:cNvSpPr txBox="1"/>
          <p:nvPr/>
        </p:nvSpPr>
        <p:spPr>
          <a:xfrm>
            <a:off x="1783594" y="3013501"/>
            <a:ext cx="8624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8609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270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EMCH 308 Project 1</vt:lpstr>
      <vt:lpstr>Introduction</vt:lpstr>
      <vt:lpstr>Introduction Cont.</vt:lpstr>
      <vt:lpstr>Approach</vt:lpstr>
      <vt:lpstr>I-Beam Tested by: Tristan Guérin</vt:lpstr>
      <vt:lpstr>T-Beam Tested by: Rafael Alexander Sánchez Cid</vt:lpstr>
      <vt:lpstr>Box-Beam Tested by: Jacob Vaught</vt:lpstr>
      <vt:lpstr>Circle-Beam Tested by: Jacob Whisenant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EMCH 308 Project 1</dc:title>
  <dc:creator>Tristan Guerin</dc:creator>
  <cp:lastModifiedBy>Guerin, Tristan</cp:lastModifiedBy>
  <cp:revision>1</cp:revision>
  <dcterms:created xsi:type="dcterms:W3CDTF">2022-03-25T02:17:01Z</dcterms:created>
  <dcterms:modified xsi:type="dcterms:W3CDTF">2022-03-28T18:09:07Z</dcterms:modified>
</cp:coreProperties>
</file>