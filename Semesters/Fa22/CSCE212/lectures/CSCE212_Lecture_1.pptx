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slide" Target="slides/slide2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7c6a1577fd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7c6a1577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7c6a1577fd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7c6a1577f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5d34382e4_0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5d34382e4_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5d34382e4_04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5d34382e4_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d34382e4_04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d34382e4_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5d34382e4_0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5d34382e4_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5d34382e4_015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5d34382e4_0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5d34382e4_01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5d34382e4_0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5d34382e4_08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5d34382e4_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5d34382e4_08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5d34382e4_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5d34382e4_016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5d34382e4_0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5d34382e4_0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5d34382e4_0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5d34382e4_0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5d34382e4_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5d34382e4_01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5d34382e4_0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5d34382e4_01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5d34382e4_0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5d34382e4_01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5d34382e4_0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5d34382e4_011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5d34382e4_0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5d34382e4_0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5d34382e4_0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5d34382e4_0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5d34382e4_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5d34382e4_06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5d34382e4_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5d34382e4_07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5d34382e4_0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5d34382e4_07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5d34382e4_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5d34382e4_016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5d34382e4_0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5d34382e4_017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5d34382e4_0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5d34382e4_017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5d34382e4_0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rot="10800000">
            <a:off x="0" y="3093235"/>
            <a:ext cx="8458200" cy="7125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685800" y="1300757"/>
            <a:ext cx="7772400" cy="1684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7200"/>
              <a:buNone/>
              <a:defRPr sz="7200">
                <a:solidFill>
                  <a:schemeClr val="dk2"/>
                </a:solidFill>
              </a:defRPr>
            </a:lvl1pPr>
            <a:lvl2pPr lvl="1">
              <a:spcBef>
                <a:spcPts val="0"/>
              </a:spcBef>
              <a:spcAft>
                <a:spcPts val="0"/>
              </a:spcAft>
              <a:buClr>
                <a:schemeClr val="dk2"/>
              </a:buClr>
              <a:buSzPts val="7200"/>
              <a:buNone/>
              <a:defRPr sz="7200">
                <a:solidFill>
                  <a:schemeClr val="dk2"/>
                </a:solidFill>
              </a:defRPr>
            </a:lvl2pPr>
            <a:lvl3pPr lvl="2">
              <a:spcBef>
                <a:spcPts val="0"/>
              </a:spcBef>
              <a:spcAft>
                <a:spcPts val="0"/>
              </a:spcAft>
              <a:buClr>
                <a:schemeClr val="dk2"/>
              </a:buClr>
              <a:buSzPts val="7200"/>
              <a:buNone/>
              <a:defRPr sz="7200">
                <a:solidFill>
                  <a:schemeClr val="dk2"/>
                </a:solidFill>
              </a:defRPr>
            </a:lvl3pPr>
            <a:lvl4pPr lvl="3">
              <a:spcBef>
                <a:spcPts val="0"/>
              </a:spcBef>
              <a:spcAft>
                <a:spcPts val="0"/>
              </a:spcAft>
              <a:buClr>
                <a:schemeClr val="dk2"/>
              </a:buClr>
              <a:buSzPts val="7200"/>
              <a:buNone/>
              <a:defRPr sz="7200">
                <a:solidFill>
                  <a:schemeClr val="dk2"/>
                </a:solidFill>
              </a:defRPr>
            </a:lvl4pPr>
            <a:lvl5pPr lvl="4">
              <a:spcBef>
                <a:spcPts val="0"/>
              </a:spcBef>
              <a:spcAft>
                <a:spcPts val="0"/>
              </a:spcAft>
              <a:buClr>
                <a:schemeClr val="dk2"/>
              </a:buClr>
              <a:buSzPts val="7200"/>
              <a:buNone/>
              <a:defRPr sz="7200">
                <a:solidFill>
                  <a:schemeClr val="dk2"/>
                </a:solidFill>
              </a:defRPr>
            </a:lvl5pPr>
            <a:lvl6pPr lvl="5">
              <a:spcBef>
                <a:spcPts val="0"/>
              </a:spcBef>
              <a:spcAft>
                <a:spcPts val="0"/>
              </a:spcAft>
              <a:buClr>
                <a:schemeClr val="dk2"/>
              </a:buClr>
              <a:buSzPts val="7200"/>
              <a:buNone/>
              <a:defRPr sz="7200">
                <a:solidFill>
                  <a:schemeClr val="dk2"/>
                </a:solidFill>
              </a:defRPr>
            </a:lvl6pPr>
            <a:lvl7pPr lvl="6">
              <a:spcBef>
                <a:spcPts val="0"/>
              </a:spcBef>
              <a:spcAft>
                <a:spcPts val="0"/>
              </a:spcAft>
              <a:buClr>
                <a:schemeClr val="dk2"/>
              </a:buClr>
              <a:buSzPts val="7200"/>
              <a:buNone/>
              <a:defRPr sz="7200">
                <a:solidFill>
                  <a:schemeClr val="dk2"/>
                </a:solidFill>
              </a:defRPr>
            </a:lvl7pPr>
            <a:lvl8pPr lvl="7">
              <a:spcBef>
                <a:spcPts val="0"/>
              </a:spcBef>
              <a:spcAft>
                <a:spcPts val="0"/>
              </a:spcAft>
              <a:buClr>
                <a:schemeClr val="dk2"/>
              </a:buClr>
              <a:buSzPts val="7200"/>
              <a:buNone/>
              <a:defRPr sz="7200">
                <a:solidFill>
                  <a:schemeClr val="dk2"/>
                </a:solidFill>
              </a:defRPr>
            </a:lvl8pPr>
            <a:lvl9pPr lvl="8">
              <a:spcBef>
                <a:spcPts val="0"/>
              </a:spcBef>
              <a:spcAft>
                <a:spcPts val="0"/>
              </a:spcAft>
              <a:buClr>
                <a:schemeClr val="dk2"/>
              </a:buClr>
              <a:buSzPts val="7200"/>
              <a:buNone/>
              <a:defRPr sz="7200">
                <a:solidFill>
                  <a:schemeClr val="dk2"/>
                </a:solidFill>
              </a:defRPr>
            </a:lvl9pPr>
          </a:lstStyle>
          <a:p/>
        </p:txBody>
      </p:sp>
      <p:sp>
        <p:nvSpPr>
          <p:cNvPr id="12" name="Google Shape;12;p2"/>
          <p:cNvSpPr txBox="1"/>
          <p:nvPr>
            <p:ph idx="1" type="subTitle"/>
          </p:nvPr>
        </p:nvSpPr>
        <p:spPr>
          <a:xfrm>
            <a:off x="685800" y="3093357"/>
            <a:ext cx="7772400" cy="712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3000"/>
              <a:buNone/>
              <a:defRPr b="1">
                <a:solidFill>
                  <a:schemeClr val="lt2"/>
                </a:solidFill>
              </a:defRPr>
            </a:lvl1pPr>
            <a:lvl2pPr lvl="1">
              <a:spcBef>
                <a:spcPts val="0"/>
              </a:spcBef>
              <a:spcAft>
                <a:spcPts val="0"/>
              </a:spcAft>
              <a:buClr>
                <a:schemeClr val="lt2"/>
              </a:buClr>
              <a:buSzPts val="3000"/>
              <a:buNone/>
              <a:defRPr b="1" sz="3000">
                <a:solidFill>
                  <a:schemeClr val="lt2"/>
                </a:solidFill>
              </a:defRPr>
            </a:lvl2pPr>
            <a:lvl3pPr lvl="2">
              <a:spcBef>
                <a:spcPts val="0"/>
              </a:spcBef>
              <a:spcAft>
                <a:spcPts val="0"/>
              </a:spcAft>
              <a:buClr>
                <a:schemeClr val="lt2"/>
              </a:buClr>
              <a:buSzPts val="3000"/>
              <a:buNone/>
              <a:defRPr b="1" sz="3000">
                <a:solidFill>
                  <a:schemeClr val="lt2"/>
                </a:solidFill>
              </a:defRPr>
            </a:lvl3pPr>
            <a:lvl4pPr lvl="3">
              <a:spcBef>
                <a:spcPts val="0"/>
              </a:spcBef>
              <a:spcAft>
                <a:spcPts val="0"/>
              </a:spcAft>
              <a:buClr>
                <a:schemeClr val="lt2"/>
              </a:buClr>
              <a:buSzPts val="3000"/>
              <a:buNone/>
              <a:defRPr b="1" sz="3000">
                <a:solidFill>
                  <a:schemeClr val="lt2"/>
                </a:solidFill>
              </a:defRPr>
            </a:lvl4pPr>
            <a:lvl5pPr lvl="4">
              <a:spcBef>
                <a:spcPts val="0"/>
              </a:spcBef>
              <a:spcAft>
                <a:spcPts val="0"/>
              </a:spcAft>
              <a:buClr>
                <a:schemeClr val="lt2"/>
              </a:buClr>
              <a:buSzPts val="3000"/>
              <a:buNone/>
              <a:defRPr b="1" sz="3000">
                <a:solidFill>
                  <a:schemeClr val="lt2"/>
                </a:solidFill>
              </a:defRPr>
            </a:lvl5pPr>
            <a:lvl6pPr lvl="5">
              <a:spcBef>
                <a:spcPts val="0"/>
              </a:spcBef>
              <a:spcAft>
                <a:spcPts val="0"/>
              </a:spcAft>
              <a:buClr>
                <a:schemeClr val="lt2"/>
              </a:buClr>
              <a:buSzPts val="3000"/>
              <a:buNone/>
              <a:defRPr b="1" sz="3000">
                <a:solidFill>
                  <a:schemeClr val="lt2"/>
                </a:solidFill>
              </a:defRPr>
            </a:lvl6pPr>
            <a:lvl7pPr lvl="6">
              <a:spcBef>
                <a:spcPts val="0"/>
              </a:spcBef>
              <a:spcAft>
                <a:spcPts val="0"/>
              </a:spcAft>
              <a:buClr>
                <a:schemeClr val="lt2"/>
              </a:buClr>
              <a:buSzPts val="3000"/>
              <a:buNone/>
              <a:defRPr b="1" sz="3000">
                <a:solidFill>
                  <a:schemeClr val="lt2"/>
                </a:solidFill>
              </a:defRPr>
            </a:lvl7pPr>
            <a:lvl8pPr lvl="7">
              <a:spcBef>
                <a:spcPts val="0"/>
              </a:spcBef>
              <a:spcAft>
                <a:spcPts val="0"/>
              </a:spcAft>
              <a:buClr>
                <a:schemeClr val="lt2"/>
              </a:buClr>
              <a:buSzPts val="3000"/>
              <a:buNone/>
              <a:defRPr b="1" sz="3000">
                <a:solidFill>
                  <a:schemeClr val="lt2"/>
                </a:solidFill>
              </a:defRPr>
            </a:lvl8pPr>
            <a:lvl9pPr lvl="8">
              <a:spcBef>
                <a:spcPts val="0"/>
              </a:spcBef>
              <a:spcAft>
                <a:spcPts val="0"/>
              </a:spcAft>
              <a:buClr>
                <a:schemeClr val="lt2"/>
              </a:buClr>
              <a:buSzPts val="3000"/>
              <a:buNone/>
              <a:defRPr b="1" sz="3000">
                <a:solidFill>
                  <a:schemeClr val="lt2"/>
                </a:solidFill>
              </a:defRPr>
            </a:lvl9pPr>
          </a:lstStyle>
          <a:p/>
        </p:txBody>
      </p:sp>
      <p:sp>
        <p:nvSpPr>
          <p:cNvPr id="13" name="Google Shape;13;p2"/>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p:nvPr/>
        </p:nvSpPr>
        <p:spPr>
          <a:xfrm>
            <a:off x="0" y="205977"/>
            <a:ext cx="8686800" cy="11655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17" name="Google Shape;17;p3"/>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18" name="Google Shape;18;p3"/>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4"/>
          <p:cNvSpPr/>
          <p:nvPr/>
        </p:nvSpPr>
        <p:spPr>
          <a:xfrm>
            <a:off x="0" y="205977"/>
            <a:ext cx="8686800" cy="11655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2" name="Google Shape;22;p4"/>
          <p:cNvSpPr txBox="1"/>
          <p:nvPr>
            <p:ph idx="1" type="body"/>
          </p:nvPr>
        </p:nvSpPr>
        <p:spPr>
          <a:xfrm>
            <a:off x="457200" y="1460499"/>
            <a:ext cx="4030200" cy="34653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3" name="Google Shape;23;p4"/>
          <p:cNvSpPr txBox="1"/>
          <p:nvPr>
            <p:ph idx="2" type="body"/>
          </p:nvPr>
        </p:nvSpPr>
        <p:spPr>
          <a:xfrm>
            <a:off x="4656667" y="1461909"/>
            <a:ext cx="4030200" cy="3465300"/>
          </a:xfrm>
          <a:prstGeom prst="rect">
            <a:avLst/>
          </a:prstGeom>
        </p:spPr>
        <p:txBody>
          <a:bodyPr anchorCtr="0" anchor="t" bIns="91425" lIns="91425" spcFirstLastPara="1" rIns="91425" wrap="square" tIns="91425">
            <a:noAutofit/>
          </a:bodyPr>
          <a:lstStyle>
            <a:lvl1pPr indent="-419100" lvl="0" marL="457200">
              <a:spcBef>
                <a:spcPts val="600"/>
              </a:spcBef>
              <a:spcAft>
                <a:spcPts val="0"/>
              </a:spcAft>
              <a:buSzPts val="30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42900" lvl="3" marL="1828800">
              <a:spcBef>
                <a:spcPts val="0"/>
              </a:spcBef>
              <a:spcAft>
                <a:spcPts val="0"/>
              </a:spcAft>
              <a:buSzPts val="1800"/>
              <a:buChar char="●"/>
              <a:defRPr/>
            </a:lvl4pPr>
            <a:lvl5pPr indent="-342900" lvl="4" marL="2286000">
              <a:spcBef>
                <a:spcPts val="0"/>
              </a:spcBef>
              <a:spcAft>
                <a:spcPts val="0"/>
              </a:spcAft>
              <a:buSzPts val="1800"/>
              <a:buChar char="○"/>
              <a:defRPr/>
            </a:lvl5pPr>
            <a:lvl6pPr indent="-342900" lvl="5" marL="2743200">
              <a:spcBef>
                <a:spcPts val="0"/>
              </a:spcBef>
              <a:spcAft>
                <a:spcPts val="0"/>
              </a:spcAft>
              <a:buSzPts val="1800"/>
              <a:buChar char="■"/>
              <a:defRPr/>
            </a:lvl6pPr>
            <a:lvl7pPr indent="-342900" lvl="6" marL="3200400">
              <a:spcBef>
                <a:spcPts val="0"/>
              </a:spcBef>
              <a:spcAft>
                <a:spcPts val="0"/>
              </a:spcAft>
              <a:buSzPts val="1800"/>
              <a:buChar char="●"/>
              <a:defRPr/>
            </a:lvl7pPr>
            <a:lvl8pPr indent="-342900" lvl="7" marL="3657600">
              <a:spcBef>
                <a:spcPts val="0"/>
              </a:spcBef>
              <a:spcAft>
                <a:spcPts val="0"/>
              </a:spcAft>
              <a:buSzPts val="1800"/>
              <a:buChar char="○"/>
              <a:defRPr/>
            </a:lvl8pPr>
            <a:lvl9pPr indent="-342900" lvl="8" marL="4114800">
              <a:spcBef>
                <a:spcPts val="0"/>
              </a:spcBef>
              <a:spcAft>
                <a:spcPts val="0"/>
              </a:spcAft>
              <a:buSzPts val="1800"/>
              <a:buChar char="■"/>
              <a:defRPr/>
            </a:lvl9pPr>
          </a:lstStyle>
          <a:p/>
        </p:txBody>
      </p:sp>
      <p:sp>
        <p:nvSpPr>
          <p:cNvPr id="24" name="Google Shape;24;p4"/>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5"/>
          <p:cNvSpPr/>
          <p:nvPr/>
        </p:nvSpPr>
        <p:spPr>
          <a:xfrm>
            <a:off x="0" y="205977"/>
            <a:ext cx="8686800" cy="11655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28" name="Google Shape;28;p5"/>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9" name="Shape 29"/>
        <p:cNvGrpSpPr/>
        <p:nvPr/>
      </p:nvGrpSpPr>
      <p:grpSpPr>
        <a:xfrm>
          <a:off x="0" y="0"/>
          <a:ext cx="0" cy="0"/>
          <a:chOff x="0" y="0"/>
          <a:chExt cx="0" cy="0"/>
        </a:xfrm>
      </p:grpSpPr>
      <p:sp>
        <p:nvSpPr>
          <p:cNvPr id="30" name="Google Shape;30;p6"/>
          <p:cNvSpPr/>
          <p:nvPr/>
        </p:nvSpPr>
        <p:spPr>
          <a:xfrm>
            <a:off x="0" y="4406309"/>
            <a:ext cx="8686800" cy="519600"/>
          </a:xfrm>
          <a:prstGeom prst="rect">
            <a:avLst/>
          </a:prstGeom>
          <a:solidFill>
            <a:schemeClr val="dk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6"/>
          <p:cNvSpPr txBox="1"/>
          <p:nvPr>
            <p:ph idx="1" type="body"/>
          </p:nvPr>
        </p:nvSpPr>
        <p:spPr>
          <a:xfrm>
            <a:off x="457200" y="4406309"/>
            <a:ext cx="8229600" cy="5196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Clr>
                <a:schemeClr val="lt1"/>
              </a:buClr>
              <a:buSzPts val="2400"/>
              <a:buNone/>
              <a:defRPr b="1" sz="2400">
                <a:solidFill>
                  <a:schemeClr val="lt1"/>
                </a:solidFill>
              </a:defRPr>
            </a:lvl1pPr>
          </a:lstStyle>
          <a:p/>
        </p:txBody>
      </p:sp>
      <p:sp>
        <p:nvSpPr>
          <p:cNvPr id="32" name="Google Shape;32;p6"/>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7"/>
          <p:cNvSpPr txBox="1"/>
          <p:nvPr>
            <p:ph idx="12" type="sldNum"/>
          </p:nvPr>
        </p:nvSpPr>
        <p:spPr>
          <a:xfrm>
            <a:off x="8556791"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11415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4800"/>
              <a:buNone/>
              <a:defRPr b="1" sz="4800">
                <a:solidFill>
                  <a:schemeClr val="lt1"/>
                </a:solidFill>
              </a:defRPr>
            </a:lvl1pPr>
            <a:lvl2pPr lvl="1">
              <a:spcBef>
                <a:spcPts val="0"/>
              </a:spcBef>
              <a:spcAft>
                <a:spcPts val="0"/>
              </a:spcAft>
              <a:buClr>
                <a:schemeClr val="lt1"/>
              </a:buClr>
              <a:buSzPts val="4800"/>
              <a:buNone/>
              <a:defRPr b="1" sz="4800">
                <a:solidFill>
                  <a:schemeClr val="lt1"/>
                </a:solidFill>
              </a:defRPr>
            </a:lvl2pPr>
            <a:lvl3pPr lvl="2">
              <a:spcBef>
                <a:spcPts val="0"/>
              </a:spcBef>
              <a:spcAft>
                <a:spcPts val="0"/>
              </a:spcAft>
              <a:buClr>
                <a:schemeClr val="lt1"/>
              </a:buClr>
              <a:buSzPts val="4800"/>
              <a:buNone/>
              <a:defRPr b="1" sz="4800">
                <a:solidFill>
                  <a:schemeClr val="lt1"/>
                </a:solidFill>
              </a:defRPr>
            </a:lvl3pPr>
            <a:lvl4pPr lvl="3">
              <a:spcBef>
                <a:spcPts val="0"/>
              </a:spcBef>
              <a:spcAft>
                <a:spcPts val="0"/>
              </a:spcAft>
              <a:buClr>
                <a:schemeClr val="lt1"/>
              </a:buClr>
              <a:buSzPts val="4800"/>
              <a:buNone/>
              <a:defRPr b="1" sz="4800">
                <a:solidFill>
                  <a:schemeClr val="lt1"/>
                </a:solidFill>
              </a:defRPr>
            </a:lvl4pPr>
            <a:lvl5pPr lvl="4">
              <a:spcBef>
                <a:spcPts val="0"/>
              </a:spcBef>
              <a:spcAft>
                <a:spcPts val="0"/>
              </a:spcAft>
              <a:buClr>
                <a:schemeClr val="lt1"/>
              </a:buClr>
              <a:buSzPts val="4800"/>
              <a:buNone/>
              <a:defRPr b="1" sz="4800">
                <a:solidFill>
                  <a:schemeClr val="lt1"/>
                </a:solidFill>
              </a:defRPr>
            </a:lvl5pPr>
            <a:lvl6pPr lvl="5">
              <a:spcBef>
                <a:spcPts val="0"/>
              </a:spcBef>
              <a:spcAft>
                <a:spcPts val="0"/>
              </a:spcAft>
              <a:buClr>
                <a:schemeClr val="lt1"/>
              </a:buClr>
              <a:buSzPts val="4800"/>
              <a:buNone/>
              <a:defRPr b="1" sz="4800">
                <a:solidFill>
                  <a:schemeClr val="lt1"/>
                </a:solidFill>
              </a:defRPr>
            </a:lvl6pPr>
            <a:lvl7pPr lvl="6">
              <a:spcBef>
                <a:spcPts val="0"/>
              </a:spcBef>
              <a:spcAft>
                <a:spcPts val="0"/>
              </a:spcAft>
              <a:buClr>
                <a:schemeClr val="lt1"/>
              </a:buClr>
              <a:buSzPts val="4800"/>
              <a:buNone/>
              <a:defRPr b="1" sz="4800">
                <a:solidFill>
                  <a:schemeClr val="lt1"/>
                </a:solidFill>
              </a:defRPr>
            </a:lvl7pPr>
            <a:lvl8pPr lvl="7">
              <a:spcBef>
                <a:spcPts val="0"/>
              </a:spcBef>
              <a:spcAft>
                <a:spcPts val="0"/>
              </a:spcAft>
              <a:buClr>
                <a:schemeClr val="lt1"/>
              </a:buClr>
              <a:buSzPts val="4800"/>
              <a:buNone/>
              <a:defRPr b="1" sz="4800">
                <a:solidFill>
                  <a:schemeClr val="lt1"/>
                </a:solidFill>
              </a:defRPr>
            </a:lvl8pPr>
            <a:lvl9pPr lvl="8">
              <a:spcBef>
                <a:spcPts val="0"/>
              </a:spcBef>
              <a:spcAft>
                <a:spcPts val="0"/>
              </a:spcAft>
              <a:buClr>
                <a:schemeClr val="lt1"/>
              </a:buClr>
              <a:buSzPts val="4800"/>
              <a:buNone/>
              <a:defRPr b="1" sz="4800">
                <a:solidFill>
                  <a:schemeClr val="lt1"/>
                </a:solidFill>
              </a:defRPr>
            </a:lvl9pPr>
          </a:lstStyle>
          <a:p/>
        </p:txBody>
      </p:sp>
      <p:sp>
        <p:nvSpPr>
          <p:cNvPr id="7" name="Google Shape;7;p1"/>
          <p:cNvSpPr txBox="1"/>
          <p:nvPr>
            <p:ph idx="1" type="body"/>
          </p:nvPr>
        </p:nvSpPr>
        <p:spPr>
          <a:xfrm>
            <a:off x="457200" y="1460499"/>
            <a:ext cx="8229600" cy="3465300"/>
          </a:xfrm>
          <a:prstGeom prst="rect">
            <a:avLst/>
          </a:prstGeom>
          <a:noFill/>
          <a:ln>
            <a:noFill/>
          </a:ln>
        </p:spPr>
        <p:txBody>
          <a:bodyPr anchorCtr="0" anchor="t" bIns="91425" lIns="91425" spcFirstLastPara="1" rIns="91425" wrap="square" tIns="91425">
            <a:noAutofit/>
          </a:bodyPr>
          <a:lstStyle>
            <a:lvl1pPr indent="-419100" lvl="0" marL="457200">
              <a:spcBef>
                <a:spcPts val="600"/>
              </a:spcBef>
              <a:spcAft>
                <a:spcPts val="0"/>
              </a:spcAft>
              <a:buClr>
                <a:schemeClr val="dk2"/>
              </a:buClr>
              <a:buSzPts val="3000"/>
              <a:buChar char="●"/>
              <a:defRPr sz="3000">
                <a:solidFill>
                  <a:schemeClr val="dk2"/>
                </a:solidFill>
              </a:defRPr>
            </a:lvl1pPr>
            <a:lvl2pPr indent="-381000" lvl="1" marL="914400">
              <a:spcBef>
                <a:spcPts val="0"/>
              </a:spcBef>
              <a:spcAft>
                <a:spcPts val="0"/>
              </a:spcAft>
              <a:buClr>
                <a:schemeClr val="dk2"/>
              </a:buClr>
              <a:buSzPts val="2400"/>
              <a:buChar char="○"/>
              <a:defRPr sz="2400">
                <a:solidFill>
                  <a:schemeClr val="dk2"/>
                </a:solidFill>
              </a:defRPr>
            </a:lvl2pPr>
            <a:lvl3pPr indent="-381000" lvl="2" marL="1371600">
              <a:spcBef>
                <a:spcPts val="0"/>
              </a:spcBef>
              <a:spcAft>
                <a:spcPts val="0"/>
              </a:spcAft>
              <a:buClr>
                <a:schemeClr val="dk2"/>
              </a:buClr>
              <a:buSzPts val="2400"/>
              <a:buChar char="■"/>
              <a:defRPr sz="2400">
                <a:solidFill>
                  <a:schemeClr val="dk2"/>
                </a:solidFill>
              </a:defRPr>
            </a:lvl3pPr>
            <a:lvl4pPr indent="-342900" lvl="3" marL="1828800">
              <a:spcBef>
                <a:spcPts val="0"/>
              </a:spcBef>
              <a:spcAft>
                <a:spcPts val="0"/>
              </a:spcAft>
              <a:buClr>
                <a:schemeClr val="dk2"/>
              </a:buClr>
              <a:buSzPts val="1800"/>
              <a:buChar char="●"/>
              <a:defRPr sz="1800">
                <a:solidFill>
                  <a:schemeClr val="dk2"/>
                </a:solidFill>
              </a:defRPr>
            </a:lvl4pPr>
            <a:lvl5pPr indent="-342900" lvl="4" marL="2286000">
              <a:spcBef>
                <a:spcPts val="0"/>
              </a:spcBef>
              <a:spcAft>
                <a:spcPts val="0"/>
              </a:spcAft>
              <a:buClr>
                <a:schemeClr val="dk2"/>
              </a:buClr>
              <a:buSzPts val="1800"/>
              <a:buChar char="○"/>
              <a:defRPr sz="1800">
                <a:solidFill>
                  <a:schemeClr val="dk2"/>
                </a:solidFill>
              </a:defRPr>
            </a:lvl5pPr>
            <a:lvl6pPr indent="-342900" lvl="5" marL="2743200">
              <a:spcBef>
                <a:spcPts val="0"/>
              </a:spcBef>
              <a:spcAft>
                <a:spcPts val="0"/>
              </a:spcAft>
              <a:buClr>
                <a:schemeClr val="dk2"/>
              </a:buClr>
              <a:buSzPts val="1800"/>
              <a:buChar char="■"/>
              <a:defRPr sz="1800">
                <a:solidFill>
                  <a:schemeClr val="dk2"/>
                </a:solidFill>
              </a:defRPr>
            </a:lvl6pPr>
            <a:lvl7pPr indent="-342900" lvl="6" marL="3200400">
              <a:spcBef>
                <a:spcPts val="0"/>
              </a:spcBef>
              <a:spcAft>
                <a:spcPts val="0"/>
              </a:spcAft>
              <a:buClr>
                <a:schemeClr val="dk2"/>
              </a:buClr>
              <a:buSzPts val="1800"/>
              <a:buChar char="●"/>
              <a:defRPr sz="1800">
                <a:solidFill>
                  <a:schemeClr val="dk2"/>
                </a:solidFill>
              </a:defRPr>
            </a:lvl7pPr>
            <a:lvl8pPr indent="-342900" lvl="7" marL="3657600">
              <a:spcBef>
                <a:spcPts val="0"/>
              </a:spcBef>
              <a:spcAft>
                <a:spcPts val="0"/>
              </a:spcAft>
              <a:buClr>
                <a:schemeClr val="dk2"/>
              </a:buClr>
              <a:buSzPts val="1800"/>
              <a:buChar char="○"/>
              <a:defRPr sz="1800">
                <a:solidFill>
                  <a:schemeClr val="dk2"/>
                </a:solidFill>
              </a:defRPr>
            </a:lvl8pPr>
            <a:lvl9pPr indent="-342900" lvl="8" marL="4114800">
              <a:spcBef>
                <a:spcPts val="0"/>
              </a:spcBef>
              <a:spcAft>
                <a:spcPts val="0"/>
              </a:spcAft>
              <a:buClr>
                <a:schemeClr val="dk2"/>
              </a:buClr>
              <a:buSzPts val="1800"/>
              <a:buChar char="■"/>
              <a:defRPr sz="1800">
                <a:solidFill>
                  <a:schemeClr val="dk2"/>
                </a:solidFill>
              </a:defRPr>
            </a:lvl9pPr>
          </a:lstStyle>
          <a:p/>
        </p:txBody>
      </p:sp>
      <p:sp>
        <p:nvSpPr>
          <p:cNvPr id="8" name="Google Shape;8;p1"/>
          <p:cNvSpPr txBox="1"/>
          <p:nvPr>
            <p:ph idx="12" type="sldNum"/>
          </p:nvPr>
        </p:nvSpPr>
        <p:spPr>
          <a:xfrm>
            <a:off x="8556791" y="4749851"/>
            <a:ext cx="548700" cy="393600"/>
          </a:xfrm>
          <a:prstGeom prst="rect">
            <a:avLst/>
          </a:prstGeom>
          <a:noFill/>
          <a:ln>
            <a:noFill/>
          </a:ln>
        </p:spPr>
        <p:txBody>
          <a:bodyPr anchorCtr="0" anchor="ctr" bIns="91425" lIns="91425" spcFirstLastPara="1" rIns="91425" wrap="square" tIns="91425">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hoskinsw@cec.sc.edu"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8"/>
          <p:cNvSpPr txBox="1"/>
          <p:nvPr>
            <p:ph type="ctrTitle"/>
          </p:nvPr>
        </p:nvSpPr>
        <p:spPr>
          <a:xfrm>
            <a:off x="685800" y="1300757"/>
            <a:ext cx="7772400" cy="1684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Lecture 1</a:t>
            </a:r>
            <a:endParaRPr/>
          </a:p>
        </p:txBody>
      </p:sp>
      <p:sp>
        <p:nvSpPr>
          <p:cNvPr id="40" name="Google Shape;40;p8"/>
          <p:cNvSpPr txBox="1"/>
          <p:nvPr>
            <p:ph idx="1" type="subTitle"/>
          </p:nvPr>
        </p:nvSpPr>
        <p:spPr>
          <a:xfrm>
            <a:off x="685800" y="3093357"/>
            <a:ext cx="7772400" cy="71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CSCE 212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9"/>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46" name="Google Shape;46;p9"/>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t>William Hoskins</a:t>
            </a:r>
            <a:endParaRPr/>
          </a:p>
          <a:p>
            <a:pPr indent="-419100" lvl="0" marL="457200" rtl="0" algn="l">
              <a:spcBef>
                <a:spcPts val="0"/>
              </a:spcBef>
              <a:spcAft>
                <a:spcPts val="0"/>
              </a:spcAft>
              <a:buSzPts val="3000"/>
              <a:buChar char="●"/>
            </a:pPr>
            <a:r>
              <a:rPr lang="en" u="sng">
                <a:solidFill>
                  <a:schemeClr val="hlink"/>
                </a:solidFill>
                <a:hlinkClick r:id="rId3"/>
              </a:rPr>
              <a:t>hoskinsw@cec.sc.edu</a:t>
            </a:r>
            <a:endParaRPr/>
          </a:p>
          <a:p>
            <a:pPr indent="-419100" lvl="0" marL="457200" rtl="0" algn="l">
              <a:spcBef>
                <a:spcPts val="0"/>
              </a:spcBef>
              <a:spcAft>
                <a:spcPts val="0"/>
              </a:spcAft>
              <a:buSzPts val="3000"/>
              <a:buChar char="●"/>
            </a:pPr>
            <a:r>
              <a:rPr lang="en"/>
              <a:t>Innovation Center Office 2221</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Overview of the class</a:t>
            </a:r>
            <a:endParaRPr/>
          </a:p>
        </p:txBody>
      </p:sp>
      <p:sp>
        <p:nvSpPr>
          <p:cNvPr id="52" name="Google Shape;52;p10"/>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419100" lvl="0" marL="457200" rtl="0" algn="l">
              <a:spcBef>
                <a:spcPts val="600"/>
              </a:spcBef>
              <a:spcAft>
                <a:spcPts val="0"/>
              </a:spcAft>
              <a:buSzPts val="3000"/>
              <a:buChar char="●"/>
            </a:pPr>
            <a:r>
              <a:rPr lang="en"/>
              <a:t>Introduction to Computer Architecture</a:t>
            </a:r>
            <a:endParaRPr/>
          </a:p>
          <a:p>
            <a:pPr indent="-419100" lvl="0" marL="457200" rtl="0" algn="l">
              <a:spcBef>
                <a:spcPts val="0"/>
              </a:spcBef>
              <a:spcAft>
                <a:spcPts val="0"/>
              </a:spcAft>
              <a:buSzPts val="3000"/>
              <a:buChar char="●"/>
            </a:pPr>
            <a:r>
              <a:rPr lang="en"/>
              <a:t>We will focus on how the hardware works, the math behind some of the parts, and the programming behind the parts</a:t>
            </a:r>
            <a:endParaRPr/>
          </a:p>
          <a:p>
            <a:pPr indent="-419100" lvl="0" marL="457200" rtl="0" algn="l">
              <a:spcBef>
                <a:spcPts val="0"/>
              </a:spcBef>
              <a:spcAft>
                <a:spcPts val="0"/>
              </a:spcAft>
              <a:buSzPts val="3000"/>
              <a:buChar char="●"/>
            </a:pPr>
            <a:r>
              <a:rPr lang="en"/>
              <a:t>Our end goal is to understand how basic hardware works and how to program for a simple processor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1"/>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Gordon Moore</a:t>
            </a:r>
            <a:endParaRPr/>
          </a:p>
        </p:txBody>
      </p:sp>
      <p:sp>
        <p:nvSpPr>
          <p:cNvPr id="58" name="Google Shape;58;p11"/>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Who is he?</a:t>
            </a:r>
            <a:endParaRPr/>
          </a:p>
          <a:p>
            <a:pPr indent="0" lvl="0" marL="0" rtl="0" algn="l">
              <a:spcBef>
                <a:spcPts val="600"/>
              </a:spcBef>
              <a:spcAft>
                <a:spcPts val="0"/>
              </a:spcAft>
              <a:buNone/>
            </a:pPr>
            <a:r>
              <a:rPr lang="en"/>
              <a:t>(Hint: His net worth is $7.2 billion)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2"/>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Gordon Moore</a:t>
            </a:r>
            <a:endParaRPr/>
          </a:p>
        </p:txBody>
      </p:sp>
      <p:sp>
        <p:nvSpPr>
          <p:cNvPr id="64" name="Google Shape;64;p12"/>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Gordon Moore is a co-founder of Intel</a:t>
            </a:r>
            <a:endParaRPr/>
          </a:p>
          <a:p>
            <a:pPr indent="0" lvl="0" marL="0" rtl="0" algn="l">
              <a:spcBef>
                <a:spcPts val="600"/>
              </a:spcBef>
              <a:spcAft>
                <a:spcPts val="0"/>
              </a:spcAft>
              <a:buNone/>
            </a:pPr>
            <a:r>
              <a:rPr lang="en"/>
              <a:t>He is also the author of Moore’s Law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3"/>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Moore’s Law</a:t>
            </a:r>
            <a:endParaRPr/>
          </a:p>
        </p:txBody>
      </p:sp>
      <p:sp>
        <p:nvSpPr>
          <p:cNvPr id="70" name="Google Shape;70;p13"/>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Moore’s law is the observation that the number of transistors on an integrated circuit doubles every 2 years</a:t>
            </a:r>
            <a:endParaRPr/>
          </a:p>
          <a:p>
            <a:pPr indent="0" lvl="0" marL="0" rtl="0" algn="l">
              <a:spcBef>
                <a:spcPts val="600"/>
              </a:spcBef>
              <a:spcAft>
                <a:spcPts val="0"/>
              </a:spcAft>
              <a:buNone/>
            </a:pPr>
            <a:r>
              <a:rPr lang="en"/>
              <a:t>His original quote stated that he believed this would remain consistent for about 10 years (1965-1975)</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Moore’s Law</a:t>
            </a:r>
            <a:endParaRPr/>
          </a:p>
        </p:txBody>
      </p:sp>
      <p:sp>
        <p:nvSpPr>
          <p:cNvPr id="76" name="Google Shape;76;p14"/>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trike="sngStrike"/>
              <a:t>Moore’s Law held true until about 2013 when growth slowed to doubling every 3 years</a:t>
            </a:r>
            <a:endParaRPr strike="sngStrike"/>
          </a:p>
          <a:p>
            <a:pPr indent="0" lvl="0" marL="0" rtl="0" algn="l">
              <a:spcBef>
                <a:spcPts val="600"/>
              </a:spcBef>
              <a:spcAft>
                <a:spcPts val="0"/>
              </a:spcAft>
              <a:buNone/>
            </a:pPr>
            <a:r>
              <a:rPr lang="en"/>
              <a:t>Experts in the field (the architects for the chips) believe that Moore’s Law will hold true until around 2020. </a:t>
            </a:r>
            <a:endParaRPr/>
          </a:p>
          <a:p>
            <a:pPr indent="0" lvl="0" marL="0" rtl="0" algn="l">
              <a:spcBef>
                <a:spcPts val="6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Tick Tock Tick Tock</a:t>
            </a:r>
            <a:endParaRPr/>
          </a:p>
        </p:txBody>
      </p:sp>
      <p:sp>
        <p:nvSpPr>
          <p:cNvPr id="82" name="Google Shape;82;p15"/>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Intel’s design process deals in ticks and tocks, or shrink and new architecture.</a:t>
            </a:r>
            <a:endParaRPr/>
          </a:p>
          <a:p>
            <a:pPr indent="0" lvl="0" marL="0" rtl="0" algn="l">
              <a:spcBef>
                <a:spcPts val="600"/>
              </a:spcBef>
              <a:spcAft>
                <a:spcPts val="0"/>
              </a:spcAft>
              <a:buNone/>
            </a:pPr>
            <a:r>
              <a:rPr lang="en"/>
              <a:t>Every cycle has a Tick and a Tock. We can look at this in terms of a few of the more recent Intel chips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Tick Tock</a:t>
            </a:r>
            <a:endParaRPr/>
          </a:p>
        </p:txBody>
      </p:sp>
      <p:sp>
        <p:nvSpPr>
          <p:cNvPr id="88" name="Google Shape;88;p16"/>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Sandy Bridge - Tock (Same size, new Arch)</a:t>
            </a:r>
            <a:endParaRPr/>
          </a:p>
          <a:p>
            <a:pPr indent="0" lvl="0" marL="0" rtl="0" algn="l">
              <a:spcBef>
                <a:spcPts val="600"/>
              </a:spcBef>
              <a:spcAft>
                <a:spcPts val="0"/>
              </a:spcAft>
              <a:buNone/>
            </a:pPr>
            <a:r>
              <a:rPr lang="en"/>
              <a:t>Ivy Bridge - Tick (Smaller size, Same Arch)</a:t>
            </a:r>
            <a:endParaRPr/>
          </a:p>
          <a:p>
            <a:pPr indent="0" lvl="0" marL="0" rtl="0" algn="l">
              <a:spcBef>
                <a:spcPts val="600"/>
              </a:spcBef>
              <a:spcAft>
                <a:spcPts val="0"/>
              </a:spcAft>
              <a:buNone/>
            </a:pPr>
            <a:r>
              <a:rPr lang="en"/>
              <a:t>Haswell - Tock (Same size, New Arch)</a:t>
            </a:r>
            <a:endParaRPr/>
          </a:p>
          <a:p>
            <a:pPr indent="0" lvl="0" marL="0" rtl="0" algn="l">
              <a:spcBef>
                <a:spcPts val="600"/>
              </a:spcBef>
              <a:spcAft>
                <a:spcPts val="0"/>
              </a:spcAft>
              <a:buNone/>
            </a:pPr>
            <a:r>
              <a:rPr lang="en"/>
              <a:t>Broadwell - Tick (Smaller size, Same Arch)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What’s inside a processor?</a:t>
            </a:r>
            <a:endParaRPr/>
          </a:p>
        </p:txBody>
      </p:sp>
      <p:sp>
        <p:nvSpPr>
          <p:cNvPr id="94" name="Google Shape;94;p17"/>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Data path: Part of CPU where data signals flow</a:t>
            </a:r>
            <a:endParaRPr/>
          </a:p>
          <a:p>
            <a:pPr indent="0" lvl="0" marL="0" rtl="0" algn="l">
              <a:spcBef>
                <a:spcPts val="600"/>
              </a:spcBef>
              <a:spcAft>
                <a:spcPts val="0"/>
              </a:spcAft>
              <a:buNone/>
            </a:pPr>
            <a:r>
              <a:rPr lang="en"/>
              <a:t>Control unit: Guides data through data path</a:t>
            </a:r>
            <a:endParaRPr/>
          </a:p>
          <a:p>
            <a:pPr indent="0" lvl="0" marL="0" rtl="0" algn="l">
              <a:spcBef>
                <a:spcPts val="600"/>
              </a:spcBef>
              <a:spcAft>
                <a:spcPts val="0"/>
              </a:spcAft>
              <a:buNone/>
            </a:pPr>
            <a:r>
              <a:rPr lang="en"/>
              <a:t>Cache memory: Small, fast memory</a:t>
            </a:r>
            <a:endParaRPr/>
          </a:p>
          <a:p>
            <a:pPr indent="0" lvl="0" marL="0" rtl="0" algn="l">
              <a:spcBef>
                <a:spcPts val="600"/>
              </a:spcBef>
              <a:spcAft>
                <a:spcPts val="0"/>
              </a:spcAft>
              <a:buNone/>
            </a:pPr>
            <a:r>
              <a:rPr lang="en"/>
              <a:t>Other stuff that we will talk about more later...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i7 processor</a:t>
            </a:r>
            <a:endParaRPr/>
          </a:p>
        </p:txBody>
      </p:sp>
      <p:sp>
        <p:nvSpPr>
          <p:cNvPr id="100" name="Google Shape;100;p18"/>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101" name="Google Shape;101;p18"/>
          <p:cNvPicPr preferRelativeResize="0"/>
          <p:nvPr/>
        </p:nvPicPr>
        <p:blipFill>
          <a:blip r:embed="rId3">
            <a:alphaModFix/>
          </a:blip>
          <a:stretch>
            <a:fillRect/>
          </a:stretch>
        </p:blipFill>
        <p:spPr>
          <a:xfrm>
            <a:off x="1547800" y="1347463"/>
            <a:ext cx="6048375" cy="3762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Cache</a:t>
            </a:r>
            <a:endParaRPr/>
          </a:p>
        </p:txBody>
      </p:sp>
      <p:sp>
        <p:nvSpPr>
          <p:cNvPr id="107" name="Google Shape;107;p19"/>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Levels of cache and memory:</a:t>
            </a:r>
            <a:endParaRPr/>
          </a:p>
          <a:p>
            <a:pPr indent="0" lvl="0" marL="0" rtl="0" algn="l">
              <a:spcBef>
                <a:spcPts val="600"/>
              </a:spcBef>
              <a:spcAft>
                <a:spcPts val="0"/>
              </a:spcAft>
              <a:buNone/>
            </a:pPr>
            <a:r>
              <a:rPr lang="en"/>
              <a:t>	L1 -&gt; L2 -&gt; L3 -&gt; RAM</a:t>
            </a:r>
            <a:endParaRPr/>
          </a:p>
          <a:p>
            <a:pPr indent="0" lvl="0" marL="0" rtl="0" algn="l">
              <a:spcBef>
                <a:spcPts val="600"/>
              </a:spcBef>
              <a:spcAft>
                <a:spcPts val="0"/>
              </a:spcAft>
              <a:buNone/>
            </a:pPr>
            <a:r>
              <a:rPr lang="en"/>
              <a:t>For i7-4770k:</a:t>
            </a:r>
            <a:endParaRPr/>
          </a:p>
          <a:p>
            <a:pPr indent="0" lvl="0" marL="0" rtl="0" algn="l">
              <a:spcBef>
                <a:spcPts val="600"/>
              </a:spcBef>
              <a:spcAft>
                <a:spcPts val="0"/>
              </a:spcAft>
              <a:buNone/>
            </a:pPr>
            <a:r>
              <a:rPr lang="en"/>
              <a:t>	L1 Size: 	32 KB</a:t>
            </a:r>
            <a:endParaRPr/>
          </a:p>
          <a:p>
            <a:pPr indent="0" lvl="0" marL="0" rtl="0" algn="l">
              <a:spcBef>
                <a:spcPts val="600"/>
              </a:spcBef>
              <a:spcAft>
                <a:spcPts val="0"/>
              </a:spcAft>
              <a:buNone/>
            </a:pPr>
            <a:r>
              <a:rPr lang="en"/>
              <a:t>	L2 Size: 	256 KB</a:t>
            </a:r>
            <a:endParaRPr/>
          </a:p>
          <a:p>
            <a:pPr indent="0" lvl="0" marL="0" rtl="0" algn="l">
              <a:spcBef>
                <a:spcPts val="600"/>
              </a:spcBef>
              <a:spcAft>
                <a:spcPts val="0"/>
              </a:spcAft>
              <a:buNone/>
            </a:pPr>
            <a:r>
              <a:rPr lang="en"/>
              <a:t>	L3 Size: 	8 MB</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Storage</a:t>
            </a:r>
            <a:endParaRPr/>
          </a:p>
        </p:txBody>
      </p:sp>
      <p:sp>
        <p:nvSpPr>
          <p:cNvPr id="113" name="Google Shape;113;p20"/>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While we have cache, we will mainly talk about 2 kinds of memory: Volatile main memory, and Non-volatile secondary memory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Storage</a:t>
            </a:r>
            <a:endParaRPr/>
          </a:p>
        </p:txBody>
      </p:sp>
      <p:sp>
        <p:nvSpPr>
          <p:cNvPr id="119" name="Google Shape;119;p21"/>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Volatile main memory (RAM): Loses data when power isn’t going to it. Very fast</a:t>
            </a:r>
            <a:endParaRPr/>
          </a:p>
          <a:p>
            <a:pPr indent="0" lvl="0" marL="0" rtl="0" algn="l">
              <a:spcBef>
                <a:spcPts val="600"/>
              </a:spcBef>
              <a:spcAft>
                <a:spcPts val="0"/>
              </a:spcAft>
              <a:buNone/>
            </a:pPr>
            <a:r>
              <a:rPr lang="en"/>
              <a:t>Non-volatile secondary memory: Magnetic disk, flash memory, slow</a:t>
            </a:r>
            <a:endParaRPr/>
          </a:p>
          <a:p>
            <a:pPr indent="0" lvl="0" marL="0" rtl="0" algn="l">
              <a:spcBef>
                <a:spcPts val="6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Storage side note</a:t>
            </a:r>
            <a:endParaRPr/>
          </a:p>
        </p:txBody>
      </p:sp>
      <p:sp>
        <p:nvSpPr>
          <p:cNvPr id="125" name="Google Shape;125;p22"/>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There have been advancements in the non-volatile memory scene recently. SanDisk has something called ULLtraDIMM SSDs, which are Solid State Drives that slot into a RAM slot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Storage: RAM</a:t>
            </a:r>
            <a:endParaRPr/>
          </a:p>
        </p:txBody>
      </p:sp>
      <p:sp>
        <p:nvSpPr>
          <p:cNvPr id="131" name="Google Shape;131;p23"/>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RAM and Standard storage both evolve at a fast rate.</a:t>
            </a:r>
            <a:endParaRPr/>
          </a:p>
          <a:p>
            <a:pPr indent="0" lvl="0" marL="0" rtl="0" algn="l">
              <a:spcBef>
                <a:spcPts val="600"/>
              </a:spcBef>
              <a:spcAft>
                <a:spcPts val="0"/>
              </a:spcAft>
              <a:buNone/>
            </a:pPr>
            <a:r>
              <a:rPr lang="en"/>
              <a:t>The increase in RAM capacity has been exponential, as well as the performance to cost ratio. This basically means you can get a lot of RAM for pretty cheap now</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POWER WALL</a:t>
            </a:r>
            <a:endParaRPr/>
          </a:p>
        </p:txBody>
      </p:sp>
      <p:sp>
        <p:nvSpPr>
          <p:cNvPr id="137" name="Google Shape;137;p24"/>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regards to CPU speed, we use Hz (Hertz)</a:t>
            </a:r>
            <a:endParaRPr/>
          </a:p>
          <a:p>
            <a:pPr indent="0" lvl="0" marL="0" rtl="0" algn="l">
              <a:spcBef>
                <a:spcPts val="600"/>
              </a:spcBef>
              <a:spcAft>
                <a:spcPts val="0"/>
              </a:spcAft>
              <a:buNone/>
            </a:pPr>
            <a:r>
              <a:rPr lang="en"/>
              <a:t>Currently speeds range from around 2.9 GHz and 4.0 GHz</a:t>
            </a:r>
            <a:endParaRPr/>
          </a:p>
          <a:p>
            <a:pPr indent="0" lvl="0" marL="0" rtl="0" algn="l">
              <a:spcBef>
                <a:spcPts val="600"/>
              </a:spcBef>
              <a:spcAft>
                <a:spcPts val="0"/>
              </a:spcAft>
              <a:buNone/>
            </a:pPr>
            <a:r>
              <a:rPr lang="en"/>
              <a:t>There is a reason that we haven’t gotten much faster than this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Power Wall</a:t>
            </a:r>
            <a:endParaRPr/>
          </a:p>
        </p:txBody>
      </p:sp>
      <p:sp>
        <p:nvSpPr>
          <p:cNvPr id="143" name="Google Shape;143;p25"/>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make a processor faster we need to pull more power. The more power we pull the more heat the processor will produce. We can’t dissipate this heat very easily using fans so we don’t go any faster.</a:t>
            </a:r>
            <a:endParaRPr/>
          </a:p>
          <a:p>
            <a:pPr indent="0" lvl="0" marL="0" rtl="0" algn="l">
              <a:spcBef>
                <a:spcPts val="600"/>
              </a:spcBef>
              <a:spcAft>
                <a:spcPts val="0"/>
              </a:spcAft>
              <a:buNone/>
            </a:pPr>
            <a:r>
              <a:rPr lang="en"/>
              <a:t>This is why we have overclocking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Code</a:t>
            </a:r>
            <a:endParaRPr/>
          </a:p>
        </p:txBody>
      </p:sp>
      <p:sp>
        <p:nvSpPr>
          <p:cNvPr id="149" name="Google Shape;149;p26"/>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Code</a:t>
            </a:r>
            <a:endParaRPr/>
          </a:p>
        </p:txBody>
      </p:sp>
      <p:sp>
        <p:nvSpPr>
          <p:cNvPr id="155" name="Google Shape;155;p27"/>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900"/>
              <a:t>High-Level Languages:</a:t>
            </a:r>
            <a:endParaRPr sz="2900"/>
          </a:p>
          <a:p>
            <a:pPr indent="-412750" lvl="0" marL="457200" rtl="0" algn="l">
              <a:spcBef>
                <a:spcPts val="600"/>
              </a:spcBef>
              <a:spcAft>
                <a:spcPts val="0"/>
              </a:spcAft>
              <a:buSzPts val="2900"/>
              <a:buChar char="●"/>
            </a:pPr>
            <a:r>
              <a:rPr lang="en" sz="2900"/>
              <a:t>Level of abstraction</a:t>
            </a:r>
            <a:endParaRPr sz="2900"/>
          </a:p>
          <a:p>
            <a:pPr indent="-412750" lvl="0" marL="457200" rtl="0" algn="l">
              <a:spcBef>
                <a:spcPts val="0"/>
              </a:spcBef>
              <a:spcAft>
                <a:spcPts val="0"/>
              </a:spcAft>
              <a:buSzPts val="2900"/>
              <a:buChar char="●"/>
            </a:pPr>
            <a:r>
              <a:rPr lang="en" sz="2900"/>
              <a:t>Provides ease of use and portability</a:t>
            </a:r>
            <a:endParaRPr sz="2900"/>
          </a:p>
          <a:p>
            <a:pPr indent="0" lvl="0" marL="0" rtl="0" algn="l">
              <a:spcBef>
                <a:spcPts val="600"/>
              </a:spcBef>
              <a:spcAft>
                <a:spcPts val="0"/>
              </a:spcAft>
              <a:buNone/>
            </a:pPr>
            <a:r>
              <a:rPr lang="en" sz="2900"/>
              <a:t>Assembly:</a:t>
            </a:r>
            <a:endParaRPr sz="2900"/>
          </a:p>
          <a:p>
            <a:pPr indent="-412750" lvl="0" marL="457200" rtl="0" algn="l">
              <a:spcBef>
                <a:spcPts val="600"/>
              </a:spcBef>
              <a:spcAft>
                <a:spcPts val="0"/>
              </a:spcAft>
              <a:buSzPts val="2900"/>
              <a:buChar char="●"/>
            </a:pPr>
            <a:r>
              <a:rPr lang="en" sz="2900"/>
              <a:t>Textual representation of instructions</a:t>
            </a:r>
            <a:endParaRPr sz="2900"/>
          </a:p>
          <a:p>
            <a:pPr indent="0" lvl="0" marL="0" rtl="0" algn="l">
              <a:spcBef>
                <a:spcPts val="600"/>
              </a:spcBef>
              <a:spcAft>
                <a:spcPts val="0"/>
              </a:spcAft>
              <a:buNone/>
            </a:pPr>
            <a:r>
              <a:rPr lang="en" sz="2900"/>
              <a:t>Hardware:</a:t>
            </a:r>
            <a:endParaRPr sz="2900"/>
          </a:p>
          <a:p>
            <a:pPr indent="-412750" lvl="0" marL="457200" rtl="0" algn="l">
              <a:spcBef>
                <a:spcPts val="600"/>
              </a:spcBef>
              <a:spcAft>
                <a:spcPts val="0"/>
              </a:spcAft>
              <a:buSzPts val="2900"/>
              <a:buChar char="●"/>
            </a:pPr>
            <a:r>
              <a:rPr lang="en" sz="2900"/>
              <a:t>Binary</a:t>
            </a:r>
            <a:endParaRPr sz="2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8"/>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162" name="Google Shape;162;p28"/>
          <p:cNvPicPr preferRelativeResize="0"/>
          <p:nvPr/>
        </p:nvPicPr>
        <p:blipFill>
          <a:blip r:embed="rId3">
            <a:alphaModFix/>
          </a:blip>
          <a:stretch>
            <a:fillRect/>
          </a:stretch>
        </p:blipFill>
        <p:spPr>
          <a:xfrm>
            <a:off x="2857487" y="0"/>
            <a:ext cx="3429017" cy="51434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9"/>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are abstractions?</a:t>
            </a:r>
            <a:endParaRPr/>
          </a:p>
        </p:txBody>
      </p:sp>
      <p:sp>
        <p:nvSpPr>
          <p:cNvPr id="168" name="Google Shape;168;p29"/>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higher level programming language has more abstraction. Basically abstraction makes code human readable</a:t>
            </a:r>
            <a:endParaRPr/>
          </a:p>
          <a:p>
            <a:pPr indent="0" lvl="0" marL="0" rtl="0" algn="l">
              <a:spcBef>
                <a:spcPts val="600"/>
              </a:spcBef>
              <a:spcAft>
                <a:spcPts val="0"/>
              </a:spcAft>
              <a:buNone/>
            </a:pPr>
            <a:r>
              <a:rPr lang="en"/>
              <a:t>Abstraction helps us deal with complexity</a:t>
            </a:r>
            <a:endParaRPr/>
          </a:p>
          <a:p>
            <a:pPr indent="-419100" lvl="0" marL="457200" rtl="0" algn="l">
              <a:spcBef>
                <a:spcPts val="600"/>
              </a:spcBef>
              <a:spcAft>
                <a:spcPts val="0"/>
              </a:spcAft>
              <a:buSzPts val="3000"/>
              <a:buChar char="●"/>
            </a:pPr>
            <a:r>
              <a:rPr lang="en"/>
              <a:t>Hides low level details</a:t>
            </a:r>
            <a:endParaRPr/>
          </a:p>
          <a:p>
            <a:pPr indent="0" lvl="0" marL="0" rtl="0" algn="l">
              <a:spcBef>
                <a:spcPts val="60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Performance</a:t>
            </a:r>
            <a:endParaRPr/>
          </a:p>
        </p:txBody>
      </p:sp>
      <p:sp>
        <p:nvSpPr>
          <p:cNvPr id="174" name="Google Shape;174;p30"/>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Algorithms</a:t>
            </a:r>
            <a:endParaRPr sz="2000"/>
          </a:p>
          <a:p>
            <a:pPr indent="-355600" lvl="0" marL="457200" rtl="0" algn="l">
              <a:spcBef>
                <a:spcPts val="600"/>
              </a:spcBef>
              <a:spcAft>
                <a:spcPts val="0"/>
              </a:spcAft>
              <a:buSzPts val="2000"/>
              <a:buChar char="●"/>
            </a:pPr>
            <a:r>
              <a:rPr lang="en" sz="2000"/>
              <a:t>Determines number of operations executed</a:t>
            </a:r>
            <a:endParaRPr sz="2000"/>
          </a:p>
          <a:p>
            <a:pPr indent="0" lvl="0" marL="0" rtl="0" algn="l">
              <a:spcBef>
                <a:spcPts val="600"/>
              </a:spcBef>
              <a:spcAft>
                <a:spcPts val="0"/>
              </a:spcAft>
              <a:buNone/>
            </a:pPr>
            <a:r>
              <a:rPr lang="en" sz="2000"/>
              <a:t>Programming language/Compiler/Architecture</a:t>
            </a:r>
            <a:endParaRPr sz="2000"/>
          </a:p>
          <a:p>
            <a:pPr indent="-355600" lvl="0" marL="457200" rtl="0" algn="l">
              <a:spcBef>
                <a:spcPts val="600"/>
              </a:spcBef>
              <a:spcAft>
                <a:spcPts val="0"/>
              </a:spcAft>
              <a:buSzPts val="2000"/>
              <a:buChar char="●"/>
            </a:pPr>
            <a:r>
              <a:rPr lang="en" sz="2000"/>
              <a:t>Determines # of machine instructions executed per operation</a:t>
            </a:r>
            <a:endParaRPr sz="2000"/>
          </a:p>
          <a:p>
            <a:pPr indent="0" lvl="0" marL="0" rtl="0" algn="l">
              <a:spcBef>
                <a:spcPts val="600"/>
              </a:spcBef>
              <a:spcAft>
                <a:spcPts val="0"/>
              </a:spcAft>
              <a:buNone/>
            </a:pPr>
            <a:r>
              <a:rPr lang="en" sz="2000"/>
              <a:t>Processor and Memory</a:t>
            </a:r>
            <a:endParaRPr sz="2000"/>
          </a:p>
          <a:p>
            <a:pPr indent="-355600" lvl="0" marL="457200" rtl="0" algn="l">
              <a:spcBef>
                <a:spcPts val="600"/>
              </a:spcBef>
              <a:spcAft>
                <a:spcPts val="0"/>
              </a:spcAft>
              <a:buSzPts val="2000"/>
              <a:buChar char="●"/>
            </a:pPr>
            <a:r>
              <a:rPr lang="en" sz="2000"/>
              <a:t>Determines how fast instructions are executed</a:t>
            </a:r>
            <a:endParaRPr sz="2000"/>
          </a:p>
          <a:p>
            <a:pPr indent="0" lvl="0" marL="0" rtl="0" algn="l">
              <a:spcBef>
                <a:spcPts val="600"/>
              </a:spcBef>
              <a:spcAft>
                <a:spcPts val="0"/>
              </a:spcAft>
              <a:buNone/>
            </a:pPr>
            <a:r>
              <a:rPr lang="en" sz="2000"/>
              <a:t>I/O System (including OS)</a:t>
            </a:r>
            <a:endParaRPr sz="2000"/>
          </a:p>
          <a:p>
            <a:pPr indent="-355600" lvl="0" marL="457200" rtl="0" algn="l">
              <a:spcBef>
                <a:spcPts val="600"/>
              </a:spcBef>
              <a:spcAft>
                <a:spcPts val="0"/>
              </a:spcAft>
              <a:buSzPts val="2000"/>
              <a:buChar char="●"/>
            </a:pPr>
            <a:r>
              <a:rPr lang="en" sz="2000"/>
              <a:t>Determines how fast I/O operations are executed</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Bits</a:t>
            </a:r>
            <a:endParaRPr/>
          </a:p>
        </p:txBody>
      </p:sp>
      <p:sp>
        <p:nvSpPr>
          <p:cNvPr id="180" name="Google Shape;180;p31"/>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211 you would have learned how data is stored (Binary, ASCII, etc)</a:t>
            </a:r>
            <a:endParaRPr/>
          </a:p>
          <a:p>
            <a:pPr indent="0" lvl="0" marL="0" rtl="0" algn="l">
              <a:spcBef>
                <a:spcPts val="600"/>
              </a:spcBef>
              <a:spcAft>
                <a:spcPts val="0"/>
              </a:spcAft>
              <a:buNone/>
            </a:pPr>
            <a:r>
              <a:rPr lang="en"/>
              <a:t>Everything boils down to bits (1s and 0s)</a:t>
            </a:r>
            <a:endParaRPr/>
          </a:p>
          <a:p>
            <a:pPr indent="0" lvl="0" marL="0" rtl="0" algn="l">
              <a:spcBef>
                <a:spcPts val="600"/>
              </a:spcBef>
              <a:spcAft>
                <a:spcPts val="0"/>
              </a:spcAft>
              <a:buNone/>
            </a:pPr>
            <a:r>
              <a:rPr lang="en"/>
              <a:t>We are going to talk a little bit about bit manipulation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Bit manipulation</a:t>
            </a:r>
            <a:endParaRPr/>
          </a:p>
        </p:txBody>
      </p:sp>
      <p:sp>
        <p:nvSpPr>
          <p:cNvPr id="186" name="Google Shape;186;p32"/>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&amp;: Bitwise AND</a:t>
            </a:r>
            <a:endParaRPr/>
          </a:p>
          <a:p>
            <a:pPr indent="0" lvl="0" marL="0" rtl="0" algn="l">
              <a:spcBef>
                <a:spcPts val="600"/>
              </a:spcBef>
              <a:spcAft>
                <a:spcPts val="0"/>
              </a:spcAft>
              <a:buNone/>
            </a:pPr>
            <a:r>
              <a:rPr lang="en"/>
              <a:t>|: Bitwise OR</a:t>
            </a:r>
            <a:endParaRPr/>
          </a:p>
          <a:p>
            <a:pPr indent="0" lvl="0" marL="0" rtl="0" algn="l">
              <a:spcBef>
                <a:spcPts val="600"/>
              </a:spcBef>
              <a:spcAft>
                <a:spcPts val="0"/>
              </a:spcAft>
              <a:buNone/>
            </a:pPr>
            <a:r>
              <a:rPr lang="en"/>
              <a:t>^: Bitwise XOR</a:t>
            </a:r>
            <a:endParaRPr/>
          </a:p>
          <a:p>
            <a:pPr indent="0" lvl="0" marL="0" rtl="0" algn="l">
              <a:spcBef>
                <a:spcPts val="600"/>
              </a:spcBef>
              <a:spcAft>
                <a:spcPts val="0"/>
              </a:spcAft>
              <a:buNone/>
            </a:pPr>
            <a:r>
              <a:rPr lang="en"/>
              <a:t>&lt;&lt;: Shift left</a:t>
            </a:r>
            <a:endParaRPr/>
          </a:p>
          <a:p>
            <a:pPr indent="0" lvl="0" marL="0" rtl="0" algn="l">
              <a:spcBef>
                <a:spcPts val="600"/>
              </a:spcBef>
              <a:spcAft>
                <a:spcPts val="0"/>
              </a:spcAft>
              <a:buNone/>
            </a:pPr>
            <a:r>
              <a:rPr lang="en"/>
              <a:t>&gt;&gt;: Shift right</a:t>
            </a:r>
            <a:endParaRPr/>
          </a:p>
          <a:p>
            <a:pPr indent="0" lvl="0" marL="0" rtl="0" algn="l">
              <a:spcBef>
                <a:spcPts val="600"/>
              </a:spcBef>
              <a:spcAft>
                <a:spcPts val="0"/>
              </a:spcAft>
              <a:buNone/>
            </a:pPr>
            <a:r>
              <a:rPr lang="en"/>
              <a:t>~: Bitwise NOT (One’s complement)</a:t>
            </a:r>
            <a:endParaRPr/>
          </a:p>
          <a:p>
            <a:pPr indent="0" lvl="0" marL="0" rtl="0" algn="l">
              <a:spcBef>
                <a:spcPts val="60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457200" y="205978"/>
            <a:ext cx="8229600" cy="1141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Homework</a:t>
            </a:r>
            <a:endParaRPr/>
          </a:p>
        </p:txBody>
      </p:sp>
      <p:sp>
        <p:nvSpPr>
          <p:cNvPr id="192" name="Google Shape;192;p33"/>
          <p:cNvSpPr txBox="1"/>
          <p:nvPr>
            <p:ph idx="1" type="body"/>
          </p:nvPr>
        </p:nvSpPr>
        <p:spPr>
          <a:xfrm>
            <a:off x="457200" y="1460499"/>
            <a:ext cx="8229600" cy="346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Due January 22nd</a:t>
            </a:r>
            <a:endParaRPr/>
          </a:p>
          <a:p>
            <a:pPr indent="0" lvl="0" marL="0" rtl="0" algn="l">
              <a:spcBef>
                <a:spcPts val="600"/>
              </a:spcBef>
              <a:spcAft>
                <a:spcPts val="0"/>
              </a:spcAft>
              <a:buNone/>
            </a:pPr>
            <a:r>
              <a:rPr lang="en"/>
              <a:t>Using C, read 2 numbers</a:t>
            </a:r>
            <a:endParaRPr/>
          </a:p>
          <a:p>
            <a:pPr indent="0" lvl="0" marL="0" rtl="0" algn="l">
              <a:spcBef>
                <a:spcPts val="600"/>
              </a:spcBef>
              <a:spcAft>
                <a:spcPts val="0"/>
              </a:spcAft>
              <a:buNone/>
            </a:pPr>
            <a:r>
              <a:rPr lang="en"/>
              <a:t>Print out these 2 numbers</a:t>
            </a:r>
            <a:endParaRPr/>
          </a:p>
          <a:p>
            <a:pPr indent="0" lvl="0" marL="0" rtl="0" algn="l">
              <a:spcBef>
                <a:spcPts val="600"/>
              </a:spcBef>
              <a:spcAft>
                <a:spcPts val="0"/>
              </a:spcAft>
              <a:buNone/>
            </a:pPr>
            <a:r>
              <a:rPr lang="en"/>
              <a:t>Print out the &amp;, |, and ^ of these 2 numbers</a:t>
            </a:r>
            <a:endParaRPr/>
          </a:p>
          <a:p>
            <a:pPr indent="0" lvl="0" marL="0" rtl="0" algn="l">
              <a:spcBef>
                <a:spcPts val="600"/>
              </a:spcBef>
              <a:spcAft>
                <a:spcPts val="0"/>
              </a:spcAft>
              <a:buNone/>
            </a:pPr>
            <a:r>
              <a:rPr lang="en"/>
              <a:t>Print out the result of &lt;&lt;, &gt;&gt;, and ~ for each of these numbers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dern">
  <a:themeElements>
    <a:clrScheme name="Custom 348">
      <a:dk1>
        <a:srgbClr val="000000"/>
      </a:dk1>
      <a:lt1>
        <a:srgbClr val="FFFFFF"/>
      </a:lt1>
      <a:dk2>
        <a:srgbClr val="191919"/>
      </a:dk2>
      <a:lt2>
        <a:srgbClr val="CCCCCC"/>
      </a:lt2>
      <a:accent1>
        <a:srgbClr val="7E5554"/>
      </a:accent1>
      <a:accent2>
        <a:srgbClr val="910A10"/>
      </a:accent2>
      <a:accent3>
        <a:srgbClr val="84294D"/>
      </a:accent3>
      <a:accent4>
        <a:srgbClr val="DA823B"/>
      </a:accent4>
      <a:accent5>
        <a:srgbClr val="625D3C"/>
      </a:accent5>
      <a:accent6>
        <a:srgbClr val="00384A"/>
      </a:accent6>
      <a:hlink>
        <a:srgbClr val="227A78"/>
      </a:hlink>
      <a:folHlink>
        <a:srgbClr val="39474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