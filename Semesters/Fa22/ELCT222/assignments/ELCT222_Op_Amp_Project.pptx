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4" r:id="rId6"/>
    <p:sldId id="266" r:id="rId7"/>
    <p:sldId id="260" r:id="rId8"/>
    <p:sldId id="265" r:id="rId9"/>
    <p:sldId id="267" r:id="rId10"/>
    <p:sldId id="259" r:id="rId11"/>
    <p:sldId id="257" r:id="rId12"/>
    <p:sldId id="258" r:id="rId13"/>
    <p:sldId id="268" r:id="rId14"/>
    <p:sldId id="262" r:id="rId15"/>
    <p:sldId id="261" r:id="rId16"/>
    <p:sldId id="263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1A5F19-6BD2-459D-930F-DAEE0A951974}" v="1659" dt="2022-11-08T01:59:51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0" y="16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ught, Jacob" userId="3948bc58-7b81-44a4-9cf0-22ebac0213b4" providerId="ADAL" clId="{151A5F19-6BD2-459D-930F-DAEE0A951974}"/>
    <pc:docChg chg="undo custSel addSld modSld sldOrd">
      <pc:chgData name="Vaught, Jacob" userId="3948bc58-7b81-44a4-9cf0-22ebac0213b4" providerId="ADAL" clId="{151A5F19-6BD2-459D-930F-DAEE0A951974}" dt="2022-11-08T02:20:58.145" v="4181" actId="313"/>
      <pc:docMkLst>
        <pc:docMk/>
      </pc:docMkLst>
      <pc:sldChg chg="modSp mod">
        <pc:chgData name="Vaught, Jacob" userId="3948bc58-7b81-44a4-9cf0-22ebac0213b4" providerId="ADAL" clId="{151A5F19-6BD2-459D-930F-DAEE0A951974}" dt="2022-11-08T01:11:52.107" v="125" actId="20577"/>
        <pc:sldMkLst>
          <pc:docMk/>
          <pc:sldMk cId="2100241072" sldId="256"/>
        </pc:sldMkLst>
        <pc:spChg chg="mod">
          <ac:chgData name="Vaught, Jacob" userId="3948bc58-7b81-44a4-9cf0-22ebac0213b4" providerId="ADAL" clId="{151A5F19-6BD2-459D-930F-DAEE0A951974}" dt="2022-11-08T01:11:40.818" v="104" actId="20577"/>
          <ac:spMkLst>
            <pc:docMk/>
            <pc:sldMk cId="2100241072" sldId="256"/>
            <ac:spMk id="2" creationId="{34C573A5-4CD3-881F-7372-CBDDDE400BAE}"/>
          </ac:spMkLst>
        </pc:spChg>
        <pc:spChg chg="mod">
          <ac:chgData name="Vaught, Jacob" userId="3948bc58-7b81-44a4-9cf0-22ebac0213b4" providerId="ADAL" clId="{151A5F19-6BD2-459D-930F-DAEE0A951974}" dt="2022-11-08T01:11:52.107" v="125" actId="20577"/>
          <ac:spMkLst>
            <pc:docMk/>
            <pc:sldMk cId="2100241072" sldId="256"/>
            <ac:spMk id="3" creationId="{794197AD-BEA6-772A-B183-8EEBBF6491F2}"/>
          </ac:spMkLst>
        </pc:spChg>
      </pc:sldChg>
      <pc:sldChg chg="addSp modSp mod">
        <pc:chgData name="Vaught, Jacob" userId="3948bc58-7b81-44a4-9cf0-22ebac0213b4" providerId="ADAL" clId="{151A5F19-6BD2-459D-930F-DAEE0A951974}" dt="2022-11-08T01:36:10.885" v="2215" actId="1076"/>
        <pc:sldMkLst>
          <pc:docMk/>
          <pc:sldMk cId="1401650698" sldId="257"/>
        </pc:sldMkLst>
        <pc:cxnChg chg="add mod">
          <ac:chgData name="Vaught, Jacob" userId="3948bc58-7b81-44a4-9cf0-22ebac0213b4" providerId="ADAL" clId="{151A5F19-6BD2-459D-930F-DAEE0A951974}" dt="2022-11-08T01:36:10.885" v="2215" actId="1076"/>
          <ac:cxnSpMkLst>
            <pc:docMk/>
            <pc:sldMk cId="1401650698" sldId="257"/>
            <ac:cxnSpMk id="3" creationId="{F02B5607-E085-69B5-BBE5-8F43C79AEA79}"/>
          </ac:cxnSpMkLst>
        </pc:cxnChg>
      </pc:sldChg>
      <pc:sldChg chg="addSp modSp mod">
        <pc:chgData name="Vaught, Jacob" userId="3948bc58-7b81-44a4-9cf0-22ebac0213b4" providerId="ADAL" clId="{151A5F19-6BD2-459D-930F-DAEE0A951974}" dt="2022-11-08T01:36:17.717" v="2217" actId="1076"/>
        <pc:sldMkLst>
          <pc:docMk/>
          <pc:sldMk cId="426008844" sldId="258"/>
        </pc:sldMkLst>
        <pc:cxnChg chg="add mod">
          <ac:chgData name="Vaught, Jacob" userId="3948bc58-7b81-44a4-9cf0-22ebac0213b4" providerId="ADAL" clId="{151A5F19-6BD2-459D-930F-DAEE0A951974}" dt="2022-11-08T01:36:17.717" v="2217" actId="1076"/>
          <ac:cxnSpMkLst>
            <pc:docMk/>
            <pc:sldMk cId="426008844" sldId="258"/>
            <ac:cxnSpMk id="3" creationId="{FAA2FE48-BA97-4E48-727B-BE1E0359E3D6}"/>
          </ac:cxnSpMkLst>
        </pc:cxnChg>
      </pc:sldChg>
      <pc:sldChg chg="addSp modSp mod">
        <pc:chgData name="Vaught, Jacob" userId="3948bc58-7b81-44a4-9cf0-22ebac0213b4" providerId="ADAL" clId="{151A5F19-6BD2-459D-930F-DAEE0A951974}" dt="2022-11-08T01:36:02.593" v="2212" actId="1582"/>
        <pc:sldMkLst>
          <pc:docMk/>
          <pc:sldMk cId="3706023019" sldId="259"/>
        </pc:sldMkLst>
        <pc:cxnChg chg="add mod">
          <ac:chgData name="Vaught, Jacob" userId="3948bc58-7b81-44a4-9cf0-22ebac0213b4" providerId="ADAL" clId="{151A5F19-6BD2-459D-930F-DAEE0A951974}" dt="2022-11-08T01:36:02.593" v="2212" actId="1582"/>
          <ac:cxnSpMkLst>
            <pc:docMk/>
            <pc:sldMk cId="3706023019" sldId="259"/>
            <ac:cxnSpMk id="4" creationId="{451B8E77-F4B7-BC09-F057-0B2B6EAEC6D6}"/>
          </ac:cxnSpMkLst>
        </pc:cxnChg>
      </pc:sldChg>
      <pc:sldChg chg="addSp delSp modSp new mod">
        <pc:chgData name="Vaught, Jacob" userId="3948bc58-7b81-44a4-9cf0-22ebac0213b4" providerId="ADAL" clId="{151A5F19-6BD2-459D-930F-DAEE0A951974}" dt="2022-11-08T00:55:20.794" v="21" actId="22"/>
        <pc:sldMkLst>
          <pc:docMk/>
          <pc:sldMk cId="399801337" sldId="260"/>
        </pc:sldMkLst>
        <pc:spChg chg="mod">
          <ac:chgData name="Vaught, Jacob" userId="3948bc58-7b81-44a4-9cf0-22ebac0213b4" providerId="ADAL" clId="{151A5F19-6BD2-459D-930F-DAEE0A951974}" dt="2022-11-08T00:55:11.688" v="20" actId="20577"/>
          <ac:spMkLst>
            <pc:docMk/>
            <pc:sldMk cId="399801337" sldId="260"/>
            <ac:spMk id="2" creationId="{1874E4B7-7727-A8A2-E0AF-0396562B662C}"/>
          </ac:spMkLst>
        </pc:spChg>
        <pc:spChg chg="del">
          <ac:chgData name="Vaught, Jacob" userId="3948bc58-7b81-44a4-9cf0-22ebac0213b4" providerId="ADAL" clId="{151A5F19-6BD2-459D-930F-DAEE0A951974}" dt="2022-11-08T00:55:20.794" v="21" actId="22"/>
          <ac:spMkLst>
            <pc:docMk/>
            <pc:sldMk cId="399801337" sldId="260"/>
            <ac:spMk id="3" creationId="{F761A819-19DA-5D5A-2610-557B38CCA5C6}"/>
          </ac:spMkLst>
        </pc:spChg>
        <pc:picChg chg="add mod ord">
          <ac:chgData name="Vaught, Jacob" userId="3948bc58-7b81-44a4-9cf0-22ebac0213b4" providerId="ADAL" clId="{151A5F19-6BD2-459D-930F-DAEE0A951974}" dt="2022-11-08T00:55:20.794" v="21" actId="22"/>
          <ac:picMkLst>
            <pc:docMk/>
            <pc:sldMk cId="399801337" sldId="260"/>
            <ac:picMk id="5" creationId="{1549419C-029A-A608-5E1C-41AF904F91BC}"/>
          </ac:picMkLst>
        </pc:picChg>
      </pc:sldChg>
      <pc:sldChg chg="addSp delSp modSp new mod">
        <pc:chgData name="Vaught, Jacob" userId="3948bc58-7b81-44a4-9cf0-22ebac0213b4" providerId="ADAL" clId="{151A5F19-6BD2-459D-930F-DAEE0A951974}" dt="2022-11-08T01:07:54.151" v="60" actId="20577"/>
        <pc:sldMkLst>
          <pc:docMk/>
          <pc:sldMk cId="568221228" sldId="261"/>
        </pc:sldMkLst>
        <pc:spChg chg="mod">
          <ac:chgData name="Vaught, Jacob" userId="3948bc58-7b81-44a4-9cf0-22ebac0213b4" providerId="ADAL" clId="{151A5F19-6BD2-459D-930F-DAEE0A951974}" dt="2022-11-08T01:07:54.151" v="60" actId="20577"/>
          <ac:spMkLst>
            <pc:docMk/>
            <pc:sldMk cId="568221228" sldId="261"/>
            <ac:spMk id="2" creationId="{F79C9AFD-6FE7-2CD8-30CF-E8C3E793E1F6}"/>
          </ac:spMkLst>
        </pc:spChg>
        <pc:spChg chg="del">
          <ac:chgData name="Vaught, Jacob" userId="3948bc58-7b81-44a4-9cf0-22ebac0213b4" providerId="ADAL" clId="{151A5F19-6BD2-459D-930F-DAEE0A951974}" dt="2022-11-08T01:06:50.480" v="43"/>
          <ac:spMkLst>
            <pc:docMk/>
            <pc:sldMk cId="568221228" sldId="261"/>
            <ac:spMk id="3" creationId="{85990B6F-D2B7-4355-E846-E71CC7463CD7}"/>
          </ac:spMkLst>
        </pc:spChg>
        <pc:spChg chg="add del mod">
          <ac:chgData name="Vaught, Jacob" userId="3948bc58-7b81-44a4-9cf0-22ebac0213b4" providerId="ADAL" clId="{151A5F19-6BD2-459D-930F-DAEE0A951974}" dt="2022-11-08T01:07:38.203" v="49"/>
          <ac:spMkLst>
            <pc:docMk/>
            <pc:sldMk cId="568221228" sldId="261"/>
            <ac:spMk id="7" creationId="{9A7379FB-0A96-1610-8FCA-EED2DD17946A}"/>
          </ac:spMkLst>
        </pc:spChg>
        <pc:picChg chg="add del mod">
          <ac:chgData name="Vaught, Jacob" userId="3948bc58-7b81-44a4-9cf0-22ebac0213b4" providerId="ADAL" clId="{151A5F19-6BD2-459D-930F-DAEE0A951974}" dt="2022-11-08T01:07:34.099" v="48" actId="478"/>
          <ac:picMkLst>
            <pc:docMk/>
            <pc:sldMk cId="568221228" sldId="261"/>
            <ac:picMk id="5" creationId="{AC89F7E8-AAC4-10C8-905D-97EB8D0BC5D0}"/>
          </ac:picMkLst>
        </pc:picChg>
        <pc:picChg chg="add mod">
          <ac:chgData name="Vaught, Jacob" userId="3948bc58-7b81-44a4-9cf0-22ebac0213b4" providerId="ADAL" clId="{151A5F19-6BD2-459D-930F-DAEE0A951974}" dt="2022-11-08T01:07:46.863" v="53" actId="1076"/>
          <ac:picMkLst>
            <pc:docMk/>
            <pc:sldMk cId="568221228" sldId="261"/>
            <ac:picMk id="9" creationId="{6AD4FB41-1B1B-643F-A5FD-939E96FD1F7E}"/>
          </ac:picMkLst>
        </pc:picChg>
      </pc:sldChg>
      <pc:sldChg chg="addSp delSp modSp new mod ord">
        <pc:chgData name="Vaught, Jacob" userId="3948bc58-7b81-44a4-9cf0-22ebac0213b4" providerId="ADAL" clId="{151A5F19-6BD2-459D-930F-DAEE0A951974}" dt="2022-11-08T01:37:28.588" v="2328"/>
        <pc:sldMkLst>
          <pc:docMk/>
          <pc:sldMk cId="2477023904" sldId="262"/>
        </pc:sldMkLst>
        <pc:spChg chg="mod">
          <ac:chgData name="Vaught, Jacob" userId="3948bc58-7b81-44a4-9cf0-22ebac0213b4" providerId="ADAL" clId="{151A5F19-6BD2-459D-930F-DAEE0A951974}" dt="2022-11-08T01:08:07.110" v="72" actId="20577"/>
          <ac:spMkLst>
            <pc:docMk/>
            <pc:sldMk cId="2477023904" sldId="262"/>
            <ac:spMk id="2" creationId="{5A9B868B-FC98-66B8-8558-1BE5D65A1471}"/>
          </ac:spMkLst>
        </pc:spChg>
        <pc:spChg chg="del">
          <ac:chgData name="Vaught, Jacob" userId="3948bc58-7b81-44a4-9cf0-22ebac0213b4" providerId="ADAL" clId="{151A5F19-6BD2-459D-930F-DAEE0A951974}" dt="2022-11-08T01:08:35.806" v="73" actId="22"/>
          <ac:spMkLst>
            <pc:docMk/>
            <pc:sldMk cId="2477023904" sldId="262"/>
            <ac:spMk id="3" creationId="{76D45925-84EB-1553-413A-C80292920BED}"/>
          </ac:spMkLst>
        </pc:spChg>
        <pc:picChg chg="add mod ord">
          <ac:chgData name="Vaught, Jacob" userId="3948bc58-7b81-44a4-9cf0-22ebac0213b4" providerId="ADAL" clId="{151A5F19-6BD2-459D-930F-DAEE0A951974}" dt="2022-11-08T01:10:06.854" v="76" actId="1076"/>
          <ac:picMkLst>
            <pc:docMk/>
            <pc:sldMk cId="2477023904" sldId="262"/>
            <ac:picMk id="5" creationId="{36DA2C8D-883A-0A22-18F7-D3930335D320}"/>
          </ac:picMkLst>
        </pc:picChg>
      </pc:sldChg>
      <pc:sldChg chg="modSp new mod">
        <pc:chgData name="Vaught, Jacob" userId="3948bc58-7b81-44a4-9cf0-22ebac0213b4" providerId="ADAL" clId="{151A5F19-6BD2-459D-930F-DAEE0A951974}" dt="2022-11-08T01:44:22.634" v="2816" actId="120"/>
        <pc:sldMkLst>
          <pc:docMk/>
          <pc:sldMk cId="4035581921" sldId="263"/>
        </pc:sldMkLst>
        <pc:spChg chg="mod">
          <ac:chgData name="Vaught, Jacob" userId="3948bc58-7b81-44a4-9cf0-22ebac0213b4" providerId="ADAL" clId="{151A5F19-6BD2-459D-930F-DAEE0A951974}" dt="2022-11-08T01:42:44.381" v="2733" actId="20577"/>
          <ac:spMkLst>
            <pc:docMk/>
            <pc:sldMk cId="4035581921" sldId="263"/>
            <ac:spMk id="2" creationId="{7FD8F05B-0770-4455-2F61-693010B3353B}"/>
          </ac:spMkLst>
        </pc:spChg>
        <pc:spChg chg="mod">
          <ac:chgData name="Vaught, Jacob" userId="3948bc58-7b81-44a4-9cf0-22ebac0213b4" providerId="ADAL" clId="{151A5F19-6BD2-459D-930F-DAEE0A951974}" dt="2022-11-08T01:44:22.634" v="2816" actId="120"/>
          <ac:spMkLst>
            <pc:docMk/>
            <pc:sldMk cId="4035581921" sldId="263"/>
            <ac:spMk id="3" creationId="{702EAA3A-3D7F-5CB7-D219-C0314A1F881F}"/>
          </ac:spMkLst>
        </pc:spChg>
      </pc:sldChg>
      <pc:sldChg chg="modSp new mod">
        <pc:chgData name="Vaught, Jacob" userId="3948bc58-7b81-44a4-9cf0-22ebac0213b4" providerId="ADAL" clId="{151A5F19-6BD2-459D-930F-DAEE0A951974}" dt="2022-11-08T01:31:58.433" v="1674" actId="20577"/>
        <pc:sldMkLst>
          <pc:docMk/>
          <pc:sldMk cId="3384956111" sldId="264"/>
        </pc:sldMkLst>
        <pc:spChg chg="mod">
          <ac:chgData name="Vaught, Jacob" userId="3948bc58-7b81-44a4-9cf0-22ebac0213b4" providerId="ADAL" clId="{151A5F19-6BD2-459D-930F-DAEE0A951974}" dt="2022-11-08T01:31:58.433" v="1674" actId="20577"/>
          <ac:spMkLst>
            <pc:docMk/>
            <pc:sldMk cId="3384956111" sldId="264"/>
            <ac:spMk id="2" creationId="{D53927C7-FB5B-295A-49CE-D2146D477081}"/>
          </ac:spMkLst>
        </pc:spChg>
        <pc:spChg chg="mod">
          <ac:chgData name="Vaught, Jacob" userId="3948bc58-7b81-44a4-9cf0-22ebac0213b4" providerId="ADAL" clId="{151A5F19-6BD2-459D-930F-DAEE0A951974}" dt="2022-11-08T01:20:56.540" v="699" actId="14100"/>
          <ac:spMkLst>
            <pc:docMk/>
            <pc:sldMk cId="3384956111" sldId="264"/>
            <ac:spMk id="3" creationId="{DC7F5E94-FF2B-30E3-A73A-86059BD57264}"/>
          </ac:spMkLst>
        </pc:spChg>
      </pc:sldChg>
      <pc:sldChg chg="modSp new mod">
        <pc:chgData name="Vaught, Jacob" userId="3948bc58-7b81-44a4-9cf0-22ebac0213b4" providerId="ADAL" clId="{151A5F19-6BD2-459D-930F-DAEE0A951974}" dt="2022-11-08T01:29:36.363" v="1397" actId="313"/>
        <pc:sldMkLst>
          <pc:docMk/>
          <pc:sldMk cId="766735794" sldId="265"/>
        </pc:sldMkLst>
        <pc:spChg chg="mod">
          <ac:chgData name="Vaught, Jacob" userId="3948bc58-7b81-44a4-9cf0-22ebac0213b4" providerId="ADAL" clId="{151A5F19-6BD2-459D-930F-DAEE0A951974}" dt="2022-11-08T01:21:13.938" v="724" actId="20577"/>
          <ac:spMkLst>
            <pc:docMk/>
            <pc:sldMk cId="766735794" sldId="265"/>
            <ac:spMk id="2" creationId="{C59ACFB2-0CB3-234B-71D2-294B8C35903D}"/>
          </ac:spMkLst>
        </pc:spChg>
        <pc:spChg chg="mod">
          <ac:chgData name="Vaught, Jacob" userId="3948bc58-7b81-44a4-9cf0-22ebac0213b4" providerId="ADAL" clId="{151A5F19-6BD2-459D-930F-DAEE0A951974}" dt="2022-11-08T01:29:36.363" v="1397" actId="313"/>
          <ac:spMkLst>
            <pc:docMk/>
            <pc:sldMk cId="766735794" sldId="265"/>
            <ac:spMk id="3" creationId="{955ADDB2-5AE3-2D30-0477-DDEFA4A68545}"/>
          </ac:spMkLst>
        </pc:spChg>
      </pc:sldChg>
      <pc:sldChg chg="modSp new mod ord">
        <pc:chgData name="Vaught, Jacob" userId="3948bc58-7b81-44a4-9cf0-22ebac0213b4" providerId="ADAL" clId="{151A5F19-6BD2-459D-930F-DAEE0A951974}" dt="2022-11-08T01:31:43.913" v="1657" actId="20577"/>
        <pc:sldMkLst>
          <pc:docMk/>
          <pc:sldMk cId="3907710148" sldId="266"/>
        </pc:sldMkLst>
        <pc:spChg chg="mod">
          <ac:chgData name="Vaught, Jacob" userId="3948bc58-7b81-44a4-9cf0-22ebac0213b4" providerId="ADAL" clId="{151A5F19-6BD2-459D-930F-DAEE0A951974}" dt="2022-11-08T01:30:26.913" v="1420" actId="20577"/>
          <ac:spMkLst>
            <pc:docMk/>
            <pc:sldMk cId="3907710148" sldId="266"/>
            <ac:spMk id="2" creationId="{D26AC29C-FB84-1471-BD6B-396687174B56}"/>
          </ac:spMkLst>
        </pc:spChg>
        <pc:spChg chg="mod">
          <ac:chgData name="Vaught, Jacob" userId="3948bc58-7b81-44a4-9cf0-22ebac0213b4" providerId="ADAL" clId="{151A5F19-6BD2-459D-930F-DAEE0A951974}" dt="2022-11-08T01:31:43.913" v="1657" actId="20577"/>
          <ac:spMkLst>
            <pc:docMk/>
            <pc:sldMk cId="3907710148" sldId="266"/>
            <ac:spMk id="3" creationId="{D2F8C0E0-43A7-3BDA-C169-2ABA429C104E}"/>
          </ac:spMkLst>
        </pc:spChg>
      </pc:sldChg>
      <pc:sldChg chg="modSp new mod">
        <pc:chgData name="Vaught, Jacob" userId="3948bc58-7b81-44a4-9cf0-22ebac0213b4" providerId="ADAL" clId="{151A5F19-6BD2-459D-930F-DAEE0A951974}" dt="2022-11-08T01:37:10.779" v="2325" actId="20577"/>
        <pc:sldMkLst>
          <pc:docMk/>
          <pc:sldMk cId="1873709215" sldId="267"/>
        </pc:sldMkLst>
        <pc:spChg chg="mod">
          <ac:chgData name="Vaught, Jacob" userId="3948bc58-7b81-44a4-9cf0-22ebac0213b4" providerId="ADAL" clId="{151A5F19-6BD2-459D-930F-DAEE0A951974}" dt="2022-11-08T01:32:27.351" v="1700" actId="20577"/>
          <ac:spMkLst>
            <pc:docMk/>
            <pc:sldMk cId="1873709215" sldId="267"/>
            <ac:spMk id="2" creationId="{E4024DF8-54A0-2524-C8F8-0C4587916ACC}"/>
          </ac:spMkLst>
        </pc:spChg>
        <pc:spChg chg="mod">
          <ac:chgData name="Vaught, Jacob" userId="3948bc58-7b81-44a4-9cf0-22ebac0213b4" providerId="ADAL" clId="{151A5F19-6BD2-459D-930F-DAEE0A951974}" dt="2022-11-08T01:37:10.779" v="2325" actId="20577"/>
          <ac:spMkLst>
            <pc:docMk/>
            <pc:sldMk cId="1873709215" sldId="267"/>
            <ac:spMk id="3" creationId="{9B241F1A-9E61-D844-DD3D-6B377BB72061}"/>
          </ac:spMkLst>
        </pc:spChg>
      </pc:sldChg>
      <pc:sldChg chg="modSp new mod ord">
        <pc:chgData name="Vaught, Jacob" userId="3948bc58-7b81-44a4-9cf0-22ebac0213b4" providerId="ADAL" clId="{151A5F19-6BD2-459D-930F-DAEE0A951974}" dt="2022-11-08T01:42:09.894" v="2709" actId="20577"/>
        <pc:sldMkLst>
          <pc:docMk/>
          <pc:sldMk cId="1156007759" sldId="268"/>
        </pc:sldMkLst>
        <pc:spChg chg="mod">
          <ac:chgData name="Vaught, Jacob" userId="3948bc58-7b81-44a4-9cf0-22ebac0213b4" providerId="ADAL" clId="{151A5F19-6BD2-459D-930F-DAEE0A951974}" dt="2022-11-08T01:37:40.169" v="2349" actId="20577"/>
          <ac:spMkLst>
            <pc:docMk/>
            <pc:sldMk cId="1156007759" sldId="268"/>
            <ac:spMk id="2" creationId="{1BD28225-4689-E52A-BA69-1B045019AF4C}"/>
          </ac:spMkLst>
        </pc:spChg>
        <pc:spChg chg="mod">
          <ac:chgData name="Vaught, Jacob" userId="3948bc58-7b81-44a4-9cf0-22ebac0213b4" providerId="ADAL" clId="{151A5F19-6BD2-459D-930F-DAEE0A951974}" dt="2022-11-08T01:42:09.894" v="2709" actId="20577"/>
          <ac:spMkLst>
            <pc:docMk/>
            <pc:sldMk cId="1156007759" sldId="268"/>
            <ac:spMk id="3" creationId="{0C4CA501-25F4-FAE0-1EFF-CD460579C687}"/>
          </ac:spMkLst>
        </pc:spChg>
      </pc:sldChg>
      <pc:sldChg chg="addSp modSp new mod">
        <pc:chgData name="Vaught, Jacob" userId="3948bc58-7b81-44a4-9cf0-22ebac0213b4" providerId="ADAL" clId="{151A5F19-6BD2-459D-930F-DAEE0A951974}" dt="2022-11-08T01:50:55.868" v="2872" actId="1076"/>
        <pc:sldMkLst>
          <pc:docMk/>
          <pc:sldMk cId="3181876061" sldId="269"/>
        </pc:sldMkLst>
        <pc:spChg chg="mod">
          <ac:chgData name="Vaught, Jacob" userId="3948bc58-7b81-44a4-9cf0-22ebac0213b4" providerId="ADAL" clId="{151A5F19-6BD2-459D-930F-DAEE0A951974}" dt="2022-11-08T01:47:36.843" v="2833" actId="20577"/>
          <ac:spMkLst>
            <pc:docMk/>
            <pc:sldMk cId="3181876061" sldId="269"/>
            <ac:spMk id="2" creationId="{80A54D84-1F23-80C3-7442-B4F339A35BB2}"/>
          </ac:spMkLst>
        </pc:spChg>
        <pc:spChg chg="mod">
          <ac:chgData name="Vaught, Jacob" userId="3948bc58-7b81-44a4-9cf0-22ebac0213b4" providerId="ADAL" clId="{151A5F19-6BD2-459D-930F-DAEE0A951974}" dt="2022-11-08T01:50:29.846" v="2870" actId="255"/>
          <ac:spMkLst>
            <pc:docMk/>
            <pc:sldMk cId="3181876061" sldId="269"/>
            <ac:spMk id="3" creationId="{25B6C998-1014-8DF3-F97D-322638EE743C}"/>
          </ac:spMkLst>
        </pc:spChg>
        <pc:spChg chg="add mod">
          <ac:chgData name="Vaught, Jacob" userId="3948bc58-7b81-44a4-9cf0-22ebac0213b4" providerId="ADAL" clId="{151A5F19-6BD2-459D-930F-DAEE0A951974}" dt="2022-11-08T01:50:55.868" v="2872" actId="1076"/>
          <ac:spMkLst>
            <pc:docMk/>
            <pc:sldMk cId="3181876061" sldId="269"/>
            <ac:spMk id="4" creationId="{D6D60984-9AA8-26EC-B4F9-004E9B3923E7}"/>
          </ac:spMkLst>
        </pc:spChg>
        <pc:spChg chg="add mod">
          <ac:chgData name="Vaught, Jacob" userId="3948bc58-7b81-44a4-9cf0-22ebac0213b4" providerId="ADAL" clId="{151A5F19-6BD2-459D-930F-DAEE0A951974}" dt="2022-11-08T01:50:03.625" v="2867" actId="20577"/>
          <ac:spMkLst>
            <pc:docMk/>
            <pc:sldMk cId="3181876061" sldId="269"/>
            <ac:spMk id="5" creationId="{71E9E981-8248-1C42-F065-15D7843D39AA}"/>
          </ac:spMkLst>
        </pc:spChg>
      </pc:sldChg>
      <pc:sldChg chg="modSp new mod">
        <pc:chgData name="Vaught, Jacob" userId="3948bc58-7b81-44a4-9cf0-22ebac0213b4" providerId="ADAL" clId="{151A5F19-6BD2-459D-930F-DAEE0A951974}" dt="2022-11-08T02:04:27.564" v="3600" actId="20577"/>
        <pc:sldMkLst>
          <pc:docMk/>
          <pc:sldMk cId="578995777" sldId="270"/>
        </pc:sldMkLst>
        <pc:spChg chg="mod">
          <ac:chgData name="Vaught, Jacob" userId="3948bc58-7b81-44a4-9cf0-22ebac0213b4" providerId="ADAL" clId="{151A5F19-6BD2-459D-930F-DAEE0A951974}" dt="2022-11-08T01:51:06.628" v="2884" actId="20577"/>
          <ac:spMkLst>
            <pc:docMk/>
            <pc:sldMk cId="578995777" sldId="270"/>
            <ac:spMk id="2" creationId="{997E3EA5-9824-AC32-8607-54B764A8A7E7}"/>
          </ac:spMkLst>
        </pc:spChg>
        <pc:spChg chg="mod">
          <ac:chgData name="Vaught, Jacob" userId="3948bc58-7b81-44a4-9cf0-22ebac0213b4" providerId="ADAL" clId="{151A5F19-6BD2-459D-930F-DAEE0A951974}" dt="2022-11-08T02:04:27.564" v="3600" actId="20577"/>
          <ac:spMkLst>
            <pc:docMk/>
            <pc:sldMk cId="578995777" sldId="270"/>
            <ac:spMk id="3" creationId="{6F6FFDDB-4AE2-4CFA-77B5-26D2C50E2E3F}"/>
          </ac:spMkLst>
        </pc:spChg>
      </pc:sldChg>
      <pc:sldChg chg="modSp new mod">
        <pc:chgData name="Vaught, Jacob" userId="3948bc58-7b81-44a4-9cf0-22ebac0213b4" providerId="ADAL" clId="{151A5F19-6BD2-459D-930F-DAEE0A951974}" dt="2022-11-08T02:20:06.171" v="4076" actId="20577"/>
        <pc:sldMkLst>
          <pc:docMk/>
          <pc:sldMk cId="2387075833" sldId="271"/>
        </pc:sldMkLst>
        <pc:spChg chg="mod">
          <ac:chgData name="Vaught, Jacob" userId="3948bc58-7b81-44a4-9cf0-22ebac0213b4" providerId="ADAL" clId="{151A5F19-6BD2-459D-930F-DAEE0A951974}" dt="2022-11-08T02:09:51.044" v="3612" actId="20577"/>
          <ac:spMkLst>
            <pc:docMk/>
            <pc:sldMk cId="2387075833" sldId="271"/>
            <ac:spMk id="2" creationId="{68432684-F8B0-E62D-5A6E-B5A4BC7788BF}"/>
          </ac:spMkLst>
        </pc:spChg>
        <pc:spChg chg="mod">
          <ac:chgData name="Vaught, Jacob" userId="3948bc58-7b81-44a4-9cf0-22ebac0213b4" providerId="ADAL" clId="{151A5F19-6BD2-459D-930F-DAEE0A951974}" dt="2022-11-08T02:20:06.171" v="4076" actId="20577"/>
          <ac:spMkLst>
            <pc:docMk/>
            <pc:sldMk cId="2387075833" sldId="271"/>
            <ac:spMk id="3" creationId="{57AEFBA2-3090-4489-52F6-CD53262C5B3A}"/>
          </ac:spMkLst>
        </pc:spChg>
      </pc:sldChg>
      <pc:sldChg chg="modSp new mod">
        <pc:chgData name="Vaught, Jacob" userId="3948bc58-7b81-44a4-9cf0-22ebac0213b4" providerId="ADAL" clId="{151A5F19-6BD2-459D-930F-DAEE0A951974}" dt="2022-11-08T02:20:58.145" v="4181" actId="313"/>
        <pc:sldMkLst>
          <pc:docMk/>
          <pc:sldMk cId="2582262569" sldId="272"/>
        </pc:sldMkLst>
        <pc:spChg chg="mod">
          <ac:chgData name="Vaught, Jacob" userId="3948bc58-7b81-44a4-9cf0-22ebac0213b4" providerId="ADAL" clId="{151A5F19-6BD2-459D-930F-DAEE0A951974}" dt="2022-11-08T02:20:27.090" v="4095" actId="20577"/>
          <ac:spMkLst>
            <pc:docMk/>
            <pc:sldMk cId="2582262569" sldId="272"/>
            <ac:spMk id="2" creationId="{02757DB7-A3F9-32A9-CB87-B07F12E5AD1B}"/>
          </ac:spMkLst>
        </pc:spChg>
        <pc:spChg chg="mod">
          <ac:chgData name="Vaught, Jacob" userId="3948bc58-7b81-44a4-9cf0-22ebac0213b4" providerId="ADAL" clId="{151A5F19-6BD2-459D-930F-DAEE0A951974}" dt="2022-11-08T02:20:58.145" v="4181" actId="313"/>
          <ac:spMkLst>
            <pc:docMk/>
            <pc:sldMk cId="2582262569" sldId="272"/>
            <ac:spMk id="3" creationId="{E857E4C2-5633-9A32-1D1F-FCFF7CC4FB4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D7992-2F48-0CF9-7533-B7C8561F8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B69ACA-CC05-75D2-C295-A3619E690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DEBCC-10BB-8271-B5B5-D72303ED9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96AF-3A8B-4720-9B68-70EC0077835B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94F79-3B87-5373-3BAE-184675A1D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36837-F4F2-54B6-FE5B-5887627E7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1A21-744B-406B-A657-A4DF2F40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44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3AD27-C591-F52E-88F8-46D19B49A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5C65C-E930-B1AB-7288-089FF077D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C79A9-D01A-F05F-0D0E-0B2293FCE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96AF-3A8B-4720-9B68-70EC0077835B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4507C-3B32-CC59-5980-FBAE7B378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506E4-66FE-79CC-EB43-AFE3E1CF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1A21-744B-406B-A657-A4DF2F40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78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04C6B-3FEF-F440-F7D3-BABBBFEDC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AC869-C89F-D99A-0445-C008FBCB0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3B01F-4872-0423-4019-EA910EB74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96AF-3A8B-4720-9B68-70EC0077835B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B55BA-8875-F41D-9938-692D3CBB7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08127-8BB4-B3A9-91B3-1EA62901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1A21-744B-406B-A657-A4DF2F40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81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21DBD-1541-5FB8-3DE6-238DBCA24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9A902-CB9C-456F-AB02-D20EF110BF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FD1FD-E540-4018-575C-B29B6CCB6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BD965-F43D-DF12-0466-646379D81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96AF-3A8B-4720-9B68-70EC0077835B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A2B80-EF05-A4C1-94FF-4D950504A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A1868-8567-BFFA-9ED7-EBE70828B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1A21-744B-406B-A657-A4DF2F40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018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D3A37-8289-C8BA-464B-3320B77C0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0B456-49C5-BD7C-9DDC-757470BDD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34E1C-568B-3D50-D138-478BB12D7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D264B-F559-8037-E158-C003C2AE8D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14E06B-18BB-0D06-5155-537E51AC7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CA69DF-C0DF-2AB7-5280-981B8CA28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96AF-3A8B-4720-9B68-70EC0077835B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6F6032-8D1C-9E4C-FA2C-84C6470F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3AA03C-2840-92A1-5A8E-91C0F7A9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1A21-744B-406B-A657-A4DF2F40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62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F940E-1212-CA63-F1BB-C837BA18C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83896-ADDE-5FD6-277F-5C484924F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96AF-3A8B-4720-9B68-70EC0077835B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EF708C-EC87-9D7A-39F1-BA93E633F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FEA677-16D0-672F-5F39-99FE6A96E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1A21-744B-406B-A657-A4DF2F40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11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2CE99-7135-F31A-B0A5-B6138345D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96AF-3A8B-4720-9B68-70EC0077835B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EF0732-875C-A91A-3146-842EFA609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74CC3-2347-05F4-1279-C7B5C124E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1A21-744B-406B-A657-A4DF2F40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1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5C732-16A9-B179-D7A2-86887DB0B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15799-F1EE-3F50-6E8C-8572801FD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926A3-BE98-026E-1CA6-DB49847BA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8FBD0-A6AE-B266-333E-02F1B6D8A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96AF-3A8B-4720-9B68-70EC0077835B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198EC-496B-BB86-7E01-5D81D30DA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C0098-3F6E-72BC-7AAA-6BBAD4268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1A21-744B-406B-A657-A4DF2F40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32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00669-D6D6-73DE-FFF9-F6FEC106F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D61F28-1CBE-1F3A-75DD-60383AF092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980FD-5B10-D12B-880F-B36D66DB2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75A29-4C7B-52EB-007A-DFDBF003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96AF-3A8B-4720-9B68-70EC0077835B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0B187-76FD-F294-8948-5A8683862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B2A56-116E-FA7A-8F5F-86CFE1CF2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1A21-744B-406B-A657-A4DF2F40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46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0AFA9-08CB-C878-3367-9BF58B488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FA1C6-CA9C-0CCA-5AF9-EE142BBAC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CF854-1B37-24FA-C5DF-EC1C4B9E4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96AF-3A8B-4720-9B68-70EC0077835B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0DF2D-709F-2F09-681D-5EEC134E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52DB2-34F1-154B-5E89-1BC9AD0FC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1A21-744B-406B-A657-A4DF2F40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238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79858-0F0E-C598-102C-AF44544373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83C13-82C6-D318-3A6A-5476DB48C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1DF7B-330C-30E9-3D94-087D0B0B7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96AF-3A8B-4720-9B68-70EC0077835B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831A3-16FD-E04C-EB03-79184DD7C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09FF0-DDED-677B-FC02-CE880A044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1A21-744B-406B-A657-A4DF2F40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09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CE542D-C83E-1B1F-2A9A-3BD195251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F9E81-1E09-D38D-7CE5-08E7F9BBB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04F40-393A-B424-4800-1EC4DCC4F8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496AF-3A8B-4720-9B68-70EC0077835B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13703-76D7-F250-BA59-3CE1228B7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9B9EA-A14A-FEEA-1934-56040C6F4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B1A21-744B-406B-A657-A4DF2F40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207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573A5-4CD3-881F-7372-CBDDDE400B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Title: Op-Amp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197AD-BEA6-772A-B183-8EEBBF6491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Name: Jacob Vaught</a:t>
            </a:r>
          </a:p>
          <a:p>
            <a:r>
              <a:rPr lang="en-US" dirty="0"/>
              <a:t>USC ID: Y10786492</a:t>
            </a:r>
          </a:p>
          <a:p>
            <a:r>
              <a:rPr lang="en-US" dirty="0"/>
              <a:t>Email: jvaught@sc.edu</a:t>
            </a:r>
          </a:p>
        </p:txBody>
      </p:sp>
    </p:spTree>
    <p:extLst>
      <p:ext uri="{BB962C8B-B14F-4D97-AF65-F5344CB8AC3E}">
        <p14:creationId xmlns:p14="http://schemas.microsoft.com/office/powerpoint/2010/main" val="2100241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927C7-FB5B-295A-49CE-D2146D477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F5E94-FF2B-30E3-A73A-86059BD57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15749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This project has 3 main goals: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aims to determine how op-amps react to different inputs to a pulse wave.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attempts to accurately use LT-Spice and MATLAB to simulate the given op-amp circuit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attempts to demonstrate the differences between LT-Spice(realistic) and MATLAB (ideal/theoretical) results are demonstrated quite dramatically in this project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956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AC29C-FB84-1471-BD6B-396687174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8C0E0-43A7-3BDA-C169-2ABA429C1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Although technology used was already mentioned, it is a rubric item, and is thus included here again.</a:t>
            </a:r>
          </a:p>
          <a:p>
            <a:r>
              <a:rPr lang="en-US" dirty="0"/>
              <a:t>MATLAB R2021B, student version</a:t>
            </a:r>
          </a:p>
          <a:p>
            <a:r>
              <a:rPr lang="en-US" dirty="0"/>
              <a:t>LT-SPICE XVII</a:t>
            </a:r>
          </a:p>
          <a:p>
            <a:r>
              <a:rPr lang="en-US" dirty="0"/>
              <a:t>Windows 10 PC with AMD Ryzen 5 processor w/ integrated graphics.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710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4E4B7-7727-A8A2-E0AF-0396562B6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LT-Spice Circuit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49419C-029A-A608-5E1C-41AF904F91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9016" y="1825625"/>
            <a:ext cx="5873967" cy="4351338"/>
          </a:xfrm>
        </p:spPr>
      </p:pic>
    </p:spTree>
    <p:extLst>
      <p:ext uri="{BB962C8B-B14F-4D97-AF65-F5344CB8AC3E}">
        <p14:creationId xmlns:p14="http://schemas.microsoft.com/office/powerpoint/2010/main" val="399801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ACFB2-0CB3-234B-71D2-294B8C359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LT-Spice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ADDB2-5AE3-2D30-0477-DDEFA4A68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LT-SPICE portion, although simple, was complicated enough that a section dedicated to explanations was added.</a:t>
            </a:r>
          </a:p>
          <a:p>
            <a:r>
              <a:rPr lang="en-US" dirty="0"/>
              <a:t>A simple “ideal” op amp was first used, however, LT-SPICE kept throwing an error, so a “universal op-amp 2” was used. This was modeled after realistic op-amps, thus is NOT ideal</a:t>
            </a:r>
          </a:p>
          <a:p>
            <a:r>
              <a:rPr lang="en-US" dirty="0"/>
              <a:t>A </a:t>
            </a:r>
            <a:r>
              <a:rPr lang="en-US" dirty="0" err="1"/>
              <a:t>Vcc</a:t>
            </a:r>
            <a:r>
              <a:rPr lang="en-US" dirty="0"/>
              <a:t> of 15 volts was needed, but in most schematic images, a </a:t>
            </a:r>
            <a:r>
              <a:rPr lang="en-US" dirty="0" err="1"/>
              <a:t>Vcc</a:t>
            </a:r>
            <a:r>
              <a:rPr lang="en-US" dirty="0"/>
              <a:t> of 40V was used, however, actual files will show a </a:t>
            </a:r>
            <a:r>
              <a:rPr lang="en-US" dirty="0" err="1"/>
              <a:t>Vcc</a:t>
            </a:r>
            <a:r>
              <a:rPr lang="en-US" dirty="0"/>
              <a:t> of 15.</a:t>
            </a:r>
          </a:p>
          <a:p>
            <a:r>
              <a:rPr lang="en-US" dirty="0"/>
              <a:t>A R value of 200k was chosen since the lectures used a 200k resistor, and the C value was changed to match it.</a:t>
            </a:r>
          </a:p>
        </p:txBody>
      </p:sp>
    </p:spTree>
    <p:extLst>
      <p:ext uri="{BB962C8B-B14F-4D97-AF65-F5344CB8AC3E}">
        <p14:creationId xmlns:p14="http://schemas.microsoft.com/office/powerpoint/2010/main" val="766735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24DF8-54A0-2524-C8F8-0C4587916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LT-Spice Background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41F1A-9E61-D844-DD3D-6B377BB72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document requested that a PWL power source be used, but A PULSE power source was much simpler to implement and had the same results, thus was implemented.</a:t>
            </a:r>
          </a:p>
          <a:p>
            <a:r>
              <a:rPr lang="en-US" dirty="0"/>
              <a:t>After running a few times, it was noticed that the peak voltage increased after multiple cycles had been run, thus, the total runtime was increased from 4 second to 60 seconds to get a full scale of what was happening within the system.</a:t>
            </a:r>
          </a:p>
          <a:p>
            <a:r>
              <a:rPr lang="en-US" dirty="0"/>
              <a:t>A red line was drawn across each figure to illustrate the change in peak voltage over time.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709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3F131-7BA1-250C-DC5F-E8F41BA77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for 10 V from LT-Spice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948F25-F978-E935-F00C-534549A4C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2774" y="1825625"/>
            <a:ext cx="8126452" cy="4351338"/>
          </a:xfr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1B8E77-F4B7-BC09-F057-0B2B6EAEC6D6}"/>
              </a:ext>
            </a:extLst>
          </p:cNvPr>
          <p:cNvCxnSpPr>
            <a:cxnSpLocks/>
          </p:cNvCxnSpPr>
          <p:nvPr/>
        </p:nvCxnSpPr>
        <p:spPr>
          <a:xfrm flipH="1">
            <a:off x="2171700" y="2006600"/>
            <a:ext cx="79875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02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9287A-55A7-B403-EE79-B6A1DA74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for 12 V from LT-Spice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74DCDA-151B-457D-0142-FF0BEE248A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2214" y="1825625"/>
            <a:ext cx="8127571" cy="4351338"/>
          </a:xfr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02B5607-E085-69B5-BBE5-8F43C79AEA79}"/>
              </a:ext>
            </a:extLst>
          </p:cNvPr>
          <p:cNvCxnSpPr>
            <a:cxnSpLocks/>
          </p:cNvCxnSpPr>
          <p:nvPr/>
        </p:nvCxnSpPr>
        <p:spPr>
          <a:xfrm flipH="1">
            <a:off x="2172259" y="1930400"/>
            <a:ext cx="79875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650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DEAD3-E5C4-2155-D57E-B56C266D2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for 15 V from LT-Spice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1E5B46-29EA-5620-FC3A-3CA591C2ED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2494" y="1825625"/>
            <a:ext cx="8127012" cy="4351338"/>
          </a:xfr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AA2FE48-BA97-4E48-727B-BE1E0359E3D6}"/>
              </a:ext>
            </a:extLst>
          </p:cNvPr>
          <p:cNvCxnSpPr>
            <a:cxnSpLocks/>
          </p:cNvCxnSpPr>
          <p:nvPr/>
        </p:nvCxnSpPr>
        <p:spPr>
          <a:xfrm flipH="1">
            <a:off x="2102237" y="2171700"/>
            <a:ext cx="79875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08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28225-4689-E52A-BA69-1B045019A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CA501-25F4-FAE0-1EFF-CD460579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ustep</a:t>
            </a:r>
            <a:r>
              <a:rPr lang="en-US" dirty="0"/>
              <a:t>() function was used to simplify the MATLAB code.</a:t>
            </a:r>
          </a:p>
          <a:p>
            <a:r>
              <a:rPr lang="en-US" dirty="0"/>
              <a:t>The MATLAB code just models a simple, ideal OP-AMP and shows both the input and output voltage waveforms.</a:t>
            </a:r>
          </a:p>
          <a:p>
            <a:r>
              <a:rPr lang="en-US" dirty="0"/>
              <a:t>The desired output voltage is set, and the input voltage is set, then the RC value is calculated.</a:t>
            </a:r>
          </a:p>
        </p:txBody>
      </p:sp>
    </p:spTree>
    <p:extLst>
      <p:ext uri="{BB962C8B-B14F-4D97-AF65-F5344CB8AC3E}">
        <p14:creationId xmlns:p14="http://schemas.microsoft.com/office/powerpoint/2010/main" val="1156007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B868B-FC98-66B8-8558-1BE5D65A1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DA2C8D-883A-0A22-18F7-D3930335D3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8068" y="1419226"/>
            <a:ext cx="6875864" cy="5178424"/>
          </a:xfrm>
        </p:spPr>
      </p:pic>
    </p:spTree>
    <p:extLst>
      <p:ext uri="{BB962C8B-B14F-4D97-AF65-F5344CB8AC3E}">
        <p14:creationId xmlns:p14="http://schemas.microsoft.com/office/powerpoint/2010/main" val="2477023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C9AFD-6FE7-2CD8-30CF-E8C3E793E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Simulation for 12V</a:t>
            </a:r>
          </a:p>
        </p:txBody>
      </p:sp>
      <p:pic>
        <p:nvPicPr>
          <p:cNvPr id="9" name="Content Placeholder 8" descr="Chart, line chart&#10;&#10;Description automatically generated">
            <a:extLst>
              <a:ext uri="{FF2B5EF4-FFF2-40B4-BE49-F238E27FC236}">
                <a16:creationId xmlns:a16="http://schemas.microsoft.com/office/drawing/2014/main" id="{6AD4FB41-1B1B-643F-A5FD-939E96FD1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806" y="1362075"/>
            <a:ext cx="9532388" cy="5376863"/>
          </a:xfrm>
        </p:spPr>
      </p:pic>
    </p:spTree>
    <p:extLst>
      <p:ext uri="{BB962C8B-B14F-4D97-AF65-F5344CB8AC3E}">
        <p14:creationId xmlns:p14="http://schemas.microsoft.com/office/powerpoint/2010/main" val="568221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8F05B-0770-4455-2F61-693010B33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2EAA3A-3D7F-5CB7-D219-C0314A1F88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i="1" dirty="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The RC values are calculated via the following equations:</a:t>
                </a:r>
              </a:p>
              <a:p>
                <a:pPr marL="0" marR="0" indent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𝑅𝐶</m:t>
                          </m:r>
                        </m:den>
                      </m:f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𝑅𝐶</m:t>
                          </m:r>
                        </m:den>
                      </m:f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𝒙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0≤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≤2</m:t>
                    </m:r>
                  </m:oMath>
                </a14:m>
                <a:endParaRPr lang="en-U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𝑜𝑢𝑡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𝑅𝐶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e>
                      </m:nary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𝑑𝑡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𝑜𝑢𝑡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𝑅𝐶</m:t>
                          </m:r>
                        </m:den>
                      </m:f>
                    </m:oMath>
                  </m:oMathPara>
                </a14:m>
                <a:endParaRPr lang="en-U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2≤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≤4</m:t>
                    </m:r>
                  </m:oMath>
                </a14:m>
                <a:endParaRPr lang="en-U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𝑜𝑢𝑡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𝑅𝐶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e>
                      </m:nary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𝑑𝑡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𝑜𝑢𝑡</m:t>
                              </m:r>
                            </m:sub>
                          </m:s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(0)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→−</m:t>
                      </m:r>
                      <m:f>
                        <m:f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𝑅𝐶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−2∗</m:t>
                          </m:r>
                          <m:sSub>
                            <m:sSub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𝑜𝑢𝑡</m:t>
                              </m:r>
                            </m:sub>
                          </m:s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(0)</m:t>
                          </m:r>
                        </m:e>
                      </m:d>
                    </m:oMath>
                  </m:oMathPara>
                </a14:m>
                <a:endParaRPr lang="en-U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2EAA3A-3D7F-5CB7-D219-C0314A1F88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5581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54D84-1F23-80C3-7442-B4F339A35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Cont.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6C998-1014-8DF3-F97D-322638EE74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33850" y="1978025"/>
                <a:ext cx="2536767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/>
                      <m:t>−15=−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3</m:t>
                        </m:r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2</m:t>
                            </m:r>
                          </m:e>
                        </m:d>
                      </m:num>
                      <m:den>
                        <m:r>
                          <a:rPr lang="en-US" i="1"/>
                          <m:t>𝑅𝐶</m:t>
                        </m:r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/>
                      <m:t>𝑅𝐶</m:t>
                    </m:r>
                    <m:r>
                      <a:rPr lang="en-US" i="1"/>
                      <m:t>=0.4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R=200000</a:t>
                </a:r>
              </a:p>
              <a:p>
                <a:r>
                  <a:rPr lang="en-US" dirty="0"/>
                  <a:t>C=2E-6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6C998-1014-8DF3-F97D-322638EE74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33850" y="1978025"/>
                <a:ext cx="2536767" cy="4351338"/>
              </a:xfrm>
              <a:blipFill>
                <a:blip r:embed="rId2"/>
                <a:stretch>
                  <a:fillRect l="-4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6D60984-9AA8-26EC-B4F9-004E9B3923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78025"/>
                <a:ext cx="2536767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i="1" smtClean="0"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−12=−</m:t>
                    </m:r>
                    <m:f>
                      <m:fPr>
                        <m:ctrlPr>
                          <a:rPr lang="en-US" i="1"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en-US" i="1"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𝑅𝐶</m:t>
                        </m:r>
                      </m:den>
                    </m:f>
                  </m:oMath>
                </a14:m>
                <a:endParaRPr lang="en-US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i="1"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𝑅𝐶</m:t>
                    </m:r>
                    <m:r>
                      <a:rPr lang="en-US" i="1"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=0.5</m:t>
                    </m:r>
                  </m:oMath>
                </a14:m>
                <a:endParaRPr lang="en-US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R=200000</a:t>
                </a:r>
              </a:p>
              <a:p>
                <a:pPr marL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C=2.5E-6</a:t>
                </a:r>
                <a:endParaRPr lang="en-US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6D60984-9AA8-26EC-B4F9-004E9B392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78025"/>
                <a:ext cx="2536767" cy="4351338"/>
              </a:xfrm>
              <a:prstGeom prst="rect">
                <a:avLst/>
              </a:prstGeom>
              <a:blipFill>
                <a:blip r:embed="rId3"/>
                <a:stretch>
                  <a:fillRect l="-4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1E9E981-8248-1C42-F065-15D7843D39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17033" y="1978025"/>
                <a:ext cx="2536767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i="1"/>
                      <m:t>−10=−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3</m:t>
                        </m:r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2</m:t>
                            </m:r>
                          </m:e>
                        </m:d>
                      </m:num>
                      <m:den>
                        <m:r>
                          <a:rPr lang="en-US" i="1"/>
                          <m:t>𝑅𝐶</m:t>
                        </m:r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/>
                      <m:t>𝑅𝐶</m:t>
                    </m:r>
                    <m:r>
                      <a:rPr lang="en-US" i="1"/>
                      <m:t>=0.6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R=200000</a:t>
                </a:r>
              </a:p>
              <a:p>
                <a:r>
                  <a:rPr lang="en-US" dirty="0"/>
                  <a:t>C=3E-6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1E9E981-8248-1C42-F065-15D7843D3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033" y="1978025"/>
                <a:ext cx="2536767" cy="4351338"/>
              </a:xfrm>
              <a:prstGeom prst="rect">
                <a:avLst/>
              </a:prstGeom>
              <a:blipFill>
                <a:blip r:embed="rId4"/>
                <a:stretch>
                  <a:fillRect l="-4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1876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E3EA5-9824-AC32-8607-54B764A8A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FFDDB-4AE2-4CFA-77B5-26D2C50E2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results show that the MATLAB OP-AMP voltage is quite ideal, exactly equal to the desired output voltage, however, the more realistic simulation, LT-SPICE, showed that the output voltage was generally within 0.5 V of the desired voltage and the peak voltages had a logarithmic shape</a:t>
            </a:r>
          </a:p>
          <a:p>
            <a:r>
              <a:rPr lang="en-US" dirty="0"/>
              <a:t>One thing of note is that the voltage is reversed for the MATLAB and the LT-Spice simulations.</a:t>
            </a:r>
          </a:p>
          <a:p>
            <a:r>
              <a:rPr lang="en-US" dirty="0"/>
              <a:t>I believe the accuracy is accurate, as a real op-amp takes time to charge with electrons before operating at full capacity. This is something many students learn in ELCT-363, Micro-electronics.</a:t>
            </a:r>
          </a:p>
        </p:txBody>
      </p:sp>
    </p:spTree>
    <p:extLst>
      <p:ext uri="{BB962C8B-B14F-4D97-AF65-F5344CB8AC3E}">
        <p14:creationId xmlns:p14="http://schemas.microsoft.com/office/powerpoint/2010/main" val="578995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32684-F8B0-E62D-5A6E-B5A4BC778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EFBA2-3090-4489-52F6-CD53262C5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can be concluded that LT-Spice is a more accurate simulation software for actual systems, and that it should be used more than MATLAB.</a:t>
            </a:r>
          </a:p>
          <a:p>
            <a:r>
              <a:rPr lang="en-US" dirty="0"/>
              <a:t>One thing of interest to Me is the fact that the output is the integral of the input to the system, which I had never known was possible with a simple op-amp.</a:t>
            </a:r>
          </a:p>
          <a:p>
            <a:r>
              <a:rPr lang="en-US" dirty="0"/>
              <a:t>Overall, the system seems to accurately compute the integral of an input.</a:t>
            </a:r>
          </a:p>
        </p:txBody>
      </p:sp>
    </p:spTree>
    <p:extLst>
      <p:ext uri="{BB962C8B-B14F-4D97-AF65-F5344CB8AC3E}">
        <p14:creationId xmlns:p14="http://schemas.microsoft.com/office/powerpoint/2010/main" val="2387075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57DB7-A3F9-32A9-CB87-B07F12E5A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7E4C2-5633-9A32-1D1F-FCFF7CC4F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Dr. Chen’s Op-amp lecture</a:t>
            </a:r>
          </a:p>
          <a:p>
            <a:r>
              <a:rPr lang="en-US" dirty="0"/>
              <a:t>Google</a:t>
            </a:r>
          </a:p>
          <a:p>
            <a:r>
              <a:rPr lang="en-US" dirty="0"/>
              <a:t>MathWorks website</a:t>
            </a:r>
          </a:p>
          <a:p>
            <a:r>
              <a:rPr lang="en-US" dirty="0"/>
              <a:t>LT-spice guides on google</a:t>
            </a:r>
          </a:p>
        </p:txBody>
      </p:sp>
    </p:spTree>
    <p:extLst>
      <p:ext uri="{BB962C8B-B14F-4D97-AF65-F5344CB8AC3E}">
        <p14:creationId xmlns:p14="http://schemas.microsoft.com/office/powerpoint/2010/main" val="2582262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97D6DF335A894D9FC8E888F85ED2A3" ma:contentTypeVersion="14" ma:contentTypeDescription="Create a new document." ma:contentTypeScope="" ma:versionID="a963d2c7a0eec09b66bf49104df9eba6">
  <xsd:schema xmlns:xsd="http://www.w3.org/2001/XMLSchema" xmlns:xs="http://www.w3.org/2001/XMLSchema" xmlns:p="http://schemas.microsoft.com/office/2006/metadata/properties" xmlns:ns3="27638313-1e11-4999-9038-bfa2141b3777" xmlns:ns4="593646a3-f4b2-4797-891f-a58c41aec49e" targetNamespace="http://schemas.microsoft.com/office/2006/metadata/properties" ma:root="true" ma:fieldsID="7340c06ba023bd0825392bccb83b14cd" ns3:_="" ns4:_="">
    <xsd:import namespace="27638313-1e11-4999-9038-bfa2141b3777"/>
    <xsd:import namespace="593646a3-f4b2-4797-891f-a58c41aec49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38313-1e11-4999-9038-bfa2141b37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3646a3-f4b2-4797-891f-a58c41aec49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E37710-1701-45CD-8172-C4E7EE04237E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593646a3-f4b2-4797-891f-a58c41aec49e"/>
    <ds:schemaRef ds:uri="http://purl.org/dc/elements/1.1/"/>
    <ds:schemaRef ds:uri="http://schemas.microsoft.com/office/infopath/2007/PartnerControls"/>
    <ds:schemaRef ds:uri="27638313-1e11-4999-9038-bfa2141b3777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1F9EB96-2579-471F-840A-B09447A63D2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35ED7F-A46C-4AA1-985C-E767225FCC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638313-1e11-4999-9038-bfa2141b3777"/>
    <ds:schemaRef ds:uri="593646a3-f4b2-4797-891f-a58c41aec4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718</Words>
  <Application>Microsoft Office PowerPoint</Application>
  <PresentationFormat>Widescreen</PresentationFormat>
  <Paragraphs>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Office Theme</vt:lpstr>
      <vt:lpstr>Project Title: Op-Amp Project</vt:lpstr>
      <vt:lpstr>Project Objective </vt:lpstr>
      <vt:lpstr>Project Technology</vt:lpstr>
      <vt:lpstr>LT-Spice Circuit</vt:lpstr>
      <vt:lpstr>LT-Spice background</vt:lpstr>
      <vt:lpstr>LT-Spice Background cont.</vt:lpstr>
      <vt:lpstr>Results for 10 V from LT-Spice</vt:lpstr>
      <vt:lpstr>Results for 12 V from LT-Spice</vt:lpstr>
      <vt:lpstr>Results for 15 V from LT-Spice</vt:lpstr>
      <vt:lpstr>MATLAB Background</vt:lpstr>
      <vt:lpstr>MATLAB Code</vt:lpstr>
      <vt:lpstr>MATLAB Simulation for 12V</vt:lpstr>
      <vt:lpstr>Discussion</vt:lpstr>
      <vt:lpstr>Discussion Cont.</vt:lpstr>
      <vt:lpstr>Discussions</vt:lpstr>
      <vt:lpstr>Conclusions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Op-Amp Project</dc:title>
  <dc:creator>Vaught, Jacob</dc:creator>
  <cp:lastModifiedBy>Vaught, Jacob</cp:lastModifiedBy>
  <cp:revision>1</cp:revision>
  <dcterms:created xsi:type="dcterms:W3CDTF">2022-11-07T03:13:18Z</dcterms:created>
  <dcterms:modified xsi:type="dcterms:W3CDTF">2022-11-08T02:20:58Z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0x0101008C97D6DF335A894D9FC8E888F85ED2A3</vt:lpwstr>
  </property>
</Properties>
</file>