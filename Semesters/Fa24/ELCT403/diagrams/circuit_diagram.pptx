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</p:sldIdLst>
  <p:sldSz cx="219456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319"/>
    <p:restoredTop sz="94726"/>
  </p:normalViewPr>
  <p:slideViewPr>
    <p:cSldViewPr snapToGrid="0">
      <p:cViewPr>
        <p:scale>
          <a:sx n="97" d="100"/>
          <a:sy n="97" d="100"/>
        </p:scale>
        <p:origin x="552" y="17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11" Type="http://schemas.openxmlformats.org/officeDocument/2006/relationships/customXml" Target="../customXml/item3.xml"/><Relationship Id="rId5" Type="http://schemas.openxmlformats.org/officeDocument/2006/relationships/presProps" Target="presProps.xml"/><Relationship Id="rId10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customXml" Target="../customXml/item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43200" y="1122363"/>
            <a:ext cx="164592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43200" y="3602038"/>
            <a:ext cx="164592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DC272-483F-644C-8AD4-6E8EAF353F7D}" type="datetimeFigureOut">
              <a:rPr lang="en-US" smtClean="0"/>
              <a:t>11/5/24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B0F19-2FFD-1643-A386-12A803FDCF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8330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DC272-483F-644C-8AD4-6E8EAF353F7D}" type="datetimeFigureOut">
              <a:rPr lang="en-US" smtClean="0"/>
              <a:t>11/5/24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B0F19-2FFD-1643-A386-12A803FDCF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2468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7330" y="1709738"/>
            <a:ext cx="1892808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97330" y="4589464"/>
            <a:ext cx="1892808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DC272-483F-644C-8AD4-6E8EAF353F7D}" type="datetimeFigureOut">
              <a:rPr lang="en-US" smtClean="0"/>
              <a:t>11/5/24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B0F19-2FFD-1643-A386-12A803FDCF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8784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08760" y="1825625"/>
            <a:ext cx="932688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09960" y="1825625"/>
            <a:ext cx="932688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DC272-483F-644C-8AD4-6E8EAF353F7D}" type="datetimeFigureOut">
              <a:rPr lang="en-US" smtClean="0"/>
              <a:t>11/5/24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B0F19-2FFD-1643-A386-12A803FDCF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1030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1618" y="365126"/>
            <a:ext cx="1892808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11619" y="1681163"/>
            <a:ext cx="92840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11619" y="2505075"/>
            <a:ext cx="928401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1109960" y="1681163"/>
            <a:ext cx="932973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1109960" y="2505075"/>
            <a:ext cx="932973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DC272-483F-644C-8AD4-6E8EAF353F7D}" type="datetimeFigureOut">
              <a:rPr lang="en-US" smtClean="0"/>
              <a:t>11/5/24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B0F19-2FFD-1643-A386-12A803FDCF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6678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DC272-483F-644C-8AD4-6E8EAF353F7D}" type="datetimeFigureOut">
              <a:rPr lang="en-US" smtClean="0"/>
              <a:t>11/5/24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B0F19-2FFD-1643-A386-12A803FDCF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9420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DC272-483F-644C-8AD4-6E8EAF353F7D}" type="datetimeFigureOut">
              <a:rPr lang="en-US" smtClean="0"/>
              <a:t>11/5/24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B0F19-2FFD-1643-A386-12A803FDCF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3161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1619" y="457200"/>
            <a:ext cx="707802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29738" y="987426"/>
            <a:ext cx="1110996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11619" y="2057400"/>
            <a:ext cx="707802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DC272-483F-644C-8AD4-6E8EAF353F7D}" type="datetimeFigureOut">
              <a:rPr lang="en-US" smtClean="0"/>
              <a:t>11/5/24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B0F19-2FFD-1643-A386-12A803FDCF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290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1619" y="457200"/>
            <a:ext cx="707802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329738" y="987426"/>
            <a:ext cx="1110996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11619" y="2057400"/>
            <a:ext cx="707802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DC272-483F-644C-8AD4-6E8EAF353F7D}" type="datetimeFigureOut">
              <a:rPr lang="en-US" smtClean="0"/>
              <a:t>11/5/24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B0F19-2FFD-1643-A386-12A803FDCF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741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DC272-483F-644C-8AD4-6E8EAF353F7D}" type="datetimeFigureOut">
              <a:rPr lang="en-US" smtClean="0"/>
              <a:t>11/5/24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B0F19-2FFD-1643-A386-12A803FDCF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1040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704820" y="365125"/>
            <a:ext cx="473202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08760" y="365125"/>
            <a:ext cx="1392174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DC272-483F-644C-8AD4-6E8EAF353F7D}" type="datetimeFigureOut">
              <a:rPr lang="en-US" smtClean="0"/>
              <a:t>11/5/24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B0F19-2FFD-1643-A386-12A803FDCF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1340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08760" y="365126"/>
            <a:ext cx="1892808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08760" y="1825625"/>
            <a:ext cx="1892808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08760" y="6356351"/>
            <a:ext cx="49377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3DC272-483F-644C-8AD4-6E8EAF353F7D}" type="datetimeFigureOut">
              <a:rPr lang="en-US" smtClean="0"/>
              <a:t>11/5/24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269480" y="6356351"/>
            <a:ext cx="74066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499080" y="6356351"/>
            <a:ext cx="49377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9B0F19-2FFD-1643-A386-12A803FDCF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0968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9AD52D8-EA36-A330-0BEB-977366E0354F}"/>
              </a:ext>
            </a:extLst>
          </p:cNvPr>
          <p:cNvSpPr/>
          <p:nvPr/>
        </p:nvSpPr>
        <p:spPr>
          <a:xfrm>
            <a:off x="7651997" y="2915212"/>
            <a:ext cx="1666430" cy="1204957"/>
          </a:xfrm>
          <a:prstGeom prst="roundRect">
            <a:avLst>
              <a:gd name="adj" fmla="val 957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b="1" dirty="0"/>
              <a:t>IQ Data from SDR</a:t>
            </a:r>
            <a:endParaRPr lang="en-US" dirty="0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BB75B560-CC28-079C-BEEE-9DF83DCAF0DC}"/>
              </a:ext>
            </a:extLst>
          </p:cNvPr>
          <p:cNvSpPr/>
          <p:nvPr/>
        </p:nvSpPr>
        <p:spPr>
          <a:xfrm>
            <a:off x="9980130" y="2915212"/>
            <a:ext cx="1666430" cy="1204957"/>
          </a:xfrm>
          <a:prstGeom prst="roundRect">
            <a:avLst>
              <a:gd name="adj" fmla="val 10142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b="1" dirty="0"/>
              <a:t>Processing</a:t>
            </a:r>
            <a:endParaRPr lang="en-US" dirty="0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05BD9D9-68E0-0D35-ED4B-A6EDBE901915}"/>
              </a:ext>
            </a:extLst>
          </p:cNvPr>
          <p:cNvSpPr/>
          <p:nvPr/>
        </p:nvSpPr>
        <p:spPr>
          <a:xfrm>
            <a:off x="12308263" y="2915212"/>
            <a:ext cx="1666430" cy="1204957"/>
          </a:xfrm>
          <a:prstGeom prst="roundRect">
            <a:avLst>
              <a:gd name="adj" fmla="val 957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Coordinates</a:t>
            </a:r>
            <a:endParaRPr lang="en-US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679F5F6-3980-AB92-0AA5-3BE81CF12253}"/>
              </a:ext>
            </a:extLst>
          </p:cNvPr>
          <p:cNvCxnSpPr>
            <a:cxnSpLocks/>
            <a:stCxn id="9" idx="2"/>
            <a:endCxn id="7" idx="2"/>
          </p:cNvCxnSpPr>
          <p:nvPr/>
        </p:nvCxnSpPr>
        <p:spPr>
          <a:xfrm rot="5400000">
            <a:off x="10813345" y="1792034"/>
            <a:ext cx="12700" cy="4656266"/>
          </a:xfrm>
          <a:prstGeom prst="bentConnector3">
            <a:avLst>
              <a:gd name="adj1" fmla="val 6153488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0">
            <a:extLst>
              <a:ext uri="{FF2B5EF4-FFF2-40B4-BE49-F238E27FC236}">
                <a16:creationId xmlns:a16="http://schemas.microsoft.com/office/drawing/2014/main" id="{2712B18B-371C-CE93-EE01-F38CF611AE27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>
            <a:off x="9318429" y="3517689"/>
            <a:ext cx="661703" cy="1270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0">
            <a:extLst>
              <a:ext uri="{FF2B5EF4-FFF2-40B4-BE49-F238E27FC236}">
                <a16:creationId xmlns:a16="http://schemas.microsoft.com/office/drawing/2014/main" id="{87C664DB-E30A-6D58-78A4-4AF80E2A8617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>
            <a:off x="11646562" y="3517689"/>
            <a:ext cx="661703" cy="1270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27197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BFA081-ACE6-EA34-8A85-00D10F9F5E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E897BA1-19FC-54FE-9BBC-5803D4946EB3}"/>
              </a:ext>
            </a:extLst>
          </p:cNvPr>
          <p:cNvSpPr/>
          <p:nvPr/>
        </p:nvSpPr>
        <p:spPr>
          <a:xfrm>
            <a:off x="1999569" y="850740"/>
            <a:ext cx="1822815" cy="575311"/>
          </a:xfrm>
          <a:prstGeom prst="roundRect">
            <a:avLst>
              <a:gd name="adj" fmla="val 9575"/>
            </a:avLst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b="1" dirty="0"/>
              <a:t>Antenna</a:t>
            </a:r>
            <a:endParaRPr lang="en-US" dirty="0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19B21DEC-01F0-3A2D-0E78-CC7363BE2974}"/>
              </a:ext>
            </a:extLst>
          </p:cNvPr>
          <p:cNvSpPr/>
          <p:nvPr/>
        </p:nvSpPr>
        <p:spPr>
          <a:xfrm>
            <a:off x="4064786" y="850738"/>
            <a:ext cx="1822815" cy="575311"/>
          </a:xfrm>
          <a:prstGeom prst="roundRect">
            <a:avLst>
              <a:gd name="adj" fmla="val 10142"/>
            </a:avLst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b="1" dirty="0"/>
              <a:t>SDR Device</a:t>
            </a:r>
            <a:endParaRPr lang="en-US" dirty="0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53D20C1-7272-D366-4244-B0BB04533E44}"/>
              </a:ext>
            </a:extLst>
          </p:cNvPr>
          <p:cNvSpPr/>
          <p:nvPr/>
        </p:nvSpPr>
        <p:spPr>
          <a:xfrm>
            <a:off x="6130003" y="850740"/>
            <a:ext cx="1822815" cy="575311"/>
          </a:xfrm>
          <a:prstGeom prst="roundRect">
            <a:avLst>
              <a:gd name="adj" fmla="val 9575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RF-to-IQ</a:t>
            </a:r>
            <a:endParaRPr lang="en-US" dirty="0"/>
          </a:p>
        </p:txBody>
      </p:sp>
      <p:cxnSp>
        <p:nvCxnSpPr>
          <p:cNvPr id="14" name="Straight Arrow Connector 10">
            <a:extLst>
              <a:ext uri="{FF2B5EF4-FFF2-40B4-BE49-F238E27FC236}">
                <a16:creationId xmlns:a16="http://schemas.microsoft.com/office/drawing/2014/main" id="{0F47F3DD-251A-07A2-6909-5895E66E34EC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 flipV="1">
            <a:off x="3822383" y="1138393"/>
            <a:ext cx="242402" cy="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0">
            <a:extLst>
              <a:ext uri="{FF2B5EF4-FFF2-40B4-BE49-F238E27FC236}">
                <a16:creationId xmlns:a16="http://schemas.microsoft.com/office/drawing/2014/main" id="{50CA9C26-F488-0A44-BDCC-5C6BF5CF73F1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>
            <a:off x="5887600" y="1138393"/>
            <a:ext cx="242402" cy="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9010C5BB-4878-C8E8-0B86-7286E4E4B300}"/>
              </a:ext>
            </a:extLst>
          </p:cNvPr>
          <p:cNvSpPr/>
          <p:nvPr/>
        </p:nvSpPr>
        <p:spPr>
          <a:xfrm>
            <a:off x="8195220" y="850736"/>
            <a:ext cx="1822815" cy="575311"/>
          </a:xfrm>
          <a:prstGeom prst="roundRect">
            <a:avLst>
              <a:gd name="adj" fmla="val 9575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Transmit via USB</a:t>
            </a:r>
            <a:endParaRPr lang="en-US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4FFB281-C3BA-4B57-2F13-E45C0F452AF1}"/>
              </a:ext>
            </a:extLst>
          </p:cNvPr>
          <p:cNvSpPr/>
          <p:nvPr/>
        </p:nvSpPr>
        <p:spPr>
          <a:xfrm>
            <a:off x="10255342" y="850735"/>
            <a:ext cx="1822815" cy="575311"/>
          </a:xfrm>
          <a:prstGeom prst="roundRect">
            <a:avLst>
              <a:gd name="adj" fmla="val 9575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Acquire GPS signal</a:t>
            </a:r>
            <a:endParaRPr lang="en-US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ED2D3A4-7761-4BD8-5F0C-1279794DE546}"/>
              </a:ext>
            </a:extLst>
          </p:cNvPr>
          <p:cNvSpPr/>
          <p:nvPr/>
        </p:nvSpPr>
        <p:spPr>
          <a:xfrm>
            <a:off x="12341636" y="850732"/>
            <a:ext cx="1822815" cy="575311"/>
          </a:xfrm>
          <a:prstGeom prst="roundRect">
            <a:avLst>
              <a:gd name="adj" fmla="val 9575"/>
            </a:avLst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Lock GPS signals</a:t>
            </a:r>
            <a:endParaRPr lang="en-US" dirty="0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B0D37D6D-ED26-6503-CF1B-C02B774E4093}"/>
              </a:ext>
            </a:extLst>
          </p:cNvPr>
          <p:cNvSpPr/>
          <p:nvPr/>
        </p:nvSpPr>
        <p:spPr>
          <a:xfrm>
            <a:off x="14427930" y="846275"/>
            <a:ext cx="1822815" cy="575311"/>
          </a:xfrm>
          <a:prstGeom prst="roundRect">
            <a:avLst>
              <a:gd name="adj" fmla="val 9575"/>
            </a:avLst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GPS Message decoding</a:t>
            </a:r>
            <a:endParaRPr lang="en-US" dirty="0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4C9E6C10-5E09-5D92-600A-BBAA9D7BB0E7}"/>
              </a:ext>
            </a:extLst>
          </p:cNvPr>
          <p:cNvSpPr/>
          <p:nvPr/>
        </p:nvSpPr>
        <p:spPr>
          <a:xfrm>
            <a:off x="16514224" y="846274"/>
            <a:ext cx="1822815" cy="575311"/>
          </a:xfrm>
          <a:prstGeom prst="roundRect">
            <a:avLst>
              <a:gd name="adj" fmla="val 9575"/>
            </a:avLst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Position Calculation</a:t>
            </a:r>
            <a:endParaRPr lang="en-US" dirty="0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AA2BA095-EAFF-72ED-D81F-3DF2BDF41013}"/>
              </a:ext>
            </a:extLst>
          </p:cNvPr>
          <p:cNvSpPr/>
          <p:nvPr/>
        </p:nvSpPr>
        <p:spPr>
          <a:xfrm>
            <a:off x="18600518" y="846274"/>
            <a:ext cx="1822815" cy="575311"/>
          </a:xfrm>
          <a:prstGeom prst="roundRect">
            <a:avLst>
              <a:gd name="adj" fmla="val 9575"/>
            </a:avLst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Output to Display</a:t>
            </a:r>
            <a:endParaRPr lang="en-US" dirty="0"/>
          </a:p>
        </p:txBody>
      </p:sp>
      <p:cxnSp>
        <p:nvCxnSpPr>
          <p:cNvPr id="15" name="Straight Arrow Connector 10">
            <a:extLst>
              <a:ext uri="{FF2B5EF4-FFF2-40B4-BE49-F238E27FC236}">
                <a16:creationId xmlns:a16="http://schemas.microsoft.com/office/drawing/2014/main" id="{4533B29E-3ABD-985D-1E3A-F7EAEA4C7299}"/>
              </a:ext>
            </a:extLst>
          </p:cNvPr>
          <p:cNvCxnSpPr>
            <a:cxnSpLocks/>
            <a:stCxn id="9" idx="3"/>
            <a:endCxn id="4" idx="1"/>
          </p:cNvCxnSpPr>
          <p:nvPr/>
        </p:nvCxnSpPr>
        <p:spPr>
          <a:xfrm flipV="1">
            <a:off x="7952817" y="1138391"/>
            <a:ext cx="242402" cy="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0">
            <a:extLst>
              <a:ext uri="{FF2B5EF4-FFF2-40B4-BE49-F238E27FC236}">
                <a16:creationId xmlns:a16="http://schemas.microsoft.com/office/drawing/2014/main" id="{0FDB28D4-25F1-9CFB-BBCB-2FEF8E819631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 flipV="1">
            <a:off x="10018035" y="1138391"/>
            <a:ext cx="237307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0">
            <a:extLst>
              <a:ext uri="{FF2B5EF4-FFF2-40B4-BE49-F238E27FC236}">
                <a16:creationId xmlns:a16="http://schemas.microsoft.com/office/drawing/2014/main" id="{294851F6-5F8F-1195-E590-E72BC685F586}"/>
              </a:ext>
            </a:extLst>
          </p:cNvPr>
          <p:cNvCxnSpPr>
            <a:cxnSpLocks/>
            <a:stCxn id="6" idx="3"/>
            <a:endCxn id="10" idx="1"/>
          </p:cNvCxnSpPr>
          <p:nvPr/>
        </p:nvCxnSpPr>
        <p:spPr>
          <a:xfrm flipV="1">
            <a:off x="14164451" y="1133931"/>
            <a:ext cx="263479" cy="44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10">
            <a:extLst>
              <a:ext uri="{FF2B5EF4-FFF2-40B4-BE49-F238E27FC236}">
                <a16:creationId xmlns:a16="http://schemas.microsoft.com/office/drawing/2014/main" id="{E005E4D4-1D45-66BF-0098-49EA875AF00B}"/>
              </a:ext>
            </a:extLst>
          </p:cNvPr>
          <p:cNvCxnSpPr>
            <a:cxnSpLocks/>
            <a:stCxn id="10" idx="3"/>
            <a:endCxn id="12" idx="1"/>
          </p:cNvCxnSpPr>
          <p:nvPr/>
        </p:nvCxnSpPr>
        <p:spPr>
          <a:xfrm flipV="1">
            <a:off x="16250745" y="1133930"/>
            <a:ext cx="263479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10">
            <a:extLst>
              <a:ext uri="{FF2B5EF4-FFF2-40B4-BE49-F238E27FC236}">
                <a16:creationId xmlns:a16="http://schemas.microsoft.com/office/drawing/2014/main" id="{B810614E-2FBC-E48C-DB16-4361252B7136}"/>
              </a:ext>
            </a:extLst>
          </p:cNvPr>
          <p:cNvCxnSpPr>
            <a:cxnSpLocks/>
            <a:stCxn id="12" idx="3"/>
            <a:endCxn id="13" idx="1"/>
          </p:cNvCxnSpPr>
          <p:nvPr/>
        </p:nvCxnSpPr>
        <p:spPr>
          <a:xfrm>
            <a:off x="18337039" y="1133930"/>
            <a:ext cx="26347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10">
            <a:extLst>
              <a:ext uri="{FF2B5EF4-FFF2-40B4-BE49-F238E27FC236}">
                <a16:creationId xmlns:a16="http://schemas.microsoft.com/office/drawing/2014/main" id="{50218410-FF1B-E049-A2DE-56CAEF3FE396}"/>
              </a:ext>
            </a:extLst>
          </p:cNvPr>
          <p:cNvCxnSpPr>
            <a:cxnSpLocks/>
            <a:stCxn id="5" idx="0"/>
            <a:endCxn id="7" idx="0"/>
          </p:cNvCxnSpPr>
          <p:nvPr/>
        </p:nvCxnSpPr>
        <p:spPr>
          <a:xfrm rot="16200000" flipH="1" flipV="1">
            <a:off x="7038861" y="-3277151"/>
            <a:ext cx="5" cy="8255773"/>
          </a:xfrm>
          <a:prstGeom prst="bentConnector3">
            <a:avLst>
              <a:gd name="adj1" fmla="val -457200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10">
            <a:extLst>
              <a:ext uri="{FF2B5EF4-FFF2-40B4-BE49-F238E27FC236}">
                <a16:creationId xmlns:a16="http://schemas.microsoft.com/office/drawing/2014/main" id="{CBF15342-8001-9C1A-DBD0-A3A98919E767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 flipV="1">
            <a:off x="12078157" y="1138388"/>
            <a:ext cx="263479" cy="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">
            <a:extLst>
              <a:ext uri="{FF2B5EF4-FFF2-40B4-BE49-F238E27FC236}">
                <a16:creationId xmlns:a16="http://schemas.microsoft.com/office/drawing/2014/main" id="{F289E65A-A71A-A439-5A2A-CFBB931F1E2F}"/>
              </a:ext>
            </a:extLst>
          </p:cNvPr>
          <p:cNvCxnSpPr>
            <a:cxnSpLocks/>
            <a:stCxn id="13" idx="0"/>
            <a:endCxn id="6" idx="0"/>
          </p:cNvCxnSpPr>
          <p:nvPr/>
        </p:nvCxnSpPr>
        <p:spPr>
          <a:xfrm rot="16200000" flipH="1" flipV="1">
            <a:off x="16380256" y="-2280938"/>
            <a:ext cx="4458" cy="6258882"/>
          </a:xfrm>
          <a:prstGeom prst="bentConnector3">
            <a:avLst>
              <a:gd name="adj1" fmla="val -5175774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TextBox 114">
            <a:extLst>
              <a:ext uri="{FF2B5EF4-FFF2-40B4-BE49-F238E27FC236}">
                <a16:creationId xmlns:a16="http://schemas.microsoft.com/office/drawing/2014/main" id="{A54AEBAE-A29D-78B2-079B-B035C21A1BAF}"/>
              </a:ext>
            </a:extLst>
          </p:cNvPr>
          <p:cNvSpPr txBox="1"/>
          <p:nvPr/>
        </p:nvSpPr>
        <p:spPr>
          <a:xfrm>
            <a:off x="5887600" y="275429"/>
            <a:ext cx="1815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Receiving Loop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3EB3BF7E-A85A-66F5-A282-F8C69F049408}"/>
              </a:ext>
            </a:extLst>
          </p:cNvPr>
          <p:cNvSpPr txBox="1"/>
          <p:nvPr/>
        </p:nvSpPr>
        <p:spPr>
          <a:xfrm>
            <a:off x="15474709" y="270963"/>
            <a:ext cx="1815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Location Loop</a:t>
            </a:r>
          </a:p>
        </p:txBody>
      </p:sp>
    </p:spTree>
    <p:extLst>
      <p:ext uri="{BB962C8B-B14F-4D97-AF65-F5344CB8AC3E}">
        <p14:creationId xmlns:p14="http://schemas.microsoft.com/office/powerpoint/2010/main" val="40044703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96656C-7CFE-C05E-6CB5-B98753099F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28E45EA-7FCA-854B-3918-5A76FE5B7101}"/>
              </a:ext>
            </a:extLst>
          </p:cNvPr>
          <p:cNvSpPr/>
          <p:nvPr/>
        </p:nvSpPr>
        <p:spPr>
          <a:xfrm>
            <a:off x="5395494" y="1250914"/>
            <a:ext cx="1666430" cy="1204957"/>
          </a:xfrm>
          <a:prstGeom prst="roundRect">
            <a:avLst>
              <a:gd name="adj" fmla="val 957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b="1" dirty="0"/>
              <a:t>Antenna</a:t>
            </a:r>
            <a:endParaRPr lang="en-US" dirty="0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DB725D4-EF1A-0595-5534-931D813662CC}"/>
              </a:ext>
            </a:extLst>
          </p:cNvPr>
          <p:cNvSpPr/>
          <p:nvPr/>
        </p:nvSpPr>
        <p:spPr>
          <a:xfrm>
            <a:off x="7723627" y="1250914"/>
            <a:ext cx="1666430" cy="1204957"/>
          </a:xfrm>
          <a:prstGeom prst="roundRect">
            <a:avLst>
              <a:gd name="adj" fmla="val 10142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b="1" dirty="0"/>
              <a:t>SDR Device</a:t>
            </a:r>
            <a:endParaRPr lang="en-US" dirty="0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04A3BE1-1B30-BEAB-608D-9AA6F59663F5}"/>
              </a:ext>
            </a:extLst>
          </p:cNvPr>
          <p:cNvSpPr/>
          <p:nvPr/>
        </p:nvSpPr>
        <p:spPr>
          <a:xfrm>
            <a:off x="10051760" y="1250914"/>
            <a:ext cx="1666430" cy="1204957"/>
          </a:xfrm>
          <a:prstGeom prst="roundRect">
            <a:avLst>
              <a:gd name="adj" fmla="val 957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Analog-to-</a:t>
            </a:r>
            <a:r>
              <a:rPr lang="en-US" b="1" dirty="0" err="1"/>
              <a:t>IQData</a:t>
            </a:r>
            <a:endParaRPr lang="en-US" dirty="0"/>
          </a:p>
        </p:txBody>
      </p:sp>
      <p:cxnSp>
        <p:nvCxnSpPr>
          <p:cNvPr id="14" name="Straight Arrow Connector 10">
            <a:extLst>
              <a:ext uri="{FF2B5EF4-FFF2-40B4-BE49-F238E27FC236}">
                <a16:creationId xmlns:a16="http://schemas.microsoft.com/office/drawing/2014/main" id="{5DF7A201-A2D0-7893-9115-7FF33D7AEEF2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>
            <a:off x="7061926" y="1853391"/>
            <a:ext cx="66170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0">
            <a:extLst>
              <a:ext uri="{FF2B5EF4-FFF2-40B4-BE49-F238E27FC236}">
                <a16:creationId xmlns:a16="http://schemas.microsoft.com/office/drawing/2014/main" id="{214CE44F-37B6-73A2-57AB-F90AEBE9B319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>
            <a:off x="9390059" y="1853391"/>
            <a:ext cx="66170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75B0E04-88D3-DE42-1E18-04FC21B439E2}"/>
              </a:ext>
            </a:extLst>
          </p:cNvPr>
          <p:cNvSpPr/>
          <p:nvPr/>
        </p:nvSpPr>
        <p:spPr>
          <a:xfrm>
            <a:off x="12379893" y="1250913"/>
            <a:ext cx="1666430" cy="1204957"/>
          </a:xfrm>
          <a:prstGeom prst="roundRect">
            <a:avLst>
              <a:gd name="adj" fmla="val 957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Transmit via USB</a:t>
            </a:r>
            <a:endParaRPr lang="en-US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9DFEE46-074F-B081-73A1-94B4F051F0F8}"/>
              </a:ext>
            </a:extLst>
          </p:cNvPr>
          <p:cNvSpPr/>
          <p:nvPr/>
        </p:nvSpPr>
        <p:spPr>
          <a:xfrm>
            <a:off x="14708026" y="1257264"/>
            <a:ext cx="1666430" cy="1204957"/>
          </a:xfrm>
          <a:prstGeom prst="roundRect">
            <a:avLst>
              <a:gd name="adj" fmla="val 957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Acquire GPS signals </a:t>
            </a:r>
            <a:r>
              <a:rPr lang="en-US" sz="1400" b="1" dirty="0"/>
              <a:t>(internal loop)</a:t>
            </a:r>
            <a:endParaRPr lang="en-US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70619F8-D948-29D7-E5F9-C416BC6A2741}"/>
              </a:ext>
            </a:extLst>
          </p:cNvPr>
          <p:cNvSpPr/>
          <p:nvPr/>
        </p:nvSpPr>
        <p:spPr>
          <a:xfrm>
            <a:off x="12379893" y="4220644"/>
            <a:ext cx="1666430" cy="1204957"/>
          </a:xfrm>
          <a:prstGeom prst="roundRect">
            <a:avLst>
              <a:gd name="adj" fmla="val 957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Lock GPS signals</a:t>
            </a:r>
            <a:endParaRPr lang="en-US" dirty="0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2A2EEC70-307C-D8BD-0986-93171C22EB7D}"/>
              </a:ext>
            </a:extLst>
          </p:cNvPr>
          <p:cNvSpPr/>
          <p:nvPr/>
        </p:nvSpPr>
        <p:spPr>
          <a:xfrm>
            <a:off x="10051760" y="4220643"/>
            <a:ext cx="1666430" cy="1204957"/>
          </a:xfrm>
          <a:prstGeom prst="roundRect">
            <a:avLst>
              <a:gd name="adj" fmla="val 957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GPS Message decoding</a:t>
            </a:r>
            <a:endParaRPr lang="en-US" dirty="0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150BE031-2EB5-3460-B2D5-9CAEDB285F19}"/>
              </a:ext>
            </a:extLst>
          </p:cNvPr>
          <p:cNvSpPr/>
          <p:nvPr/>
        </p:nvSpPr>
        <p:spPr>
          <a:xfrm>
            <a:off x="7723627" y="4220642"/>
            <a:ext cx="1666430" cy="1204957"/>
          </a:xfrm>
          <a:prstGeom prst="roundRect">
            <a:avLst>
              <a:gd name="adj" fmla="val 957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Position Calculation</a:t>
            </a:r>
            <a:endParaRPr lang="en-US" dirty="0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4406C6FD-DE76-58EC-01DF-D058A6AE70EB}"/>
              </a:ext>
            </a:extLst>
          </p:cNvPr>
          <p:cNvSpPr/>
          <p:nvPr/>
        </p:nvSpPr>
        <p:spPr>
          <a:xfrm>
            <a:off x="5395494" y="4220641"/>
            <a:ext cx="1666430" cy="1204957"/>
          </a:xfrm>
          <a:prstGeom prst="roundRect">
            <a:avLst>
              <a:gd name="adj" fmla="val 957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Output to Display</a:t>
            </a:r>
            <a:endParaRPr lang="en-US" dirty="0"/>
          </a:p>
        </p:txBody>
      </p:sp>
      <p:cxnSp>
        <p:nvCxnSpPr>
          <p:cNvPr id="15" name="Straight Arrow Connector 10">
            <a:extLst>
              <a:ext uri="{FF2B5EF4-FFF2-40B4-BE49-F238E27FC236}">
                <a16:creationId xmlns:a16="http://schemas.microsoft.com/office/drawing/2014/main" id="{17B1B001-A37D-72BF-7258-6514C51D6B8C}"/>
              </a:ext>
            </a:extLst>
          </p:cNvPr>
          <p:cNvCxnSpPr>
            <a:cxnSpLocks/>
          </p:cNvCxnSpPr>
          <p:nvPr/>
        </p:nvCxnSpPr>
        <p:spPr>
          <a:xfrm>
            <a:off x="11718192" y="1857480"/>
            <a:ext cx="66170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0">
            <a:extLst>
              <a:ext uri="{FF2B5EF4-FFF2-40B4-BE49-F238E27FC236}">
                <a16:creationId xmlns:a16="http://schemas.microsoft.com/office/drawing/2014/main" id="{942FA268-0C16-AE9B-F6E7-FE84DDDE22BA}"/>
              </a:ext>
            </a:extLst>
          </p:cNvPr>
          <p:cNvCxnSpPr>
            <a:cxnSpLocks/>
          </p:cNvCxnSpPr>
          <p:nvPr/>
        </p:nvCxnSpPr>
        <p:spPr>
          <a:xfrm>
            <a:off x="14046325" y="1853389"/>
            <a:ext cx="66170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0">
            <a:extLst>
              <a:ext uri="{FF2B5EF4-FFF2-40B4-BE49-F238E27FC236}">
                <a16:creationId xmlns:a16="http://schemas.microsoft.com/office/drawing/2014/main" id="{AA1F977D-DBE6-B88F-6D4C-D0524CAD7010}"/>
              </a:ext>
            </a:extLst>
          </p:cNvPr>
          <p:cNvCxnSpPr>
            <a:cxnSpLocks/>
            <a:stCxn id="6" idx="1"/>
            <a:endCxn id="10" idx="3"/>
          </p:cNvCxnSpPr>
          <p:nvPr/>
        </p:nvCxnSpPr>
        <p:spPr>
          <a:xfrm flipH="1" flipV="1">
            <a:off x="11718192" y="4823122"/>
            <a:ext cx="661703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10">
            <a:extLst>
              <a:ext uri="{FF2B5EF4-FFF2-40B4-BE49-F238E27FC236}">
                <a16:creationId xmlns:a16="http://schemas.microsoft.com/office/drawing/2014/main" id="{09980938-822C-D750-A335-4DDD9C06E62A}"/>
              </a:ext>
            </a:extLst>
          </p:cNvPr>
          <p:cNvCxnSpPr>
            <a:cxnSpLocks/>
          </p:cNvCxnSpPr>
          <p:nvPr/>
        </p:nvCxnSpPr>
        <p:spPr>
          <a:xfrm flipH="1" flipV="1">
            <a:off x="9390058" y="4823119"/>
            <a:ext cx="661703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10">
            <a:extLst>
              <a:ext uri="{FF2B5EF4-FFF2-40B4-BE49-F238E27FC236}">
                <a16:creationId xmlns:a16="http://schemas.microsoft.com/office/drawing/2014/main" id="{77394A53-135C-DBB8-ED10-2C37FBB6B771}"/>
              </a:ext>
            </a:extLst>
          </p:cNvPr>
          <p:cNvCxnSpPr>
            <a:cxnSpLocks/>
          </p:cNvCxnSpPr>
          <p:nvPr/>
        </p:nvCxnSpPr>
        <p:spPr>
          <a:xfrm flipH="1" flipV="1">
            <a:off x="7061925" y="4823119"/>
            <a:ext cx="661703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10">
            <a:extLst>
              <a:ext uri="{FF2B5EF4-FFF2-40B4-BE49-F238E27FC236}">
                <a16:creationId xmlns:a16="http://schemas.microsoft.com/office/drawing/2014/main" id="{5D3F381A-31F0-7D37-47FC-800A3F9E0C60}"/>
              </a:ext>
            </a:extLst>
          </p:cNvPr>
          <p:cNvCxnSpPr>
            <a:cxnSpLocks/>
            <a:stCxn id="5" idx="0"/>
            <a:endCxn id="7" idx="0"/>
          </p:cNvCxnSpPr>
          <p:nvPr/>
        </p:nvCxnSpPr>
        <p:spPr>
          <a:xfrm rot="16200000" flipV="1">
            <a:off x="10881800" y="-3402179"/>
            <a:ext cx="6350" cy="9312532"/>
          </a:xfrm>
          <a:prstGeom prst="bentConnector3">
            <a:avLst>
              <a:gd name="adj1" fmla="val 11132268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10">
            <a:extLst>
              <a:ext uri="{FF2B5EF4-FFF2-40B4-BE49-F238E27FC236}">
                <a16:creationId xmlns:a16="http://schemas.microsoft.com/office/drawing/2014/main" id="{541D5732-457C-C163-AB2D-2CEFE1CF2D4F}"/>
              </a:ext>
            </a:extLst>
          </p:cNvPr>
          <p:cNvCxnSpPr>
            <a:cxnSpLocks/>
            <a:stCxn id="6" idx="2"/>
          </p:cNvCxnSpPr>
          <p:nvPr/>
        </p:nvCxnSpPr>
        <p:spPr>
          <a:xfrm rot="5400000">
            <a:off x="9182596" y="2471717"/>
            <a:ext cx="1076631" cy="6984399"/>
          </a:xfrm>
          <a:prstGeom prst="bentConnector2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10">
            <a:extLst>
              <a:ext uri="{FF2B5EF4-FFF2-40B4-BE49-F238E27FC236}">
                <a16:creationId xmlns:a16="http://schemas.microsoft.com/office/drawing/2014/main" id="{63E89DE6-6996-BDBE-2326-F21E8957FD6D}"/>
              </a:ext>
            </a:extLst>
          </p:cNvPr>
          <p:cNvCxnSpPr>
            <a:cxnSpLocks/>
            <a:endCxn id="13" idx="2"/>
          </p:cNvCxnSpPr>
          <p:nvPr/>
        </p:nvCxnSpPr>
        <p:spPr>
          <a:xfrm flipV="1">
            <a:off x="6228709" y="5425598"/>
            <a:ext cx="0" cy="10766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10">
            <a:extLst>
              <a:ext uri="{FF2B5EF4-FFF2-40B4-BE49-F238E27FC236}">
                <a16:creationId xmlns:a16="http://schemas.microsoft.com/office/drawing/2014/main" id="{67B16555-350C-1826-4A90-27A7D5559476}"/>
              </a:ext>
            </a:extLst>
          </p:cNvPr>
          <p:cNvCxnSpPr>
            <a:cxnSpLocks/>
            <a:stCxn id="5" idx="2"/>
            <a:endCxn id="6" idx="3"/>
          </p:cNvCxnSpPr>
          <p:nvPr/>
        </p:nvCxnSpPr>
        <p:spPr>
          <a:xfrm rot="5400000">
            <a:off x="13613331" y="2895211"/>
            <a:ext cx="2360902" cy="149491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2379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84DC98E32CE27408DE2FDF68A090ACA" ma:contentTypeVersion="4" ma:contentTypeDescription="Create a new document." ma:contentTypeScope="" ma:versionID="fec81df7ba92e92c09741f3b717279c9">
  <xsd:schema xmlns:xsd="http://www.w3.org/2001/XMLSchema" xmlns:xs="http://www.w3.org/2001/XMLSchema" xmlns:p="http://schemas.microsoft.com/office/2006/metadata/properties" xmlns:ns2="e3d5b3db-c1b8-413d-a609-d937c486150c" targetNamespace="http://schemas.microsoft.com/office/2006/metadata/properties" ma:root="true" ma:fieldsID="b8fcd78b4ac1e4977291b3da21127790" ns2:_="">
    <xsd:import namespace="e3d5b3db-c1b8-413d-a609-d937c486150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3d5b3db-c1b8-413d-a609-d937c486150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6E7BA1E-1720-4A1F-BB33-351E5C24C92D}"/>
</file>

<file path=customXml/itemProps2.xml><?xml version="1.0" encoding="utf-8"?>
<ds:datastoreItem xmlns:ds="http://schemas.openxmlformats.org/officeDocument/2006/customXml" ds:itemID="{70CA1F21-B78C-483B-9C11-F394418224C1}"/>
</file>

<file path=customXml/itemProps3.xml><?xml version="1.0" encoding="utf-8"?>
<ds:datastoreItem xmlns:ds="http://schemas.openxmlformats.org/officeDocument/2006/customXml" ds:itemID="{AF24B7DF-ACC7-4354-85F6-08E1EF001041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2190</TotalTime>
  <Words>56</Words>
  <Application>Microsoft Macintosh PowerPoint</Application>
  <PresentationFormat>Custom</PresentationFormat>
  <Paragraphs>23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SG TREASURER, SA</dc:creator>
  <cp:lastModifiedBy>SG TREASURER, SA</cp:lastModifiedBy>
  <cp:revision>1</cp:revision>
  <dcterms:created xsi:type="dcterms:W3CDTF">2024-11-06T03:30:34Z</dcterms:created>
  <dcterms:modified xsi:type="dcterms:W3CDTF">2024-11-07T16:00:43Z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0x010100D84DC98E32CE27408DE2FDF68A090ACA</vt:lpwstr>
  </property>
</Properties>
</file>