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1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1584" y="-8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t, Jacob" userId="3948bc58-7b81-44a4-9cf0-22ebac0213b4" providerId="ADAL" clId="{15B2E8F7-B431-4AED-9317-5A27DC3692A6}"/>
    <pc:docChg chg="undo redo custSel addSld modSld">
      <pc:chgData name="Vaught, Jacob" userId="3948bc58-7b81-44a4-9cf0-22ebac0213b4" providerId="ADAL" clId="{15B2E8F7-B431-4AED-9317-5A27DC3692A6}" dt="2023-12-11T08:09:03.989" v="1216" actId="1076"/>
      <pc:docMkLst>
        <pc:docMk/>
      </pc:docMkLst>
      <pc:sldChg chg="addSp modSp mod">
        <pc:chgData name="Vaught, Jacob" userId="3948bc58-7b81-44a4-9cf0-22ebac0213b4" providerId="ADAL" clId="{15B2E8F7-B431-4AED-9317-5A27DC3692A6}" dt="2023-12-11T07:15:11.143" v="261" actId="1076"/>
        <pc:sldMkLst>
          <pc:docMk/>
          <pc:sldMk cId="3023742890" sldId="256"/>
        </pc:sldMkLst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4" creationId="{040B95E2-260B-C67F-4186-9AF565B3B8D7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5" creationId="{CDBDB586-12FF-73F4-51EA-68FE739C9C21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6" creationId="{F9C45788-4F81-99CB-A108-9870FF542252}"/>
          </ac:spMkLst>
        </pc:spChg>
        <pc:spChg chg="mod">
          <ac:chgData name="Vaught, Jacob" userId="3948bc58-7b81-44a4-9cf0-22ebac0213b4" providerId="ADAL" clId="{15B2E8F7-B431-4AED-9317-5A27DC3692A6}" dt="2023-12-11T06:34:19.683" v="35" actId="20577"/>
          <ac:spMkLst>
            <pc:docMk/>
            <pc:sldMk cId="3023742890" sldId="256"/>
            <ac:spMk id="7" creationId="{65B9E201-4A2B-46C9-48B3-C8EFD474F2BC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8" creationId="{2721D83B-E06B-BBAB-B9C5-7F84D09C4E99}"/>
          </ac:spMkLst>
        </pc:spChg>
        <pc:spChg chg="add mod">
          <ac:chgData name="Vaught, Jacob" userId="3948bc58-7b81-44a4-9cf0-22ebac0213b4" providerId="ADAL" clId="{15B2E8F7-B431-4AED-9317-5A27DC3692A6}" dt="2023-12-11T07:15:11.143" v="261" actId="1076"/>
          <ac:spMkLst>
            <pc:docMk/>
            <pc:sldMk cId="3023742890" sldId="256"/>
            <ac:spMk id="9" creationId="{C9E2B6C8-3D6D-DC74-B3BC-AE5C4A375445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22" creationId="{C99A9199-898C-0007-1EFE-CB625A826464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26" creationId="{3A6D2AFC-A5EC-7CBD-B289-BBB546A70CF0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27" creationId="{9AE57CDD-0972-390B-9450-5F4B88067DE2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28" creationId="{E4F284DB-DA65-DB6E-B5FE-32082AB06F15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45" creationId="{ABD9B184-4CA7-3A60-F971-79C2D859F1A8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46" creationId="{A04B0A92-C053-4595-C3FE-C38DAC895330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61" creationId="{7A07A105-1F6F-8EF6-E759-52167EE8C2F9}"/>
          </ac:spMkLst>
        </pc:spChg>
        <pc:spChg chg="mod">
          <ac:chgData name="Vaught, Jacob" userId="3948bc58-7b81-44a4-9cf0-22ebac0213b4" providerId="ADAL" clId="{15B2E8F7-B431-4AED-9317-5A27DC3692A6}" dt="2023-12-05T21:53:46.269" v="0" actId="1076"/>
          <ac:spMkLst>
            <pc:docMk/>
            <pc:sldMk cId="3023742890" sldId="256"/>
            <ac:spMk id="62" creationId="{4304FDF8-F8DC-49D9-4D83-E51115D39706}"/>
          </ac:spMkLst>
        </pc:sp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10" creationId="{D7803E1E-404E-8C4F-AFFD-EF02D8232779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14" creationId="{9C946EBD-9B01-111F-3FDD-5C95E1ECAD10}"/>
          </ac:cxnSpMkLst>
        </pc:cxnChg>
        <pc:cxnChg chg="mod">
          <ac:chgData name="Vaught, Jacob" userId="3948bc58-7b81-44a4-9cf0-22ebac0213b4" providerId="ADAL" clId="{15B2E8F7-B431-4AED-9317-5A27DC3692A6}" dt="2023-12-11T06:34:15.043" v="23" actId="1076"/>
          <ac:cxnSpMkLst>
            <pc:docMk/>
            <pc:sldMk cId="3023742890" sldId="256"/>
            <ac:cxnSpMk id="15" creationId="{259FAC95-074B-55A5-0992-AD3C22082084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23" creationId="{6366ABCA-B8EA-D1BE-E7EC-7B35EBF489F3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31" creationId="{0CA7793D-2E7D-FB67-1CDD-9916C78A0B7B}"/>
          </ac:cxnSpMkLst>
        </pc:cxnChg>
        <pc:cxnChg chg="mod">
          <ac:chgData name="Vaught, Jacob" userId="3948bc58-7b81-44a4-9cf0-22ebac0213b4" providerId="ADAL" clId="{15B2E8F7-B431-4AED-9317-5A27DC3692A6}" dt="2023-12-11T06:34:15.043" v="23" actId="1076"/>
          <ac:cxnSpMkLst>
            <pc:docMk/>
            <pc:sldMk cId="3023742890" sldId="256"/>
            <ac:cxnSpMk id="34" creationId="{9B4A742F-61F1-3646-295A-BFAE551EE4B0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36" creationId="{948FFB16-761E-27C7-2B4E-D510BF09C155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38" creationId="{4BCC0DF5-0297-4017-1D54-0CE21FE80880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47" creationId="{8C51DEE3-2271-CAB3-3C4D-1ED653D6E9F2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50" creationId="{25D7D03D-13D1-90B2-34F5-6E8D3F237AC0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63" creationId="{3A64E75A-1056-F11E-B9B6-0FBD846A5618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64" creationId="{7459D2C2-D060-AB62-1926-55FB055F00EC}"/>
          </ac:cxnSpMkLst>
        </pc:cxnChg>
        <pc:cxnChg chg="mod">
          <ac:chgData name="Vaught, Jacob" userId="3948bc58-7b81-44a4-9cf0-22ebac0213b4" providerId="ADAL" clId="{15B2E8F7-B431-4AED-9317-5A27DC3692A6}" dt="2023-12-05T21:53:46.269" v="0" actId="1076"/>
          <ac:cxnSpMkLst>
            <pc:docMk/>
            <pc:sldMk cId="3023742890" sldId="256"/>
            <ac:cxnSpMk id="76" creationId="{5EA0B9F4-2FEF-36F3-AAD2-9DA384695052}"/>
          </ac:cxnSpMkLst>
        </pc:cxnChg>
      </pc:sldChg>
      <pc:sldChg chg="addSp delSp modSp mod">
        <pc:chgData name="Vaught, Jacob" userId="3948bc58-7b81-44a4-9cf0-22ebac0213b4" providerId="ADAL" clId="{15B2E8F7-B431-4AED-9317-5A27DC3692A6}" dt="2023-12-09T04:18:46.120" v="21" actId="208"/>
        <pc:sldMkLst>
          <pc:docMk/>
          <pc:sldMk cId="3610681857" sldId="257"/>
        </pc:sldMkLst>
        <pc:spChg chg="mod">
          <ac:chgData name="Vaught, Jacob" userId="3948bc58-7b81-44a4-9cf0-22ebac0213b4" providerId="ADAL" clId="{15B2E8F7-B431-4AED-9317-5A27DC3692A6}" dt="2023-12-09T04:18:03.150" v="14" actId="208"/>
          <ac:spMkLst>
            <pc:docMk/>
            <pc:sldMk cId="3610681857" sldId="257"/>
            <ac:spMk id="4" creationId="{0A27A116-B664-085A-8D14-0F3DF5EB04B6}"/>
          </ac:spMkLst>
        </pc:spChg>
        <pc:spChg chg="mod">
          <ac:chgData name="Vaught, Jacob" userId="3948bc58-7b81-44a4-9cf0-22ebac0213b4" providerId="ADAL" clId="{15B2E8F7-B431-4AED-9317-5A27DC3692A6}" dt="2023-12-09T04:18:46.120" v="21" actId="208"/>
          <ac:spMkLst>
            <pc:docMk/>
            <pc:sldMk cId="3610681857" sldId="257"/>
            <ac:spMk id="5" creationId="{3AD24F1B-697C-765F-045D-2B0B7601F6D3}"/>
          </ac:spMkLst>
        </pc:spChg>
        <pc:spChg chg="mod">
          <ac:chgData name="Vaught, Jacob" userId="3948bc58-7b81-44a4-9cf0-22ebac0213b4" providerId="ADAL" clId="{15B2E8F7-B431-4AED-9317-5A27DC3692A6}" dt="2023-12-05T21:53:53.639" v="1" actId="1076"/>
          <ac:spMkLst>
            <pc:docMk/>
            <pc:sldMk cId="3610681857" sldId="257"/>
            <ac:spMk id="6" creationId="{195DE540-A64D-45B2-D207-A1CB48B362A2}"/>
          </ac:spMkLst>
        </pc:spChg>
        <pc:spChg chg="mod">
          <ac:chgData name="Vaught, Jacob" userId="3948bc58-7b81-44a4-9cf0-22ebac0213b4" providerId="ADAL" clId="{15B2E8F7-B431-4AED-9317-5A27DC3692A6}" dt="2023-12-05T21:53:53.639" v="1" actId="1076"/>
          <ac:spMkLst>
            <pc:docMk/>
            <pc:sldMk cId="3610681857" sldId="257"/>
            <ac:spMk id="66" creationId="{58E74496-8D68-46B0-61FB-BC2894746A90}"/>
          </ac:spMkLst>
        </pc:spChg>
        <pc:spChg chg="mod">
          <ac:chgData name="Vaught, Jacob" userId="3948bc58-7b81-44a4-9cf0-22ebac0213b4" providerId="ADAL" clId="{15B2E8F7-B431-4AED-9317-5A27DC3692A6}" dt="2023-12-05T21:53:53.639" v="1" actId="1076"/>
          <ac:spMkLst>
            <pc:docMk/>
            <pc:sldMk cId="3610681857" sldId="257"/>
            <ac:spMk id="80" creationId="{85EAFFC7-D4D3-9533-6337-094132E1F89F}"/>
          </ac:spMkLst>
        </pc:spChg>
        <pc:spChg chg="mod">
          <ac:chgData name="Vaught, Jacob" userId="3948bc58-7b81-44a4-9cf0-22ebac0213b4" providerId="ADAL" clId="{15B2E8F7-B431-4AED-9317-5A27DC3692A6}" dt="2023-12-05T21:53:53.639" v="1" actId="1076"/>
          <ac:spMkLst>
            <pc:docMk/>
            <pc:sldMk cId="3610681857" sldId="257"/>
            <ac:spMk id="81" creationId="{67D3A278-4B5F-706C-04BF-670B8B20FB62}"/>
          </ac:spMkLst>
        </pc:spChg>
        <pc:spChg chg="mod">
          <ac:chgData name="Vaught, Jacob" userId="3948bc58-7b81-44a4-9cf0-22ebac0213b4" providerId="ADAL" clId="{15B2E8F7-B431-4AED-9317-5A27DC3692A6}" dt="2023-12-05T21:53:53.639" v="1" actId="1076"/>
          <ac:spMkLst>
            <pc:docMk/>
            <pc:sldMk cId="3610681857" sldId="257"/>
            <ac:spMk id="82" creationId="{EBDA5CE7-1A7A-EFE2-9202-EA1C29FFEAF7}"/>
          </ac:spMkLst>
        </pc:spChg>
        <pc:spChg chg="mod">
          <ac:chgData name="Vaught, Jacob" userId="3948bc58-7b81-44a4-9cf0-22ebac0213b4" providerId="ADAL" clId="{15B2E8F7-B431-4AED-9317-5A27DC3692A6}" dt="2023-12-05T21:53:53.639" v="1" actId="1076"/>
          <ac:spMkLst>
            <pc:docMk/>
            <pc:sldMk cId="3610681857" sldId="257"/>
            <ac:spMk id="95" creationId="{80A9910C-4C4D-C644-0F3D-BF1FBCC675CA}"/>
          </ac:spMkLst>
        </pc:spChg>
        <pc:spChg chg="mod">
          <ac:chgData name="Vaught, Jacob" userId="3948bc58-7b81-44a4-9cf0-22ebac0213b4" providerId="ADAL" clId="{15B2E8F7-B431-4AED-9317-5A27DC3692A6}" dt="2023-12-05T21:53:53.639" v="1" actId="1076"/>
          <ac:spMkLst>
            <pc:docMk/>
            <pc:sldMk cId="3610681857" sldId="257"/>
            <ac:spMk id="122" creationId="{E1686BD2-83D8-498F-E7A3-C33698CF7DDE}"/>
          </ac:spMkLst>
        </pc:spChg>
        <pc:spChg chg="mod">
          <ac:chgData name="Vaught, Jacob" userId="3948bc58-7b81-44a4-9cf0-22ebac0213b4" providerId="ADAL" clId="{15B2E8F7-B431-4AED-9317-5A27DC3692A6}" dt="2023-12-09T04:18:34.865" v="19" actId="207"/>
          <ac:spMkLst>
            <pc:docMk/>
            <pc:sldMk cId="3610681857" sldId="257"/>
            <ac:spMk id="126" creationId="{9B953287-E238-C643-0B78-05FFF73F712E}"/>
          </ac:spMkLst>
        </pc:spChg>
        <pc:spChg chg="mod">
          <ac:chgData name="Vaught, Jacob" userId="3948bc58-7b81-44a4-9cf0-22ebac0213b4" providerId="ADAL" clId="{15B2E8F7-B431-4AED-9317-5A27DC3692A6}" dt="2023-12-09T04:18:12.327" v="16" actId="208"/>
          <ac:spMkLst>
            <pc:docMk/>
            <pc:sldMk cId="3610681857" sldId="257"/>
            <ac:spMk id="141" creationId="{5B407CE3-563C-2C98-83E3-791DCA756E4D}"/>
          </ac:spMkLst>
        </pc:spChg>
        <pc:cxnChg chg="add mod">
          <ac:chgData name="Vaught, Jacob" userId="3948bc58-7b81-44a4-9cf0-22ebac0213b4" providerId="ADAL" clId="{15B2E8F7-B431-4AED-9317-5A27DC3692A6}" dt="2023-12-09T04:17:41.406" v="12" actId="14100"/>
          <ac:cxnSpMkLst>
            <pc:docMk/>
            <pc:sldMk cId="3610681857" sldId="257"/>
            <ac:cxnSpMk id="10" creationId="{9F3D9845-DFB1-DA69-0DCE-E371442BBEC4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38" creationId="{A1663294-5FBC-8EF5-9AB0-914F6015AB81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42" creationId="{54AB2C90-5078-095C-84E8-CCF40548CC69}"/>
          </ac:cxnSpMkLst>
        </pc:cxnChg>
        <pc:cxnChg chg="del mod">
          <ac:chgData name="Vaught, Jacob" userId="3948bc58-7b81-44a4-9cf0-22ebac0213b4" providerId="ADAL" clId="{15B2E8F7-B431-4AED-9317-5A27DC3692A6}" dt="2023-12-09T04:17:38.168" v="11" actId="478"/>
          <ac:cxnSpMkLst>
            <pc:docMk/>
            <pc:sldMk cId="3610681857" sldId="257"/>
            <ac:cxnSpMk id="67" creationId="{C2AD0EFB-EDFF-4F4B-13AD-7D82A6F06F2B}"/>
          </ac:cxnSpMkLst>
        </pc:cxnChg>
        <pc:cxnChg chg="mod">
          <ac:chgData name="Vaught, Jacob" userId="3948bc58-7b81-44a4-9cf0-22ebac0213b4" providerId="ADAL" clId="{15B2E8F7-B431-4AED-9317-5A27DC3692A6}" dt="2023-12-09T04:11:53.400" v="6" actId="14100"/>
          <ac:cxnSpMkLst>
            <pc:docMk/>
            <pc:sldMk cId="3610681857" sldId="257"/>
            <ac:cxnSpMk id="77" creationId="{2F9CA3DA-399A-281C-0CC7-CBB08E733503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85" creationId="{42620EBF-BADC-0B31-4460-AF7D98405162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88" creationId="{3F0FBB04-3B96-F43D-52BC-46254C75FCAD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91" creationId="{B693332F-4CB3-E072-35A3-E9B0079936E1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96" creationId="{D55649B8-2683-B2B9-CDC9-6E9098FE86A1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99" creationId="{E26AED47-2AA4-A815-2D39-7A798A98EA84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102" creationId="{8393FE90-F81D-E6A7-88E8-60AE7DB3660C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111" creationId="{E30B266A-8DFE-8D61-1D19-F129FDC4FDBD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114" creationId="{C343B899-7FB0-0F20-35FD-CBFDFBB1A49C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127" creationId="{EC9AF2A5-D3A8-1C91-157E-7266DA236152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130" creationId="{1305917C-138C-F772-6852-D87B87B68BFB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133" creationId="{EB494553-308F-4E71-44E9-88BB533247D8}"/>
          </ac:cxnSpMkLst>
        </pc:cxnChg>
        <pc:cxnChg chg="mod">
          <ac:chgData name="Vaught, Jacob" userId="3948bc58-7b81-44a4-9cf0-22ebac0213b4" providerId="ADAL" clId="{15B2E8F7-B431-4AED-9317-5A27DC3692A6}" dt="2023-12-05T21:53:53.639" v="1" actId="1076"/>
          <ac:cxnSpMkLst>
            <pc:docMk/>
            <pc:sldMk cId="3610681857" sldId="257"/>
            <ac:cxnSpMk id="137" creationId="{B652BFE0-93AA-25B2-7DD3-EE31AA56CFDB}"/>
          </ac:cxnSpMkLst>
        </pc:cxnChg>
        <pc:cxnChg chg="mod">
          <ac:chgData name="Vaught, Jacob" userId="3948bc58-7b81-44a4-9cf0-22ebac0213b4" providerId="ADAL" clId="{15B2E8F7-B431-4AED-9317-5A27DC3692A6}" dt="2023-12-09T04:11:45.599" v="5" actId="14100"/>
          <ac:cxnSpMkLst>
            <pc:docMk/>
            <pc:sldMk cId="3610681857" sldId="257"/>
            <ac:cxnSpMk id="142" creationId="{D384021A-FA8A-C239-2DBC-5B180F3BEF47}"/>
          </ac:cxnSpMkLst>
        </pc:cxnChg>
      </pc:sldChg>
      <pc:sldChg chg="addSp delSp modSp add mod">
        <pc:chgData name="Vaught, Jacob" userId="3948bc58-7b81-44a4-9cf0-22ebac0213b4" providerId="ADAL" clId="{15B2E8F7-B431-4AED-9317-5A27DC3692A6}" dt="2023-12-11T07:15:26.357" v="278" actId="1076"/>
        <pc:sldMkLst>
          <pc:docMk/>
          <pc:sldMk cId="989319893" sldId="258"/>
        </pc:sldMkLst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4" creationId="{040B95E2-260B-C67F-4186-9AF565B3B8D7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5" creationId="{CDBDB586-12FF-73F4-51EA-68FE739C9C21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6" creationId="{F9C45788-4F81-99CB-A108-9870FF542252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7" creationId="{65B9E201-4A2B-46C9-48B3-C8EFD474F2BC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8" creationId="{2721D83B-E06B-BBAB-B9C5-7F84D09C4E99}"/>
          </ac:spMkLst>
        </pc:spChg>
        <pc:spChg chg="add 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18" creationId="{8D678BA1-76C0-F7E3-0793-A402539D7F0B}"/>
          </ac:spMkLst>
        </pc:spChg>
        <pc:spChg chg="del">
          <ac:chgData name="Vaught, Jacob" userId="3948bc58-7b81-44a4-9cf0-22ebac0213b4" providerId="ADAL" clId="{15B2E8F7-B431-4AED-9317-5A27DC3692A6}" dt="2023-12-11T07:00:15.060" v="37" actId="478"/>
          <ac:spMkLst>
            <pc:docMk/>
            <pc:sldMk cId="989319893" sldId="258"/>
            <ac:spMk id="22" creationId="{C99A9199-898C-0007-1EFE-CB625A826464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26" creationId="{3A6D2AFC-A5EC-7CBD-B289-BBB546A70CF0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27" creationId="{9AE57CDD-0972-390B-9450-5F4B88067DE2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28" creationId="{E4F284DB-DA65-DB6E-B5FE-32082AB06F15}"/>
          </ac:spMkLst>
        </pc:spChg>
        <pc:spChg chg="add 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40" creationId="{C4E82AA0-EF98-D690-A8FA-B2DC338B9590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45" creationId="{ABD9B184-4CA7-3A60-F971-79C2D859F1A8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46" creationId="{A04B0A92-C053-4595-C3FE-C38DAC895330}"/>
          </ac:spMkLst>
        </pc:spChg>
        <pc:spChg chg="add 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59" creationId="{0695140B-9162-E19B-3CDF-8D9AAB4712E3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61" creationId="{7A07A105-1F6F-8EF6-E759-52167EE8C2F9}"/>
          </ac:spMkLst>
        </pc:spChg>
        <pc:spChg chg="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62" creationId="{4304FDF8-F8DC-49D9-4D83-E51115D39706}"/>
          </ac:spMkLst>
        </pc:spChg>
        <pc:spChg chg="add mod">
          <ac:chgData name="Vaught, Jacob" userId="3948bc58-7b81-44a4-9cf0-22ebac0213b4" providerId="ADAL" clId="{15B2E8F7-B431-4AED-9317-5A27DC3692A6}" dt="2023-12-11T07:10:57.467" v="245" actId="1076"/>
          <ac:spMkLst>
            <pc:docMk/>
            <pc:sldMk cId="989319893" sldId="258"/>
            <ac:spMk id="70" creationId="{973D6D49-941D-0C5D-810F-D26408D02376}"/>
          </ac:spMkLst>
        </pc:spChg>
        <pc:spChg chg="add mod">
          <ac:chgData name="Vaught, Jacob" userId="3948bc58-7b81-44a4-9cf0-22ebac0213b4" providerId="ADAL" clId="{15B2E8F7-B431-4AED-9317-5A27DC3692A6}" dt="2023-12-11T07:15:26.357" v="278" actId="1076"/>
          <ac:spMkLst>
            <pc:docMk/>
            <pc:sldMk cId="989319893" sldId="258"/>
            <ac:spMk id="99" creationId="{47BABB75-E506-570C-805A-1B6CBD2C85C7}"/>
          </ac:spMkLst>
        </pc:sp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10" creationId="{D7803E1E-404E-8C4F-AFFD-EF02D8232779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14" creationId="{9C946EBD-9B01-111F-3FDD-5C95E1ECAD10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15" creationId="{259FAC95-074B-55A5-0992-AD3C22082084}"/>
          </ac:cxnSpMkLst>
        </pc:cxnChg>
        <pc:cxnChg chg="add 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19" creationId="{0DF44D03-6DFC-A499-F971-679423E7CBE0}"/>
          </ac:cxnSpMkLst>
        </pc:cxnChg>
        <pc:cxnChg chg="del mod">
          <ac:chgData name="Vaught, Jacob" userId="3948bc58-7b81-44a4-9cf0-22ebac0213b4" providerId="ADAL" clId="{15B2E8F7-B431-4AED-9317-5A27DC3692A6}" dt="2023-12-11T07:00:21.129" v="38" actId="478"/>
          <ac:cxnSpMkLst>
            <pc:docMk/>
            <pc:sldMk cId="989319893" sldId="258"/>
            <ac:cxnSpMk id="23" creationId="{6366ABCA-B8EA-D1BE-E7EC-7B35EBF489F3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31" creationId="{0CA7793D-2E7D-FB67-1CDD-9916C78A0B7B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34" creationId="{9B4A742F-61F1-3646-295A-BFAE551EE4B0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36" creationId="{948FFB16-761E-27C7-2B4E-D510BF09C155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38" creationId="{4BCC0DF5-0297-4017-1D54-0CE21FE80880}"/>
          </ac:cxnSpMkLst>
        </pc:cxnChg>
        <pc:cxnChg chg="add 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42" creationId="{47D282BF-61E1-85DA-E507-85B749AE50F0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47" creationId="{8C51DEE3-2271-CAB3-3C4D-1ED653D6E9F2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50" creationId="{25D7D03D-13D1-90B2-34F5-6E8D3F237AC0}"/>
          </ac:cxnSpMkLst>
        </pc:cxnChg>
        <pc:cxnChg chg="add del">
          <ac:chgData name="Vaught, Jacob" userId="3948bc58-7b81-44a4-9cf0-22ebac0213b4" providerId="ADAL" clId="{15B2E8F7-B431-4AED-9317-5A27DC3692A6}" dt="2023-12-11T07:06:02.937" v="109" actId="11529"/>
          <ac:cxnSpMkLst>
            <pc:docMk/>
            <pc:sldMk cId="989319893" sldId="258"/>
            <ac:cxnSpMk id="55" creationId="{6ABE1750-B481-9CEC-F1AB-3BA982D5D6F3}"/>
          </ac:cxnSpMkLst>
        </pc:cxnChg>
        <pc:cxnChg chg="add 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56" creationId="{59EC7FEB-C1C8-E4B5-4398-E14B9047369A}"/>
          </ac:cxnSpMkLst>
        </pc:cxnChg>
        <pc:cxnChg chg="add 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60" creationId="{FFAE899C-8FCC-2EAB-A5DD-669E222AD371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63" creationId="{3A64E75A-1056-F11E-B9B6-0FBD846A5618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64" creationId="{7459D2C2-D060-AB62-1926-55FB055F00EC}"/>
          </ac:cxnSpMkLst>
        </pc:cxnChg>
        <pc:cxnChg chg="add 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71" creationId="{39A073FB-CE79-979E-1CDB-D4490782D4A9}"/>
          </ac:cxnSpMkLst>
        </pc:cxnChg>
        <pc:cxnChg chg="add 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75" creationId="{022D0206-5C75-9640-6166-04F55347B96E}"/>
          </ac:cxnSpMkLst>
        </pc:cxnChg>
        <pc:cxnChg chg="mod">
          <ac:chgData name="Vaught, Jacob" userId="3948bc58-7b81-44a4-9cf0-22ebac0213b4" providerId="ADAL" clId="{15B2E8F7-B431-4AED-9317-5A27DC3692A6}" dt="2023-12-11T07:10:57.467" v="245" actId="1076"/>
          <ac:cxnSpMkLst>
            <pc:docMk/>
            <pc:sldMk cId="989319893" sldId="258"/>
            <ac:cxnSpMk id="76" creationId="{5EA0B9F4-2FEF-36F3-AAD2-9DA384695052}"/>
          </ac:cxnSpMkLst>
        </pc:cxnChg>
      </pc:sldChg>
      <pc:sldChg chg="addSp delSp modSp add mod">
        <pc:chgData name="Vaught, Jacob" userId="3948bc58-7b81-44a4-9cf0-22ebac0213b4" providerId="ADAL" clId="{15B2E8F7-B431-4AED-9317-5A27DC3692A6}" dt="2023-12-11T08:09:03.989" v="1216" actId="1076"/>
        <pc:sldMkLst>
          <pc:docMk/>
          <pc:sldMk cId="240774795" sldId="259"/>
        </pc:sldMkLst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2" creationId="{2A640178-45B2-6E97-0E86-2572C3A9DB1B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3" creationId="{0D502B51-6244-01CF-2A52-9EAC6FBD2B17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4" creationId="{0A27A116-B664-085A-8D14-0F3DF5EB04B6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5" creationId="{3AD24F1B-697C-765F-045D-2B0B7601F6D3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6" creationId="{195DE540-A64D-45B2-D207-A1CB48B362A2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7" creationId="{162BF782-56FB-38CC-9675-EEFF5DE88AE1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8" creationId="{E21F8460-138F-B800-64A4-9153A64A1889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1" creationId="{AE0EE789-A5B9-5800-DA9B-7CF0C6C8759E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2" creationId="{49128904-A000-8298-2EC5-8350213E10DB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3" creationId="{BBFF8C8E-04BA-6764-83F2-CCD53A599131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4" creationId="{4C9E72A5-BBFF-5283-3AE1-F9CCA922C02E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5" creationId="{9CDDC714-E221-72DB-0CE1-E56C39467407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6" creationId="{BE453B67-C0CD-8667-C32F-D7DCBB5D16A1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7" creationId="{AE1CA6FE-DF96-C54F-BAA0-A76442243BBF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8" creationId="{034CC370-E8C5-73C1-B8C4-047191779537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9" creationId="{FACB7C0E-2ADA-9666-A866-B4C3D9FEE0FA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20" creationId="{E1DC1671-0910-EF4B-57D2-8C04FE83B808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21" creationId="{38B6A788-1136-54BE-DAA2-028747099D45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22" creationId="{DC40684F-0774-FAA9-F896-96D618C9CD73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23" creationId="{87E9A8C1-A035-477D-29AE-1352FFF58A92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24" creationId="{E4D44C8D-6613-6EB6-F2CF-FD4AFDC9CF20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25" creationId="{7B1A266F-87D9-446E-9B94-9E7DEFC6F8E3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26" creationId="{81137886-B033-4DA7-C00A-2B048A7328E9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66" creationId="{58E74496-8D68-46B0-61FB-BC2894746A90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80" creationId="{85EAFFC7-D4D3-9533-6337-094132E1F89F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81" creationId="{67D3A278-4B5F-706C-04BF-670B8B20FB62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82" creationId="{EBDA5CE7-1A7A-EFE2-9202-EA1C29FFEAF7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94" creationId="{548B919F-4C46-5185-069A-C55AD23A8D15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95" creationId="{80A9910C-4C4D-C644-0F3D-BF1FBCC675CA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97" creationId="{A7906861-5F66-BDFB-93F2-0219C0371049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98" creationId="{83A725D1-8CDC-F064-93BC-851CF4D1E28A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00" creationId="{9B7576DB-0FE3-3EB2-0DB5-D4E2291A9197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01" creationId="{52017952-B5CB-81D5-441C-F33B5730955B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06" creationId="{293FF3D7-5526-B75A-510B-CF7F0A902655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07" creationId="{E915C7DE-C988-8A73-2A68-426249427B1D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08" creationId="{3047713B-06E1-D096-0B66-B958F0CB77DC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15" creationId="{B0B75EA5-D749-68A0-DD07-D9CD656CC031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16" creationId="{D78F607D-B0AE-13C2-CF14-B9F118BA5228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19" creationId="{248A2CAF-8169-BB14-C174-487D5337F657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20" creationId="{649E95EF-608A-EA5F-C673-402D9FC5A360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122" creationId="{E1686BD2-83D8-498F-E7A3-C33698CF7DDE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25" creationId="{05315206-649D-C822-66F5-3BED874A8443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126" creationId="{9B953287-E238-C643-0B78-05FFF73F712E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29" creationId="{9D0E80C8-F294-ADDE-20FD-302502860E46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34" creationId="{DE188A3C-736D-9AE9-1BD7-6086D0C95CDA}"/>
          </ac:spMkLst>
        </pc:spChg>
        <pc:spChg chg="add del mod">
          <ac:chgData name="Vaught, Jacob" userId="3948bc58-7b81-44a4-9cf0-22ebac0213b4" providerId="ADAL" clId="{15B2E8F7-B431-4AED-9317-5A27DC3692A6}" dt="2023-12-11T07:35:37.685" v="720"/>
          <ac:spMkLst>
            <pc:docMk/>
            <pc:sldMk cId="240774795" sldId="259"/>
            <ac:spMk id="136" creationId="{C3849711-8CE2-D52D-1B06-CACD0D7F67B6}"/>
          </ac:spMkLst>
        </pc:spChg>
        <pc:spChg chg="del mod">
          <ac:chgData name="Vaught, Jacob" userId="3948bc58-7b81-44a4-9cf0-22ebac0213b4" providerId="ADAL" clId="{15B2E8F7-B431-4AED-9317-5A27DC3692A6}" dt="2023-12-11T07:16:59.847" v="287" actId="478"/>
          <ac:spMkLst>
            <pc:docMk/>
            <pc:sldMk cId="240774795" sldId="259"/>
            <ac:spMk id="141" creationId="{5B407CE3-563C-2C98-83E3-791DCA756E4D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43" creationId="{29CA14B2-DAB2-7EE1-DA23-95615C11FBF8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44" creationId="{E4F510BE-F789-CBF6-6E52-6ACE83BBFB5F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45" creationId="{29113EE4-53C8-11FA-53D9-021FB1483041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46" creationId="{9C443A7F-57AB-A358-CD18-D854B001E559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47" creationId="{7BD3DBEE-BEB7-9710-541B-3DD1D6CA2327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48" creationId="{549BEEF3-1F5B-24C5-69CA-B551C54A8004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49" creationId="{2D61C6D4-04EB-F89A-F377-9C629D8AD051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50" creationId="{91FB0836-D1E4-15A2-D223-AA655F0C16A7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151" creationId="{E4686852-0238-9EB2-B2D2-46617009F953}"/>
          </ac:spMkLst>
        </pc:spChg>
        <pc:spChg chg="add del mod">
          <ac:chgData name="Vaught, Jacob" userId="3948bc58-7b81-44a4-9cf0-22ebac0213b4" providerId="ADAL" clId="{15B2E8F7-B431-4AED-9317-5A27DC3692A6}" dt="2023-12-11T07:40:32.761" v="893" actId="478"/>
          <ac:spMkLst>
            <pc:docMk/>
            <pc:sldMk cId="240774795" sldId="259"/>
            <ac:spMk id="152" creationId="{6F6272F9-3550-C031-9D2B-6E623A0CD4B1}"/>
          </ac:spMkLst>
        </pc:spChg>
        <pc:spChg chg="add del mod">
          <ac:chgData name="Vaught, Jacob" userId="3948bc58-7b81-44a4-9cf0-22ebac0213b4" providerId="ADAL" clId="{15B2E8F7-B431-4AED-9317-5A27DC3692A6}" dt="2023-12-11T07:40:33.661" v="894" actId="478"/>
          <ac:spMkLst>
            <pc:docMk/>
            <pc:sldMk cId="240774795" sldId="259"/>
            <ac:spMk id="153" creationId="{72C8939F-D327-9785-3288-313FBEA54342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323" creationId="{859BEFEA-55ED-AA12-917D-B2FA8C802A55}"/>
          </ac:spMkLst>
        </pc:spChg>
        <pc:spChg chg="add mod">
          <ac:chgData name="Vaught, Jacob" userId="3948bc58-7b81-44a4-9cf0-22ebac0213b4" providerId="ADAL" clId="{15B2E8F7-B431-4AED-9317-5A27DC3692A6}" dt="2023-12-11T08:09:03.989" v="1216" actId="1076"/>
          <ac:spMkLst>
            <pc:docMk/>
            <pc:sldMk cId="240774795" sldId="259"/>
            <ac:spMk id="324" creationId="{17241EB8-2CBF-27A2-CA70-BB2238E68F2C}"/>
          </ac:spMkLst>
        </pc:spChg>
        <pc:grpChg chg="add mod">
          <ac:chgData name="Vaught, Jacob" userId="3948bc58-7b81-44a4-9cf0-22ebac0213b4" providerId="ADAL" clId="{15B2E8F7-B431-4AED-9317-5A27DC3692A6}" dt="2023-12-11T07:35:33.766" v="713" actId="164"/>
          <ac:grpSpMkLst>
            <pc:docMk/>
            <pc:sldMk cId="240774795" sldId="259"/>
            <ac:grpSpMk id="140" creationId="{C9225EC0-D772-949C-5BF9-4CB81A162774}"/>
          </ac:grpSpMkLst>
        </pc:grp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10" creationId="{9F3D9845-DFB1-DA69-0DCE-E371442BBEC4}"/>
          </ac:cxnSpMkLst>
        </pc:cxnChg>
        <pc:cxnChg chg="add del mod">
          <ac:chgData name="Vaught, Jacob" userId="3948bc58-7b81-44a4-9cf0-22ebac0213b4" providerId="ADAL" clId="{15B2E8F7-B431-4AED-9317-5A27DC3692A6}" dt="2023-12-11T07:29:01.362" v="629" actId="21"/>
          <ac:cxnSpMkLst>
            <pc:docMk/>
            <pc:sldMk cId="240774795" sldId="259"/>
            <ac:cxnSpMk id="28" creationId="{13185F0B-5ABE-8DE7-9A0F-0A3FCFFEF35B}"/>
          </ac:cxnSpMkLst>
        </pc:cxnChg>
        <pc:cxnChg chg="add del mod">
          <ac:chgData name="Vaught, Jacob" userId="3948bc58-7b81-44a4-9cf0-22ebac0213b4" providerId="ADAL" clId="{15B2E8F7-B431-4AED-9317-5A27DC3692A6}" dt="2023-12-11T07:28:59.155" v="628" actId="11529"/>
          <ac:cxnSpMkLst>
            <pc:docMk/>
            <pc:sldMk cId="240774795" sldId="259"/>
            <ac:cxnSpMk id="30" creationId="{C59978A5-FBFC-DA58-CD98-A9DF249AAA56}"/>
          </ac:cxnSpMkLst>
        </pc:cxnChg>
        <pc:cxnChg chg="add del mod">
          <ac:chgData name="Vaught, Jacob" userId="3948bc58-7b81-44a4-9cf0-22ebac0213b4" providerId="ADAL" clId="{15B2E8F7-B431-4AED-9317-5A27DC3692A6}" dt="2023-12-11T07:28:57.733" v="624"/>
          <ac:cxnSpMkLst>
            <pc:docMk/>
            <pc:sldMk cId="240774795" sldId="259"/>
            <ac:cxnSpMk id="32" creationId="{FE35DEB4-0245-7C64-89C5-D80610D11B3C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38" creationId="{A1663294-5FBC-8EF5-9AB0-914F6015AB81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41" creationId="{8DF5765E-4FEE-59A2-4B16-7D38DC563C20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42" creationId="{54AB2C90-5078-095C-84E8-CCF40548CC69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46" creationId="{F31CA08B-F284-92F3-775B-56D86A46A3BC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47" creationId="{29E55E6B-9D94-1860-42BE-D39291B5841E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52" creationId="{FAAA49E2-7779-F148-929E-C9E6438A601D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55" creationId="{78397831-B7C5-872C-E832-EFDF97B9322F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58" creationId="{CC0C1974-E442-60F3-A688-AB5CDC876227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61" creationId="{9CB1011A-F76C-2F8D-F6A5-74F6EBD67118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65" creationId="{0539EB77-E654-4CA0-A694-E2C094A37DCD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69" creationId="{3CBF6BC3-36A6-9D10-7DA7-A833438C9A15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72" creationId="{E2D14F64-F4A3-A37B-48BB-3F91CB68E186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77" creationId="{2F9CA3DA-399A-281C-0CC7-CBB08E733503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78" creationId="{C2000DFC-7CEB-DA72-45DC-421D4EDFB49C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85" creationId="{42620EBF-BADC-0B31-4460-AF7D98405162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86" creationId="{0EACAF32-1D5F-13D1-88DD-4FE862616951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88" creationId="{3F0FBB04-3B96-F43D-52BC-46254C75FCAD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91" creationId="{B693332F-4CB3-E072-35A3-E9B0079936E1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96" creationId="{D55649B8-2683-B2B9-CDC9-6E9098FE86A1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99" creationId="{E26AED47-2AA4-A815-2D39-7A798A98EA84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102" creationId="{8393FE90-F81D-E6A7-88E8-60AE7DB3660C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03" creationId="{2CBFAB0A-7BE2-78F2-068D-A96014AA7129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04" creationId="{42BCEE7F-E658-2607-BFBF-D278A328E525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05" creationId="{2C976164-AAA9-00BC-203D-2767041C6010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09" creationId="{8377A8CC-D122-A0D3-315C-A8C15147E3D7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10" creationId="{8FB43020-79EC-63B4-809F-DF22B8551933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111" creationId="{E30B266A-8DFE-8D61-1D19-F129FDC4FDBD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12" creationId="{09FE9198-F531-A85B-2625-BC4B43279497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13" creationId="{F288C730-6068-5F87-8BE2-2C8576C99CB8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114" creationId="{C343B899-7FB0-0F20-35FD-CBFDFBB1A49C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17" creationId="{E510BA02-7C69-F284-5617-6AC8408B326E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18" creationId="{13071F41-134D-C58A-D282-BA8A6762A18A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21" creationId="{308921BC-C407-DAE3-2661-2B6248F38865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23" creationId="{8D85916F-08BE-72D5-894E-1D5EF3AEDF9E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24" creationId="{0D754FE4-2595-D15B-3400-A14C64532AE6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127" creationId="{EC9AF2A5-D3A8-1C91-157E-7266DA236152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28" creationId="{8A919036-0472-26DC-9CDA-980B72D57057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130" creationId="{1305917C-138C-F772-6852-D87B87B68BFB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31" creationId="{A0D0E54B-8243-AFCB-95FB-BEA230FF8E8A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32" creationId="{87158AFF-B544-B000-A867-AC74BCA65246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133" creationId="{EB494553-308F-4E71-44E9-88BB533247D8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35" creationId="{E7E97705-E48F-E5F6-0134-BC50FDA648C0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137" creationId="{B652BFE0-93AA-25B2-7DD3-EE31AA56CFDB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38" creationId="{76DD7373-A6AA-9275-014B-1444A3381DC3}"/>
          </ac:cxnSpMkLst>
        </pc:cxnChg>
        <pc:cxnChg chg="add del mod">
          <ac:chgData name="Vaught, Jacob" userId="3948bc58-7b81-44a4-9cf0-22ebac0213b4" providerId="ADAL" clId="{15B2E8F7-B431-4AED-9317-5A27DC3692A6}" dt="2023-12-11T07:35:37.685" v="720"/>
          <ac:cxnSpMkLst>
            <pc:docMk/>
            <pc:sldMk cId="240774795" sldId="259"/>
            <ac:cxnSpMk id="139" creationId="{F7736E47-B7F6-DF61-1F23-83AACC5E5914}"/>
          </ac:cxnSpMkLst>
        </pc:cxnChg>
        <pc:cxnChg chg="del mod">
          <ac:chgData name="Vaught, Jacob" userId="3948bc58-7b81-44a4-9cf0-22ebac0213b4" providerId="ADAL" clId="{15B2E8F7-B431-4AED-9317-5A27DC3692A6}" dt="2023-12-11T07:16:59.847" v="287" actId="478"/>
          <ac:cxnSpMkLst>
            <pc:docMk/>
            <pc:sldMk cId="240774795" sldId="259"/>
            <ac:cxnSpMk id="142" creationId="{D384021A-FA8A-C239-2DBC-5B180F3BEF47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54" creationId="{84515A49-7513-06DE-6246-5DA71C53EDC8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57" creationId="{6390C39A-FF83-0341-7787-054C32E5EABB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60" creationId="{FEC82E6E-C6B0-891A-CFCB-6D1E0DE9D3AC}"/>
          </ac:cxnSpMkLst>
        </pc:cxnChg>
        <pc:cxnChg chg="add del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64" creationId="{B24DDA45-EB11-908E-4C5E-6F6718870D33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67" creationId="{15B0949A-225B-101D-AC4D-D9F8066DFB6B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70" creationId="{8101B498-1E2B-4751-D97A-508A1FAE6614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81" creationId="{383B7D47-E63E-CE0A-1ADA-DA7139032B20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84" creationId="{C05A7F09-C9B8-FB17-8F89-8EA4BA5574A0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87" creationId="{56661A42-6E37-7BD6-6EB0-AF003015A408}"/>
          </ac:cxnSpMkLst>
        </pc:cxnChg>
        <pc:cxnChg chg="add mod or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91" creationId="{18CEF03C-D626-C9D5-50F0-7304C4FC9818}"/>
          </ac:cxnSpMkLst>
        </pc:cxnChg>
        <pc:cxnChg chg="add mod or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195" creationId="{3A5BC0CD-61DA-CCCD-6604-C720099E6A3B}"/>
          </ac:cxnSpMkLst>
        </pc:cxnChg>
        <pc:cxnChg chg="add mod or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05" creationId="{2C1509C5-2436-8C8C-55AD-829235183AA8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10" creationId="{1AB5DC60-0106-B260-405C-D1A827CFF28F}"/>
          </ac:cxnSpMkLst>
        </pc:cxnChg>
        <pc:cxnChg chg="add mod or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16" creationId="{C776C516-75FA-ED35-3CE0-D14A9281CA5A}"/>
          </ac:cxnSpMkLst>
        </pc:cxnChg>
        <pc:cxnChg chg="add mod or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20" creationId="{7265525A-407C-4741-735A-74E20E107976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25" creationId="{0B5E8EB7-22EC-17CE-3234-7BB8AAB077C0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29" creationId="{C9E6EDD4-2099-DF8D-FE14-7CD73E4C2C42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33" creationId="{D03D400E-D86F-186D-3381-FECD9A5C4E7B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39" creationId="{6B536195-B318-78E5-4B1F-29A175057698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43" creationId="{59C84D8F-3F25-8619-903C-D8D11CF49630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46" creationId="{135C3BC8-61A6-33B7-F28D-2012A3BE3DC5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51" creationId="{E31CD717-C4FB-0B0F-FD85-A4B56D263CA0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55" creationId="{A6FCC544-B9E0-911D-19CE-BB36C801280C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59" creationId="{57679BBF-086F-EEAA-920F-985913E8D70F}"/>
          </ac:cxnSpMkLst>
        </pc:cxnChg>
        <pc:cxnChg chg="add mod or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75" creationId="{F7FBB5C1-3630-8165-280A-6707B35F717F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297" creationId="{957FFCE5-3369-9946-81A7-246669FD2511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301" creationId="{AC092E65-E2FF-17EC-C0E1-06A3197C6F22}"/>
          </ac:cxnSpMkLst>
        </pc:cxnChg>
        <pc:cxnChg chg="add mod">
          <ac:chgData name="Vaught, Jacob" userId="3948bc58-7b81-44a4-9cf0-22ebac0213b4" providerId="ADAL" clId="{15B2E8F7-B431-4AED-9317-5A27DC3692A6}" dt="2023-12-11T08:09:03.989" v="1216" actId="1076"/>
          <ac:cxnSpMkLst>
            <pc:docMk/>
            <pc:sldMk cId="240774795" sldId="259"/>
            <ac:cxnSpMk id="326" creationId="{EF0E035D-52F2-9BE4-8A07-A5BEC32DF0B9}"/>
          </ac:cxnSpMkLst>
        </pc:cxnChg>
      </pc:sldChg>
    </pc:docChg>
  </pc:docChgLst>
  <pc:docChgLst>
    <pc:chgData name="Hines, Mady" userId="S::mh59@email.sc.edu::d257c173-4721-4938-8d4a-499ee4f28782" providerId="AD" clId="Web-{156B442B-2A97-F55B-0520-2B47114AE15E}"/>
    <pc:docChg chg="modSld">
      <pc:chgData name="Hines, Mady" userId="S::mh59@email.sc.edu::d257c173-4721-4938-8d4a-499ee4f28782" providerId="AD" clId="Web-{156B442B-2A97-F55B-0520-2B47114AE15E}" dt="2023-12-06T14:22:51.015" v="35" actId="14100"/>
      <pc:docMkLst>
        <pc:docMk/>
      </pc:docMkLst>
      <pc:sldChg chg="modSp">
        <pc:chgData name="Hines, Mady" userId="S::mh59@email.sc.edu::d257c173-4721-4938-8d4a-499ee4f28782" providerId="AD" clId="Web-{156B442B-2A97-F55B-0520-2B47114AE15E}" dt="2023-12-06T14:22:51.015" v="35" actId="14100"/>
        <pc:sldMkLst>
          <pc:docMk/>
          <pc:sldMk cId="3023742890" sldId="256"/>
        </pc:sldMkLst>
        <pc:spChg chg="mod">
          <ac:chgData name="Hines, Mady" userId="S::mh59@email.sc.edu::d257c173-4721-4938-8d4a-499ee4f28782" providerId="AD" clId="Web-{156B442B-2A97-F55B-0520-2B47114AE15E}" dt="2023-12-06T05:03:03.151" v="9" actId="20577"/>
          <ac:spMkLst>
            <pc:docMk/>
            <pc:sldMk cId="3023742890" sldId="256"/>
            <ac:spMk id="6" creationId="{F9C45788-4F81-99CB-A108-9870FF542252}"/>
          </ac:spMkLst>
        </pc:spChg>
        <pc:spChg chg="mod">
          <ac:chgData name="Hines, Mady" userId="S::mh59@email.sc.edu::d257c173-4721-4938-8d4a-499ee4f28782" providerId="AD" clId="Web-{156B442B-2A97-F55B-0520-2B47114AE15E}" dt="2023-12-06T14:22:26.483" v="28" actId="14100"/>
          <ac:spMkLst>
            <pc:docMk/>
            <pc:sldMk cId="3023742890" sldId="256"/>
            <ac:spMk id="22" creationId="{C99A9199-898C-0007-1EFE-CB625A826464}"/>
          </ac:spMkLst>
        </pc:spChg>
        <pc:spChg chg="mod">
          <ac:chgData name="Hines, Mady" userId="S::mh59@email.sc.edu::d257c173-4721-4938-8d4a-499ee4f28782" providerId="AD" clId="Web-{156B442B-2A97-F55B-0520-2B47114AE15E}" dt="2023-12-06T14:22:38.140" v="31" actId="14100"/>
          <ac:spMkLst>
            <pc:docMk/>
            <pc:sldMk cId="3023742890" sldId="256"/>
            <ac:spMk id="26" creationId="{3A6D2AFC-A5EC-7CBD-B289-BBB546A70CF0}"/>
          </ac:spMkLst>
        </pc:spChg>
        <pc:spChg chg="mod">
          <ac:chgData name="Hines, Mady" userId="S::mh59@email.sc.edu::d257c173-4721-4938-8d4a-499ee4f28782" providerId="AD" clId="Web-{156B442B-2A97-F55B-0520-2B47114AE15E}" dt="2023-12-06T14:22:51.015" v="35" actId="14100"/>
          <ac:spMkLst>
            <pc:docMk/>
            <pc:sldMk cId="3023742890" sldId="256"/>
            <ac:spMk id="27" creationId="{9AE57CDD-0972-390B-9450-5F4B88067DE2}"/>
          </ac:spMkLst>
        </pc:spChg>
        <pc:spChg chg="mod">
          <ac:chgData name="Hines, Mady" userId="S::mh59@email.sc.edu::d257c173-4721-4938-8d4a-499ee4f28782" providerId="AD" clId="Web-{156B442B-2A97-F55B-0520-2B47114AE15E}" dt="2023-12-06T14:22:46.265" v="34" actId="14100"/>
          <ac:spMkLst>
            <pc:docMk/>
            <pc:sldMk cId="3023742890" sldId="256"/>
            <ac:spMk id="28" creationId="{E4F284DB-DA65-DB6E-B5FE-32082AB06F15}"/>
          </ac:spMkLst>
        </pc:spChg>
        <pc:cxnChg chg="mod">
          <ac:chgData name="Hines, Mady" userId="S::mh59@email.sc.edu::d257c173-4721-4938-8d4a-499ee4f28782" providerId="AD" clId="Web-{156B442B-2A97-F55B-0520-2B47114AE15E}" dt="2023-12-06T14:22:26.483" v="28" actId="14100"/>
          <ac:cxnSpMkLst>
            <pc:docMk/>
            <pc:sldMk cId="3023742890" sldId="256"/>
            <ac:cxnSpMk id="23" creationId="{6366ABCA-B8EA-D1BE-E7EC-7B35EBF489F3}"/>
          </ac:cxnSpMkLst>
        </pc:cxnChg>
        <pc:cxnChg chg="mod">
          <ac:chgData name="Hines, Mady" userId="S::mh59@email.sc.edu::d257c173-4721-4938-8d4a-499ee4f28782" providerId="AD" clId="Web-{156B442B-2A97-F55B-0520-2B47114AE15E}" dt="2023-12-06T14:22:38.140" v="31" actId="14100"/>
          <ac:cxnSpMkLst>
            <pc:docMk/>
            <pc:sldMk cId="3023742890" sldId="256"/>
            <ac:cxnSpMk id="31" creationId="{0CA7793D-2E7D-FB67-1CDD-9916C78A0B7B}"/>
          </ac:cxnSpMkLst>
        </pc:cxnChg>
        <pc:cxnChg chg="mod">
          <ac:chgData name="Hines, Mady" userId="S::mh59@email.sc.edu::d257c173-4721-4938-8d4a-499ee4f28782" providerId="AD" clId="Web-{156B442B-2A97-F55B-0520-2B47114AE15E}" dt="2023-12-06T14:22:38.140" v="31" actId="14100"/>
          <ac:cxnSpMkLst>
            <pc:docMk/>
            <pc:sldMk cId="3023742890" sldId="256"/>
            <ac:cxnSpMk id="34" creationId="{9B4A742F-61F1-3646-295A-BFAE551EE4B0}"/>
          </ac:cxnSpMkLst>
        </pc:cxnChg>
        <pc:cxnChg chg="mod">
          <ac:chgData name="Hines, Mady" userId="S::mh59@email.sc.edu::d257c173-4721-4938-8d4a-499ee4f28782" providerId="AD" clId="Web-{156B442B-2A97-F55B-0520-2B47114AE15E}" dt="2023-12-06T14:22:51.015" v="35" actId="14100"/>
          <ac:cxnSpMkLst>
            <pc:docMk/>
            <pc:sldMk cId="3023742890" sldId="256"/>
            <ac:cxnSpMk id="36" creationId="{948FFB16-761E-27C7-2B4E-D510BF09C155}"/>
          </ac:cxnSpMkLst>
        </pc:cxnChg>
        <pc:cxnChg chg="mod">
          <ac:chgData name="Hines, Mady" userId="S::mh59@email.sc.edu::d257c173-4721-4938-8d4a-499ee4f28782" providerId="AD" clId="Web-{156B442B-2A97-F55B-0520-2B47114AE15E}" dt="2023-12-06T14:22:51.015" v="35" actId="14100"/>
          <ac:cxnSpMkLst>
            <pc:docMk/>
            <pc:sldMk cId="3023742890" sldId="256"/>
            <ac:cxnSpMk id="38" creationId="{4BCC0DF5-0297-4017-1D54-0CE21FE80880}"/>
          </ac:cxnSpMkLst>
        </pc:cxnChg>
        <pc:cxnChg chg="mod">
          <ac:chgData name="Hines, Mady" userId="S::mh59@email.sc.edu::d257c173-4721-4938-8d4a-499ee4f28782" providerId="AD" clId="Web-{156B442B-2A97-F55B-0520-2B47114AE15E}" dt="2023-12-06T14:22:38.140" v="31" actId="14100"/>
          <ac:cxnSpMkLst>
            <pc:docMk/>
            <pc:sldMk cId="3023742890" sldId="256"/>
            <ac:cxnSpMk id="76" creationId="{5EA0B9F4-2FEF-36F3-AAD2-9DA384695052}"/>
          </ac:cxnSpMkLst>
        </pc:cxnChg>
      </pc:sldChg>
      <pc:sldChg chg="addSp delSp modSp">
        <pc:chgData name="Hines, Mady" userId="S::mh59@email.sc.edu::d257c173-4721-4938-8d4a-499ee4f28782" providerId="AD" clId="Web-{156B442B-2A97-F55B-0520-2B47114AE15E}" dt="2023-12-06T14:12:57.014" v="25"/>
        <pc:sldMkLst>
          <pc:docMk/>
          <pc:sldMk cId="3610681857" sldId="257"/>
        </pc:sldMkLst>
        <pc:spChg chg="add mod">
          <ac:chgData name="Hines, Mady" userId="S::mh59@email.sc.edu::d257c173-4721-4938-8d4a-499ee4f28782" providerId="AD" clId="Web-{156B442B-2A97-F55B-0520-2B47114AE15E}" dt="2023-12-06T14:11:45.215" v="23" actId="20577"/>
          <ac:spMkLst>
            <pc:docMk/>
            <pc:sldMk cId="3610681857" sldId="257"/>
            <ac:spMk id="2" creationId="{2A640178-45B2-6E97-0E86-2572C3A9DB1B}"/>
          </ac:spMkLst>
        </pc:spChg>
        <pc:spChg chg="add del">
          <ac:chgData name="Hines, Mady" userId="S::mh59@email.sc.edu::d257c173-4721-4938-8d4a-499ee4f28782" providerId="AD" clId="Web-{156B442B-2A97-F55B-0520-2B47114AE15E}" dt="2023-12-06T14:12:57.014" v="25"/>
          <ac:spMkLst>
            <pc:docMk/>
            <pc:sldMk cId="3610681857" sldId="257"/>
            <ac:spMk id="3" creationId="{CEC0DED1-A927-01F6-7534-2BE3D4450C92}"/>
          </ac:spMkLst>
        </pc:spChg>
        <pc:cxnChg chg="mod">
          <ac:chgData name="Hines, Mady" userId="S::mh59@email.sc.edu::d257c173-4721-4938-8d4a-499ee4f28782" providerId="AD" clId="Web-{156B442B-2A97-F55B-0520-2B47114AE15E}" dt="2023-12-06T14:10:52.792" v="13" actId="1076"/>
          <ac:cxnSpMkLst>
            <pc:docMk/>
            <pc:sldMk cId="3610681857" sldId="257"/>
            <ac:cxnSpMk id="114" creationId="{C343B899-7FB0-0F20-35FD-CBFDFBB1A49C}"/>
          </ac:cxnSpMkLst>
        </pc:cxnChg>
      </pc:sldChg>
    </pc:docChg>
  </pc:docChgLst>
  <pc:docChgLst>
    <pc:chgData name="Vaught, Jacob" userId="3948bc58-7b81-44a4-9cf0-22ebac0213b4" providerId="ADAL" clId="{C0C0F307-93CC-44AB-BAB0-7F2E2FCF23D4}"/>
    <pc:docChg chg="undo custSel modSld">
      <pc:chgData name="Vaught, Jacob" userId="3948bc58-7b81-44a4-9cf0-22ebac0213b4" providerId="ADAL" clId="{C0C0F307-93CC-44AB-BAB0-7F2E2FCF23D4}" dt="2023-12-12T20:14:13.737" v="15" actId="1076"/>
      <pc:docMkLst>
        <pc:docMk/>
      </pc:docMkLst>
      <pc:sldChg chg="modSp mod">
        <pc:chgData name="Vaught, Jacob" userId="3948bc58-7b81-44a4-9cf0-22ebac0213b4" providerId="ADAL" clId="{C0C0F307-93CC-44AB-BAB0-7F2E2FCF23D4}" dt="2023-12-12T20:14:13.737" v="15" actId="1076"/>
        <pc:sldMkLst>
          <pc:docMk/>
          <pc:sldMk cId="989319893" sldId="258"/>
        </pc:sldMkLst>
        <pc:spChg chg="mod">
          <ac:chgData name="Vaught, Jacob" userId="3948bc58-7b81-44a4-9cf0-22ebac0213b4" providerId="ADAL" clId="{C0C0F307-93CC-44AB-BAB0-7F2E2FCF23D4}" dt="2023-12-12T20:14:13.737" v="15" actId="1076"/>
          <ac:spMkLst>
            <pc:docMk/>
            <pc:sldMk cId="989319893" sldId="258"/>
            <ac:spMk id="4" creationId="{040B95E2-260B-C67F-4186-9AF565B3B8D7}"/>
          </ac:spMkLst>
        </pc:spChg>
        <pc:spChg chg="mod">
          <ac:chgData name="Vaught, Jacob" userId="3948bc58-7b81-44a4-9cf0-22ebac0213b4" providerId="ADAL" clId="{C0C0F307-93CC-44AB-BAB0-7F2E2FCF23D4}" dt="2023-12-12T20:13:31.211" v="6" actId="1076"/>
          <ac:spMkLst>
            <pc:docMk/>
            <pc:sldMk cId="989319893" sldId="258"/>
            <ac:spMk id="40" creationId="{C4E82AA0-EF98-D690-A8FA-B2DC338B9590}"/>
          </ac:spMkLst>
        </pc:spChg>
        <pc:spChg chg="mod">
          <ac:chgData name="Vaught, Jacob" userId="3948bc58-7b81-44a4-9cf0-22ebac0213b4" providerId="ADAL" clId="{C0C0F307-93CC-44AB-BAB0-7F2E2FCF23D4}" dt="2023-12-12T20:13:31.211" v="6" actId="1076"/>
          <ac:spMkLst>
            <pc:docMk/>
            <pc:sldMk cId="989319893" sldId="258"/>
            <ac:spMk id="59" creationId="{0695140B-9162-E19B-3CDF-8D9AAB4712E3}"/>
          </ac:spMkLst>
        </pc:spChg>
        <pc:spChg chg="mod">
          <ac:chgData name="Vaught, Jacob" userId="3948bc58-7b81-44a4-9cf0-22ebac0213b4" providerId="ADAL" clId="{C0C0F307-93CC-44AB-BAB0-7F2E2FCF23D4}" dt="2023-12-12T20:13:31.211" v="6" actId="1076"/>
          <ac:spMkLst>
            <pc:docMk/>
            <pc:sldMk cId="989319893" sldId="258"/>
            <ac:spMk id="70" creationId="{973D6D49-941D-0C5D-810F-D26408D02376}"/>
          </ac:spMkLst>
        </pc:spChg>
        <pc:cxnChg chg="mod">
          <ac:chgData name="Vaught, Jacob" userId="3948bc58-7b81-44a4-9cf0-22ebac0213b4" providerId="ADAL" clId="{C0C0F307-93CC-44AB-BAB0-7F2E2FCF23D4}" dt="2023-12-12T20:14:13.737" v="15" actId="1076"/>
          <ac:cxnSpMkLst>
            <pc:docMk/>
            <pc:sldMk cId="989319893" sldId="258"/>
            <ac:cxnSpMk id="10" creationId="{D7803E1E-404E-8C4F-AFFD-EF02D8232779}"/>
          </ac:cxnSpMkLst>
        </pc:cxnChg>
        <pc:cxnChg chg="mod">
          <ac:chgData name="Vaught, Jacob" userId="3948bc58-7b81-44a4-9cf0-22ebac0213b4" providerId="ADAL" clId="{C0C0F307-93CC-44AB-BAB0-7F2E2FCF23D4}" dt="2023-12-12T20:13:37.968" v="7" actId="14100"/>
          <ac:cxnSpMkLst>
            <pc:docMk/>
            <pc:sldMk cId="989319893" sldId="258"/>
            <ac:cxnSpMk id="42" creationId="{47D282BF-61E1-85DA-E507-85B749AE50F0}"/>
          </ac:cxnSpMkLst>
        </pc:cxnChg>
        <pc:cxnChg chg="mod">
          <ac:chgData name="Vaught, Jacob" userId="3948bc58-7b81-44a4-9cf0-22ebac0213b4" providerId="ADAL" clId="{C0C0F307-93CC-44AB-BAB0-7F2E2FCF23D4}" dt="2023-12-12T20:13:31.211" v="6" actId="1076"/>
          <ac:cxnSpMkLst>
            <pc:docMk/>
            <pc:sldMk cId="989319893" sldId="258"/>
            <ac:cxnSpMk id="56" creationId="{59EC7FEB-C1C8-E4B5-4398-E14B9047369A}"/>
          </ac:cxnSpMkLst>
        </pc:cxnChg>
        <pc:cxnChg chg="mod">
          <ac:chgData name="Vaught, Jacob" userId="3948bc58-7b81-44a4-9cf0-22ebac0213b4" providerId="ADAL" clId="{C0C0F307-93CC-44AB-BAB0-7F2E2FCF23D4}" dt="2023-12-12T20:13:31.211" v="6" actId="1076"/>
          <ac:cxnSpMkLst>
            <pc:docMk/>
            <pc:sldMk cId="989319893" sldId="258"/>
            <ac:cxnSpMk id="60" creationId="{FFAE899C-8FCC-2EAB-A5DD-669E222AD371}"/>
          </ac:cxnSpMkLst>
        </pc:cxnChg>
        <pc:cxnChg chg="mod">
          <ac:chgData name="Vaught, Jacob" userId="3948bc58-7b81-44a4-9cf0-22ebac0213b4" providerId="ADAL" clId="{C0C0F307-93CC-44AB-BAB0-7F2E2FCF23D4}" dt="2023-12-12T20:13:31.211" v="6" actId="1076"/>
          <ac:cxnSpMkLst>
            <pc:docMk/>
            <pc:sldMk cId="989319893" sldId="258"/>
            <ac:cxnSpMk id="71" creationId="{39A073FB-CE79-979E-1CDB-D4490782D4A9}"/>
          </ac:cxnSpMkLst>
        </pc:cxnChg>
        <pc:cxnChg chg="mod">
          <ac:chgData name="Vaught, Jacob" userId="3948bc58-7b81-44a4-9cf0-22ebac0213b4" providerId="ADAL" clId="{C0C0F307-93CC-44AB-BAB0-7F2E2FCF23D4}" dt="2023-12-12T20:13:45.768" v="9" actId="14100"/>
          <ac:cxnSpMkLst>
            <pc:docMk/>
            <pc:sldMk cId="989319893" sldId="258"/>
            <ac:cxnSpMk id="75" creationId="{022D0206-5C75-9640-6166-04F55347B96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CF61-9403-F247-EE82-69BDA533E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C4C83-6AF3-61B3-6547-7AA523645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AC1CF-D1DA-E9A8-20BD-11AA34B61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B36D7-30D0-C740-FF6E-34A8418F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AA802-6FB8-6933-70F2-E68A491BA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8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4AFF-A694-033B-E15D-42F5AF72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BCFE2-D99F-4E98-B0A6-05E574DBE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14656-4DB5-0969-05CA-A26119A6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69981-ACA0-967C-DE56-3E9994E1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1F199-246A-512F-EA01-7D8F0304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4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8F96-DD61-A540-983D-14A1CB5BD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DE4DD-5EC0-ADAF-3DE2-42FE47207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53E0D-1391-7B1C-002A-530074AD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790A5-69BF-F0D1-C62E-BFD385CF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246A-E868-25BF-9828-C8E0CE42A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1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EC960-4134-6CDF-B115-CFAC598E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F7770-BA9D-AB6B-81FC-5176B20B5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B5526-BF59-9F24-6CE1-1C8179151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72A8E-2D09-32AB-C764-3E97CF8B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D072E-5F92-DF8F-2054-D314740C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45290-41AB-2FD7-AE04-697B2E51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74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3320-22C8-4561-EFFB-E1A3AB555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BDC77-84A7-3303-1AD3-8B01BED43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0622A-9E31-2150-9E1D-313FFB45C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ED662-907A-EBCF-4B7B-DE3C10615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7D86D-FA57-A249-8724-13BEBA4DA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F251F2-C59F-38F6-6672-E37B8334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384582-D149-FC63-72FE-88FAFFBA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4E4EB-F1F2-1EBF-689E-471A705D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8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A0850-942E-CFFE-3449-75F62C55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0F450-5DD6-F417-3537-F93C9EDF1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CE83A-E15D-C898-F8A3-9874D25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746CC-C330-F2FF-DBD0-790E45F6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31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17B88-D490-E845-A855-C35F4B0D2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A7A85-A710-0282-505A-E3F549A3E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D7DC6-BF6B-7609-E796-7579D6B2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4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378B-5A48-D4B0-69FC-967BF0E41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88926-6E1E-9DC3-03C5-C364789A2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8E68F-83E1-27AE-0E9F-7AA9751E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DC10D-0BC4-32FF-6FCF-D38BF4A6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A9F3C-7D00-1EA3-DEFF-AE9F941EC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600D1-B7FA-6808-8576-8C46BEE1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2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FEE49-0C2C-8EC6-E759-191595D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D4638-3A1B-9C29-1201-96491A407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AAE64-8329-C2B0-82EC-F7C41D971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92BA9-6111-709E-B800-22032CE9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37894-8CAA-F25D-A781-EBCBB5003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449B2-A2D9-6628-FD75-5762D1DE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95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2A1D-74E0-25EC-EF24-781C49590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17BFF-B1C6-5D67-C37B-5CEA74276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4E889-2CE9-1CC2-6CF7-76F94291D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D01BD-0BF9-90D8-1D44-C4015F19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D7DD0-932C-F174-FEC1-E4954F11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5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E42C3B-36A4-F6CC-1D54-FB97AC645B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27ED3-2569-2644-2019-259CAE11C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A072-AFD5-DFA3-8750-454DFD05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33DE7-8451-296F-9E1C-59323DAD9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79186-B53E-974F-11AA-40BCC959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7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703E2-75F8-6379-519D-735336E9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93F10-A959-C550-F159-3E61667AB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C3F57-E095-DAA5-6026-E8A7FB0EE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61660-3294-4471-BBB9-D34C8213BCB3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D8BEA-88C4-CC04-528A-4F0DAA660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FC13-B3A1-CC5C-E79A-1B67591F4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3E4C8-6F18-42A7-AB96-89C832333C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B95E2-260B-C67F-4186-9AF565B3B8D7}"/>
              </a:ext>
            </a:extLst>
          </p:cNvPr>
          <p:cNvSpPr/>
          <p:nvPr/>
        </p:nvSpPr>
        <p:spPr>
          <a:xfrm>
            <a:off x="2205345" y="2312664"/>
            <a:ext cx="995362" cy="5048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Setup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BDB586-12FF-73F4-51EA-68FE739C9C21}"/>
              </a:ext>
            </a:extLst>
          </p:cNvPr>
          <p:cNvSpPr/>
          <p:nvPr/>
        </p:nvSpPr>
        <p:spPr>
          <a:xfrm>
            <a:off x="3365500" y="2241794"/>
            <a:ext cx="4997449" cy="6465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Loop</a:t>
            </a:r>
          </a:p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C45788-4F81-99CB-A108-9870FF542252}"/>
              </a:ext>
            </a:extLst>
          </p:cNvPr>
          <p:cNvSpPr/>
          <p:nvPr/>
        </p:nvSpPr>
        <p:spPr>
          <a:xfrm>
            <a:off x="3571421" y="2617051"/>
            <a:ext cx="1219200" cy="52251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Bumper</a:t>
            </a:r>
          </a:p>
          <a:p>
            <a:pPr algn="ctr"/>
            <a:r>
              <a:rPr lang="en-US"/>
              <a:t> press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B9E201-4A2B-46C9-48B3-C8EFD474F2BC}"/>
              </a:ext>
            </a:extLst>
          </p:cNvPr>
          <p:cNvSpPr/>
          <p:nvPr/>
        </p:nvSpPr>
        <p:spPr>
          <a:xfrm>
            <a:off x="5102290" y="2617050"/>
            <a:ext cx="1138238" cy="52251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Button Check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21D83B-E06B-BBAB-B9C5-7F84D09C4E99}"/>
              </a:ext>
            </a:extLst>
          </p:cNvPr>
          <p:cNvSpPr/>
          <p:nvPr/>
        </p:nvSpPr>
        <p:spPr>
          <a:xfrm>
            <a:off x="6552197" y="2617051"/>
            <a:ext cx="1620253" cy="52251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If system in GO or WAIT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803E1E-404E-8C4F-AFFD-EF02D823277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200707" y="2565077"/>
            <a:ext cx="164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946EBD-9B01-111F-3FDD-5C95E1ECAD10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4790621" y="2878307"/>
            <a:ext cx="311669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9FAC95-074B-55A5-0992-AD3C2208208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6240528" y="2878308"/>
            <a:ext cx="311669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99A9199-898C-0007-1EFE-CB625A826464}"/>
              </a:ext>
            </a:extLst>
          </p:cNvPr>
          <p:cNvSpPr/>
          <p:nvPr/>
        </p:nvSpPr>
        <p:spPr>
          <a:xfrm>
            <a:off x="3505292" y="3429000"/>
            <a:ext cx="1318893" cy="9303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If Pressed, GOTO </a:t>
            </a:r>
          </a:p>
          <a:p>
            <a:pPr algn="ctr"/>
            <a:r>
              <a:rPr lang="en-US"/>
              <a:t>Red Button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366ABCA-B8EA-D1BE-E7EC-7B35EBF489F3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 flipH="1">
            <a:off x="4164739" y="3139564"/>
            <a:ext cx="16282" cy="28943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A6D2AFC-A5EC-7CBD-B289-BBB546A70CF0}"/>
              </a:ext>
            </a:extLst>
          </p:cNvPr>
          <p:cNvSpPr/>
          <p:nvPr/>
        </p:nvSpPr>
        <p:spPr>
          <a:xfrm>
            <a:off x="5095778" y="3429000"/>
            <a:ext cx="1183826" cy="20819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Red Button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E57CDD-0972-390B-9450-5F4B88067DE2}"/>
              </a:ext>
            </a:extLst>
          </p:cNvPr>
          <p:cNvSpPr/>
          <p:nvPr/>
        </p:nvSpPr>
        <p:spPr>
          <a:xfrm>
            <a:off x="5095778" y="3766971"/>
            <a:ext cx="1183826" cy="227731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/>
              <a:t>Yellow Button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F284DB-DA65-DB6E-B5FE-32082AB06F15}"/>
              </a:ext>
            </a:extLst>
          </p:cNvPr>
          <p:cNvSpPr/>
          <p:nvPr/>
        </p:nvSpPr>
        <p:spPr>
          <a:xfrm>
            <a:off x="5095778" y="4105552"/>
            <a:ext cx="1183826" cy="221219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/>
              <a:t>Green Button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A7793D-2E7D-FB67-1CDD-9916C78A0B7B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4824185" y="3533097"/>
            <a:ext cx="271593" cy="36107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B4A742F-61F1-3646-295A-BFAE551EE4B0}"/>
              </a:ext>
            </a:extLst>
          </p:cNvPr>
          <p:cNvCxnSpPr>
            <a:stCxn id="7" idx="2"/>
            <a:endCxn id="26" idx="0"/>
          </p:cNvCxnSpPr>
          <p:nvPr/>
        </p:nvCxnSpPr>
        <p:spPr>
          <a:xfrm>
            <a:off x="5671409" y="3139565"/>
            <a:ext cx="16282" cy="28943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48FFB16-761E-27C7-2B4E-D510BF09C155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5687691" y="3637194"/>
            <a:ext cx="0" cy="12977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CC0DF5-0297-4017-1D54-0CE21FE80880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5687691" y="3994702"/>
            <a:ext cx="0" cy="11085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BD9B184-4CA7-3A60-F971-79C2D859F1A8}"/>
              </a:ext>
            </a:extLst>
          </p:cNvPr>
          <p:cNvSpPr/>
          <p:nvPr/>
        </p:nvSpPr>
        <p:spPr>
          <a:xfrm>
            <a:off x="6552197" y="3429000"/>
            <a:ext cx="1620252" cy="289435"/>
          </a:xfrm>
          <a:prstGeom prst="roundRect">
            <a:avLst>
              <a:gd name="adj" fmla="val 347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Read Sensors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04B0A92-C053-4595-C3FE-C38DAC895330}"/>
              </a:ext>
            </a:extLst>
          </p:cNvPr>
          <p:cNvSpPr/>
          <p:nvPr/>
        </p:nvSpPr>
        <p:spPr>
          <a:xfrm>
            <a:off x="8484118" y="3431915"/>
            <a:ext cx="1554481" cy="289435"/>
          </a:xfrm>
          <a:prstGeom prst="roundRect">
            <a:avLst>
              <a:gd name="adj" fmla="val 350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 Servo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C51DEE3-2271-CAB3-3C4D-1ED653D6E9F2}"/>
              </a:ext>
            </a:extLst>
          </p:cNvPr>
          <p:cNvCxnSpPr>
            <a:cxnSpLocks/>
            <a:stCxn id="8" idx="2"/>
            <a:endCxn id="45" idx="0"/>
          </p:cNvCxnSpPr>
          <p:nvPr/>
        </p:nvCxnSpPr>
        <p:spPr>
          <a:xfrm flipH="1">
            <a:off x="7362323" y="3139566"/>
            <a:ext cx="1" cy="28943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5D7D03D-13D1-90B2-34F5-6E8D3F237AC0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8172449" y="3573718"/>
            <a:ext cx="311669" cy="291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A07A105-1F6F-8EF6-E759-52167EE8C2F9}"/>
              </a:ext>
            </a:extLst>
          </p:cNvPr>
          <p:cNvSpPr/>
          <p:nvPr/>
        </p:nvSpPr>
        <p:spPr>
          <a:xfrm>
            <a:off x="6717652" y="3884333"/>
            <a:ext cx="1289342" cy="221219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Check for signal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304FDF8-F8DC-49D9-4D83-E51115D39706}"/>
              </a:ext>
            </a:extLst>
          </p:cNvPr>
          <p:cNvSpPr/>
          <p:nvPr/>
        </p:nvSpPr>
        <p:spPr>
          <a:xfrm>
            <a:off x="6793204" y="4216160"/>
            <a:ext cx="1138238" cy="221219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Update PID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A64E75A-1056-F11E-B9B6-0FBD846A5618}"/>
              </a:ext>
            </a:extLst>
          </p:cNvPr>
          <p:cNvCxnSpPr>
            <a:cxnSpLocks/>
            <a:stCxn id="45" idx="2"/>
            <a:endCxn id="61" idx="0"/>
          </p:cNvCxnSpPr>
          <p:nvPr/>
        </p:nvCxnSpPr>
        <p:spPr>
          <a:xfrm>
            <a:off x="7362323" y="3718435"/>
            <a:ext cx="0" cy="16589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459D2C2-D060-AB62-1926-55FB055F00EC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>
            <a:off x="7362323" y="4105552"/>
            <a:ext cx="0" cy="11060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30">
            <a:extLst>
              <a:ext uri="{FF2B5EF4-FFF2-40B4-BE49-F238E27FC236}">
                <a16:creationId xmlns:a16="http://schemas.microsoft.com/office/drawing/2014/main" id="{5EA0B9F4-2FEF-36F3-AAD2-9DA384695052}"/>
              </a:ext>
            </a:extLst>
          </p:cNvPr>
          <p:cNvCxnSpPr>
            <a:cxnSpLocks/>
            <a:stCxn id="61" idx="1"/>
            <a:endCxn id="26" idx="3"/>
          </p:cNvCxnSpPr>
          <p:nvPr/>
        </p:nvCxnSpPr>
        <p:spPr>
          <a:xfrm rot="10800000">
            <a:off x="6279604" y="3533097"/>
            <a:ext cx="438048" cy="46184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E2B6C8-3D6D-DC74-B3BC-AE5C4A375445}"/>
              </a:ext>
            </a:extLst>
          </p:cNvPr>
          <p:cNvSpPr txBox="1"/>
          <p:nvPr/>
        </p:nvSpPr>
        <p:spPr>
          <a:xfrm>
            <a:off x="4590691" y="670560"/>
            <a:ext cx="219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CODE V0.1</a:t>
            </a:r>
          </a:p>
        </p:txBody>
      </p:sp>
    </p:spTree>
    <p:extLst>
      <p:ext uri="{BB962C8B-B14F-4D97-AF65-F5344CB8AC3E}">
        <p14:creationId xmlns:p14="http://schemas.microsoft.com/office/powerpoint/2010/main" val="302374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0B95E2-260B-C67F-4186-9AF565B3B8D7}"/>
              </a:ext>
            </a:extLst>
          </p:cNvPr>
          <p:cNvSpPr/>
          <p:nvPr/>
        </p:nvSpPr>
        <p:spPr>
          <a:xfrm>
            <a:off x="9004591" y="1620057"/>
            <a:ext cx="995362" cy="5048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Setup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BDB586-12FF-73F4-51EA-68FE739C9C21}"/>
              </a:ext>
            </a:extLst>
          </p:cNvPr>
          <p:cNvSpPr/>
          <p:nvPr/>
        </p:nvSpPr>
        <p:spPr>
          <a:xfrm>
            <a:off x="3214131" y="1549188"/>
            <a:ext cx="4997449" cy="64656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Loop</a:t>
            </a:r>
          </a:p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C45788-4F81-99CB-A108-9870FF542252}"/>
              </a:ext>
            </a:extLst>
          </p:cNvPr>
          <p:cNvSpPr/>
          <p:nvPr/>
        </p:nvSpPr>
        <p:spPr>
          <a:xfrm>
            <a:off x="3420052" y="1924445"/>
            <a:ext cx="1219200" cy="52251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Bumper</a:t>
            </a:r>
          </a:p>
          <a:p>
            <a:pPr algn="ctr"/>
            <a:r>
              <a:rPr lang="en-US"/>
              <a:t>Fault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5B9E201-4A2B-46C9-48B3-C8EFD474F2BC}"/>
              </a:ext>
            </a:extLst>
          </p:cNvPr>
          <p:cNvSpPr/>
          <p:nvPr/>
        </p:nvSpPr>
        <p:spPr>
          <a:xfrm>
            <a:off x="4967203" y="1930929"/>
            <a:ext cx="1138238" cy="52251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Button States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21D83B-E06B-BBAB-B9C5-7F84D09C4E99}"/>
              </a:ext>
            </a:extLst>
          </p:cNvPr>
          <p:cNvSpPr/>
          <p:nvPr/>
        </p:nvSpPr>
        <p:spPr>
          <a:xfrm>
            <a:off x="6400828" y="1924445"/>
            <a:ext cx="1620253" cy="52251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If system in </a:t>
            </a:r>
            <a:r>
              <a:rPr lang="en-US">
                <a:solidFill>
                  <a:schemeClr val="accent6">
                    <a:lumMod val="50000"/>
                  </a:schemeClr>
                </a:solidFill>
              </a:rPr>
              <a:t>GO</a:t>
            </a:r>
            <a:r>
              <a:rPr lang="en-US"/>
              <a:t> or </a:t>
            </a:r>
            <a:r>
              <a:rPr lang="en-US">
                <a:solidFill>
                  <a:srgbClr val="FFFF00"/>
                </a:solidFill>
              </a:rPr>
              <a:t>WAIT</a:t>
            </a:r>
            <a:r>
              <a:rPr lang="en-US"/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803E1E-404E-8C4F-AFFD-EF02D8232779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>
            <a:off x="8211580" y="1872470"/>
            <a:ext cx="793011" cy="1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946EBD-9B01-111F-3FDD-5C95E1ECAD10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639252" y="2185702"/>
            <a:ext cx="327951" cy="648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9FAC95-074B-55A5-0992-AD3C2208208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6105441" y="2185703"/>
            <a:ext cx="295387" cy="648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A6D2AFC-A5EC-7CBD-B289-BBB546A70CF0}"/>
              </a:ext>
            </a:extLst>
          </p:cNvPr>
          <p:cNvSpPr/>
          <p:nvPr/>
        </p:nvSpPr>
        <p:spPr>
          <a:xfrm>
            <a:off x="4944409" y="2736394"/>
            <a:ext cx="1183826" cy="20819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/>
              <a:t>Red Button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AE57CDD-0972-390B-9450-5F4B88067DE2}"/>
              </a:ext>
            </a:extLst>
          </p:cNvPr>
          <p:cNvSpPr/>
          <p:nvPr/>
        </p:nvSpPr>
        <p:spPr>
          <a:xfrm>
            <a:off x="4944409" y="3074365"/>
            <a:ext cx="1183826" cy="227731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solidFill>
                  <a:schemeClr val="accent2">
                    <a:lumMod val="50000"/>
                  </a:schemeClr>
                </a:solidFill>
              </a:rPr>
              <a:t>Yellow Button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4F284DB-DA65-DB6E-B5FE-32082AB06F15}"/>
              </a:ext>
            </a:extLst>
          </p:cNvPr>
          <p:cNvSpPr/>
          <p:nvPr/>
        </p:nvSpPr>
        <p:spPr>
          <a:xfrm>
            <a:off x="4944409" y="3412946"/>
            <a:ext cx="1183826" cy="221219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/>
              <a:t>Green Button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A7793D-2E7D-FB67-1CDD-9916C78A0B7B}"/>
              </a:ext>
            </a:extLst>
          </p:cNvPr>
          <p:cNvCxnSpPr>
            <a:cxnSpLocks/>
            <a:stCxn id="6" idx="2"/>
            <a:endCxn id="26" idx="1"/>
          </p:cNvCxnSpPr>
          <p:nvPr/>
        </p:nvCxnSpPr>
        <p:spPr>
          <a:xfrm rot="16200000" flipH="1">
            <a:off x="4290264" y="2186345"/>
            <a:ext cx="393533" cy="914757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B4A742F-61F1-3646-295A-BFAE551EE4B0}"/>
              </a:ext>
            </a:extLst>
          </p:cNvPr>
          <p:cNvCxnSpPr>
            <a:stCxn id="7" idx="2"/>
            <a:endCxn id="26" idx="0"/>
          </p:cNvCxnSpPr>
          <p:nvPr/>
        </p:nvCxnSpPr>
        <p:spPr>
          <a:xfrm>
            <a:off x="5536322" y="2453444"/>
            <a:ext cx="0" cy="28295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48FFB16-761E-27C7-2B4E-D510BF09C155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5536322" y="2944588"/>
            <a:ext cx="0" cy="12977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CC0DF5-0297-4017-1D54-0CE21FE80880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5536322" y="3302096"/>
            <a:ext cx="0" cy="11085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BD9B184-4CA7-3A60-F971-79C2D859F1A8}"/>
              </a:ext>
            </a:extLst>
          </p:cNvPr>
          <p:cNvSpPr/>
          <p:nvPr/>
        </p:nvSpPr>
        <p:spPr>
          <a:xfrm>
            <a:off x="6400828" y="2736394"/>
            <a:ext cx="1620252" cy="289435"/>
          </a:xfrm>
          <a:prstGeom prst="roundRect">
            <a:avLst>
              <a:gd name="adj" fmla="val 347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Read Sensors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04B0A92-C053-4595-C3FE-C38DAC895330}"/>
              </a:ext>
            </a:extLst>
          </p:cNvPr>
          <p:cNvSpPr/>
          <p:nvPr/>
        </p:nvSpPr>
        <p:spPr>
          <a:xfrm>
            <a:off x="8326558" y="2739309"/>
            <a:ext cx="1554481" cy="289435"/>
          </a:xfrm>
          <a:prstGeom prst="roundRect">
            <a:avLst>
              <a:gd name="adj" fmla="val 350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 Servo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C51DEE3-2271-CAB3-3C4D-1ED653D6E9F2}"/>
              </a:ext>
            </a:extLst>
          </p:cNvPr>
          <p:cNvCxnSpPr>
            <a:cxnSpLocks/>
            <a:stCxn id="8" idx="2"/>
            <a:endCxn id="45" idx="0"/>
          </p:cNvCxnSpPr>
          <p:nvPr/>
        </p:nvCxnSpPr>
        <p:spPr>
          <a:xfrm flipH="1">
            <a:off x="7210954" y="2446960"/>
            <a:ext cx="1" cy="28943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5D7D03D-13D1-90B2-34F5-6E8D3F237AC0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8021080" y="2881112"/>
            <a:ext cx="305478" cy="291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A07A105-1F6F-8EF6-E759-52167EE8C2F9}"/>
              </a:ext>
            </a:extLst>
          </p:cNvPr>
          <p:cNvSpPr/>
          <p:nvPr/>
        </p:nvSpPr>
        <p:spPr>
          <a:xfrm>
            <a:off x="6566283" y="3191727"/>
            <a:ext cx="1289342" cy="221219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Check for signal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4304FDF8-F8DC-49D9-4D83-E51115D39706}"/>
              </a:ext>
            </a:extLst>
          </p:cNvPr>
          <p:cNvSpPr/>
          <p:nvPr/>
        </p:nvSpPr>
        <p:spPr>
          <a:xfrm>
            <a:off x="6641835" y="3523554"/>
            <a:ext cx="1138238" cy="221219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Update PID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A64E75A-1056-F11E-B9B6-0FBD846A5618}"/>
              </a:ext>
            </a:extLst>
          </p:cNvPr>
          <p:cNvCxnSpPr>
            <a:cxnSpLocks/>
            <a:stCxn id="45" idx="2"/>
            <a:endCxn id="61" idx="0"/>
          </p:cNvCxnSpPr>
          <p:nvPr/>
        </p:nvCxnSpPr>
        <p:spPr>
          <a:xfrm>
            <a:off x="7210954" y="3025829"/>
            <a:ext cx="0" cy="16589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459D2C2-D060-AB62-1926-55FB055F00EC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>
            <a:off x="7210954" y="3412946"/>
            <a:ext cx="0" cy="11060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30">
            <a:extLst>
              <a:ext uri="{FF2B5EF4-FFF2-40B4-BE49-F238E27FC236}">
                <a16:creationId xmlns:a16="http://schemas.microsoft.com/office/drawing/2014/main" id="{5EA0B9F4-2FEF-36F3-AAD2-9DA384695052}"/>
              </a:ext>
            </a:extLst>
          </p:cNvPr>
          <p:cNvCxnSpPr>
            <a:cxnSpLocks/>
            <a:stCxn id="61" idx="1"/>
            <a:endCxn id="26" idx="3"/>
          </p:cNvCxnSpPr>
          <p:nvPr/>
        </p:nvCxnSpPr>
        <p:spPr>
          <a:xfrm rot="10800000">
            <a:off x="6128235" y="2840491"/>
            <a:ext cx="438048" cy="46184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D678BA1-76C0-F7E3-0793-A402539D7F0B}"/>
              </a:ext>
            </a:extLst>
          </p:cNvPr>
          <p:cNvSpPr/>
          <p:nvPr/>
        </p:nvSpPr>
        <p:spPr>
          <a:xfrm>
            <a:off x="6604059" y="3855381"/>
            <a:ext cx="1213790" cy="355845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Calc Last Sensor Values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F44D03-6DFC-A499-F971-679423E7CBE0}"/>
              </a:ext>
            </a:extLst>
          </p:cNvPr>
          <p:cNvCxnSpPr>
            <a:cxnSpLocks/>
            <a:stCxn id="62" idx="2"/>
            <a:endCxn id="18" idx="0"/>
          </p:cNvCxnSpPr>
          <p:nvPr/>
        </p:nvCxnSpPr>
        <p:spPr>
          <a:xfrm>
            <a:off x="7210954" y="3744773"/>
            <a:ext cx="0" cy="11060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4E82AA0-EF98-D690-A8FA-B2DC338B9590}"/>
              </a:ext>
            </a:extLst>
          </p:cNvPr>
          <p:cNvSpPr/>
          <p:nvPr/>
        </p:nvSpPr>
        <p:spPr>
          <a:xfrm>
            <a:off x="2931754" y="4552010"/>
            <a:ext cx="1620253" cy="52251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If system in GO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47D282BF-61E1-85DA-E507-85B749AE50F0}"/>
              </a:ext>
            </a:extLst>
          </p:cNvPr>
          <p:cNvCxnSpPr>
            <a:cxnSpLocks/>
            <a:stCxn id="46" idx="2"/>
            <a:endCxn id="40" idx="0"/>
          </p:cNvCxnSpPr>
          <p:nvPr/>
        </p:nvCxnSpPr>
        <p:spPr>
          <a:xfrm rot="5400000">
            <a:off x="5661207" y="1109418"/>
            <a:ext cx="1523266" cy="5361918"/>
          </a:xfrm>
          <a:prstGeom prst="bentConnector3">
            <a:avLst>
              <a:gd name="adj1" fmla="val 80409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59EC7FEB-C1C8-E4B5-4398-E14B9047369A}"/>
              </a:ext>
            </a:extLst>
          </p:cNvPr>
          <p:cNvCxnSpPr>
            <a:cxnSpLocks/>
            <a:stCxn id="40" idx="1"/>
            <a:endCxn id="5" idx="1"/>
          </p:cNvCxnSpPr>
          <p:nvPr/>
        </p:nvCxnSpPr>
        <p:spPr>
          <a:xfrm rot="10800000" flipH="1">
            <a:off x="2931753" y="1872472"/>
            <a:ext cx="282377" cy="2940797"/>
          </a:xfrm>
          <a:prstGeom prst="bentConnector3">
            <a:avLst>
              <a:gd name="adj1" fmla="val -80956"/>
            </a:avLst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695140B-9162-E19B-3CDF-8D9AAB4712E3}"/>
              </a:ext>
            </a:extLst>
          </p:cNvPr>
          <p:cNvSpPr/>
          <p:nvPr/>
        </p:nvSpPr>
        <p:spPr>
          <a:xfrm>
            <a:off x="4895013" y="4552009"/>
            <a:ext cx="1931672" cy="522515"/>
          </a:xfrm>
          <a:prstGeom prst="roundRect">
            <a:avLst>
              <a:gd name="adj" fmla="val 143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 individual turn Speed</a:t>
            </a:r>
          </a:p>
        </p:txBody>
      </p:sp>
      <p:cxnSp>
        <p:nvCxnSpPr>
          <p:cNvPr id="60" name="Straight Arrow Connector 49">
            <a:extLst>
              <a:ext uri="{FF2B5EF4-FFF2-40B4-BE49-F238E27FC236}">
                <a16:creationId xmlns:a16="http://schemas.microsoft.com/office/drawing/2014/main" id="{FFAE899C-8FCC-2EAB-A5DD-669E222AD371}"/>
              </a:ext>
            </a:extLst>
          </p:cNvPr>
          <p:cNvCxnSpPr>
            <a:cxnSpLocks/>
            <a:stCxn id="40" idx="3"/>
            <a:endCxn id="59" idx="1"/>
          </p:cNvCxnSpPr>
          <p:nvPr/>
        </p:nvCxnSpPr>
        <p:spPr>
          <a:xfrm flipV="1">
            <a:off x="4552007" y="4813267"/>
            <a:ext cx="343006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973D6D49-941D-0C5D-810F-D26408D02376}"/>
              </a:ext>
            </a:extLst>
          </p:cNvPr>
          <p:cNvSpPr/>
          <p:nvPr/>
        </p:nvSpPr>
        <p:spPr>
          <a:xfrm>
            <a:off x="7329264" y="4552008"/>
            <a:ext cx="1620252" cy="522515"/>
          </a:xfrm>
          <a:prstGeom prst="roundRect">
            <a:avLst>
              <a:gd name="adj" fmla="val 143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Localization Detection</a:t>
            </a:r>
          </a:p>
        </p:txBody>
      </p:sp>
      <p:cxnSp>
        <p:nvCxnSpPr>
          <p:cNvPr id="71" name="Straight Arrow Connector 49">
            <a:extLst>
              <a:ext uri="{FF2B5EF4-FFF2-40B4-BE49-F238E27FC236}">
                <a16:creationId xmlns:a16="http://schemas.microsoft.com/office/drawing/2014/main" id="{39A073FB-CE79-979E-1CDB-D4490782D4A9}"/>
              </a:ext>
            </a:extLst>
          </p:cNvPr>
          <p:cNvCxnSpPr>
            <a:cxnSpLocks/>
            <a:stCxn id="59" idx="3"/>
            <a:endCxn id="70" idx="1"/>
          </p:cNvCxnSpPr>
          <p:nvPr/>
        </p:nvCxnSpPr>
        <p:spPr>
          <a:xfrm flipV="1">
            <a:off x="6826685" y="4813266"/>
            <a:ext cx="50257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22D0206-5C75-9640-6166-04F55347B96E}"/>
              </a:ext>
            </a:extLst>
          </p:cNvPr>
          <p:cNvCxnSpPr>
            <a:cxnSpLocks/>
            <a:stCxn id="70" idx="3"/>
            <a:endCxn id="5" idx="1"/>
          </p:cNvCxnSpPr>
          <p:nvPr/>
        </p:nvCxnSpPr>
        <p:spPr>
          <a:xfrm flipH="1" flipV="1">
            <a:off x="3214131" y="1872471"/>
            <a:ext cx="5735385" cy="2940795"/>
          </a:xfrm>
          <a:prstGeom prst="bentConnector5">
            <a:avLst>
              <a:gd name="adj1" fmla="val -3986"/>
              <a:gd name="adj2" fmla="val 14169"/>
              <a:gd name="adj3" fmla="val 108916"/>
            </a:avLst>
          </a:prstGeom>
          <a:ln w="127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47BABB75-E506-570C-805A-1B6CBD2C85C7}"/>
              </a:ext>
            </a:extLst>
          </p:cNvPr>
          <p:cNvSpPr txBox="1"/>
          <p:nvPr/>
        </p:nvSpPr>
        <p:spPr>
          <a:xfrm>
            <a:off x="4504671" y="0"/>
            <a:ext cx="24163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CODE V1.0</a:t>
            </a:r>
          </a:p>
        </p:txBody>
      </p:sp>
    </p:spTree>
    <p:extLst>
      <p:ext uri="{BB962C8B-B14F-4D97-AF65-F5344CB8AC3E}">
        <p14:creationId xmlns:p14="http://schemas.microsoft.com/office/powerpoint/2010/main" val="989319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27A116-B664-085A-8D14-0F3DF5EB04B6}"/>
              </a:ext>
            </a:extLst>
          </p:cNvPr>
          <p:cNvSpPr/>
          <p:nvPr/>
        </p:nvSpPr>
        <p:spPr>
          <a:xfrm>
            <a:off x="5195384" y="1594727"/>
            <a:ext cx="1219199" cy="504825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Battery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D24F1B-697C-765F-045D-2B0B7601F6D3}"/>
              </a:ext>
            </a:extLst>
          </p:cNvPr>
          <p:cNvSpPr/>
          <p:nvPr/>
        </p:nvSpPr>
        <p:spPr>
          <a:xfrm>
            <a:off x="6884583" y="1592242"/>
            <a:ext cx="1219198" cy="50482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Voltage Regulator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5DE540-A64D-45B2-D207-A1CB48B362A2}"/>
              </a:ext>
            </a:extLst>
          </p:cNvPr>
          <p:cNvSpPr/>
          <p:nvPr/>
        </p:nvSpPr>
        <p:spPr>
          <a:xfrm>
            <a:off x="3575131" y="1591545"/>
            <a:ext cx="1219200" cy="50482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Drivetrain System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663294-5FBC-8EF5-9AB0-914F6015AB81}"/>
              </a:ext>
            </a:extLst>
          </p:cNvPr>
          <p:cNvCxnSpPr>
            <a:cxnSpLocks/>
            <a:stCxn id="4" idx="1"/>
            <a:endCxn id="6" idx="3"/>
          </p:cNvCxnSpPr>
          <p:nvPr/>
        </p:nvCxnSpPr>
        <p:spPr>
          <a:xfrm flipH="1" flipV="1">
            <a:off x="4794331" y="1843958"/>
            <a:ext cx="401053" cy="3182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AB2C90-5078-095C-84E8-CCF40548CC69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6414583" y="1844655"/>
            <a:ext cx="470000" cy="2485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8E74496-8D68-46B0-61FB-BC2894746A90}"/>
              </a:ext>
            </a:extLst>
          </p:cNvPr>
          <p:cNvSpPr/>
          <p:nvPr/>
        </p:nvSpPr>
        <p:spPr>
          <a:xfrm>
            <a:off x="5195384" y="2558383"/>
            <a:ext cx="1219199" cy="52251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Arduino</a:t>
            </a:r>
          </a:p>
        </p:txBody>
      </p:sp>
      <p:cxnSp>
        <p:nvCxnSpPr>
          <p:cNvPr id="77" name="Straight Arrow Connector 30">
            <a:extLst>
              <a:ext uri="{FF2B5EF4-FFF2-40B4-BE49-F238E27FC236}">
                <a16:creationId xmlns:a16="http://schemas.microsoft.com/office/drawing/2014/main" id="{2F9CA3DA-399A-281C-0CC7-CBB08E733503}"/>
              </a:ext>
            </a:extLst>
          </p:cNvPr>
          <p:cNvCxnSpPr>
            <a:cxnSpLocks/>
            <a:stCxn id="66" idx="1"/>
          </p:cNvCxnSpPr>
          <p:nvPr/>
        </p:nvCxnSpPr>
        <p:spPr>
          <a:xfrm rot="10800000">
            <a:off x="4559332" y="2088227"/>
            <a:ext cx="636052" cy="731415"/>
          </a:xfrm>
          <a:prstGeom prst="bentConnector2">
            <a:avLst/>
          </a:prstGeom>
          <a:ln w="190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85EAFFC7-D4D3-9533-6337-094132E1F89F}"/>
              </a:ext>
            </a:extLst>
          </p:cNvPr>
          <p:cNvSpPr/>
          <p:nvPr/>
        </p:nvSpPr>
        <p:spPr>
          <a:xfrm>
            <a:off x="8634136" y="1583398"/>
            <a:ext cx="1219198" cy="52251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Magnetic Sensors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7D3A278-4B5F-706C-04BF-670B8B20FB62}"/>
              </a:ext>
            </a:extLst>
          </p:cNvPr>
          <p:cNvSpPr/>
          <p:nvPr/>
        </p:nvSpPr>
        <p:spPr>
          <a:xfrm>
            <a:off x="8634136" y="2166803"/>
            <a:ext cx="1219198" cy="52251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IR Sensor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BDA5CE7-1A7A-EFE2-9202-EA1C29FFEAF7}"/>
              </a:ext>
            </a:extLst>
          </p:cNvPr>
          <p:cNvSpPr/>
          <p:nvPr/>
        </p:nvSpPr>
        <p:spPr>
          <a:xfrm>
            <a:off x="8634136" y="2757937"/>
            <a:ext cx="1219198" cy="5225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Speed Sensor</a:t>
            </a:r>
          </a:p>
        </p:txBody>
      </p:sp>
      <p:cxnSp>
        <p:nvCxnSpPr>
          <p:cNvPr id="85" name="Straight Arrow Connector 30">
            <a:extLst>
              <a:ext uri="{FF2B5EF4-FFF2-40B4-BE49-F238E27FC236}">
                <a16:creationId xmlns:a16="http://schemas.microsoft.com/office/drawing/2014/main" id="{42620EBF-BADC-0B31-4460-AF7D98405162}"/>
              </a:ext>
            </a:extLst>
          </p:cNvPr>
          <p:cNvCxnSpPr>
            <a:cxnSpLocks/>
            <a:stCxn id="5" idx="3"/>
            <a:endCxn id="82" idx="1"/>
          </p:cNvCxnSpPr>
          <p:nvPr/>
        </p:nvCxnSpPr>
        <p:spPr>
          <a:xfrm>
            <a:off x="8103781" y="1844655"/>
            <a:ext cx="530355" cy="117454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30">
            <a:extLst>
              <a:ext uri="{FF2B5EF4-FFF2-40B4-BE49-F238E27FC236}">
                <a16:creationId xmlns:a16="http://schemas.microsoft.com/office/drawing/2014/main" id="{3F0FBB04-3B96-F43D-52BC-46254C75FCAD}"/>
              </a:ext>
            </a:extLst>
          </p:cNvPr>
          <p:cNvCxnSpPr>
            <a:cxnSpLocks/>
            <a:stCxn id="5" idx="3"/>
            <a:endCxn id="81" idx="1"/>
          </p:cNvCxnSpPr>
          <p:nvPr/>
        </p:nvCxnSpPr>
        <p:spPr>
          <a:xfrm>
            <a:off x="8103781" y="1844655"/>
            <a:ext cx="530355" cy="5834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30">
            <a:extLst>
              <a:ext uri="{FF2B5EF4-FFF2-40B4-BE49-F238E27FC236}">
                <a16:creationId xmlns:a16="http://schemas.microsoft.com/office/drawing/2014/main" id="{B693332F-4CB3-E072-35A3-E9B0079936E1}"/>
              </a:ext>
            </a:extLst>
          </p:cNvPr>
          <p:cNvCxnSpPr>
            <a:cxnSpLocks/>
            <a:stCxn id="5" idx="3"/>
            <a:endCxn id="80" idx="1"/>
          </p:cNvCxnSpPr>
          <p:nvPr/>
        </p:nvCxnSpPr>
        <p:spPr>
          <a:xfrm>
            <a:off x="8103781" y="1844655"/>
            <a:ext cx="530355" cy="1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80A9910C-4C4D-C644-0F3D-BF1FBCC675CA}"/>
              </a:ext>
            </a:extLst>
          </p:cNvPr>
          <p:cNvSpPr/>
          <p:nvPr/>
        </p:nvSpPr>
        <p:spPr>
          <a:xfrm>
            <a:off x="6884575" y="2558382"/>
            <a:ext cx="1219199" cy="52251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Servo</a:t>
            </a:r>
          </a:p>
        </p:txBody>
      </p:sp>
      <p:cxnSp>
        <p:nvCxnSpPr>
          <p:cNvPr id="96" name="Straight Arrow Connector 30">
            <a:extLst>
              <a:ext uri="{FF2B5EF4-FFF2-40B4-BE49-F238E27FC236}">
                <a16:creationId xmlns:a16="http://schemas.microsoft.com/office/drawing/2014/main" id="{D55649B8-2683-B2B9-CDC9-6E9098FE86A1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>
          <a:xfrm rot="5400000">
            <a:off x="7263522" y="2327721"/>
            <a:ext cx="461315" cy="7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30">
            <a:extLst>
              <a:ext uri="{FF2B5EF4-FFF2-40B4-BE49-F238E27FC236}">
                <a16:creationId xmlns:a16="http://schemas.microsoft.com/office/drawing/2014/main" id="{E26AED47-2AA4-A815-2D39-7A798A98EA84}"/>
              </a:ext>
            </a:extLst>
          </p:cNvPr>
          <p:cNvCxnSpPr>
            <a:cxnSpLocks/>
            <a:stCxn id="66" idx="3"/>
            <a:endCxn id="95" idx="1"/>
          </p:cNvCxnSpPr>
          <p:nvPr/>
        </p:nvCxnSpPr>
        <p:spPr>
          <a:xfrm flipV="1">
            <a:off x="6414583" y="2819640"/>
            <a:ext cx="469992" cy="1"/>
          </a:xfrm>
          <a:prstGeom prst="bentConnector3">
            <a:avLst>
              <a:gd name="adj1" fmla="val 50000"/>
            </a:avLst>
          </a:prstGeom>
          <a:ln w="190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30">
            <a:extLst>
              <a:ext uri="{FF2B5EF4-FFF2-40B4-BE49-F238E27FC236}">
                <a16:creationId xmlns:a16="http://schemas.microsoft.com/office/drawing/2014/main" id="{8393FE90-F81D-E6A7-88E8-60AE7DB3660C}"/>
              </a:ext>
            </a:extLst>
          </p:cNvPr>
          <p:cNvCxnSpPr>
            <a:cxnSpLocks/>
            <a:stCxn id="82" idx="3"/>
            <a:endCxn id="66" idx="2"/>
          </p:cNvCxnSpPr>
          <p:nvPr/>
        </p:nvCxnSpPr>
        <p:spPr>
          <a:xfrm flipH="1">
            <a:off x="5804984" y="3019195"/>
            <a:ext cx="4048350" cy="61703"/>
          </a:xfrm>
          <a:prstGeom prst="bentConnector4">
            <a:avLst>
              <a:gd name="adj1" fmla="val -5647"/>
              <a:gd name="adj2" fmla="val 3087811"/>
            </a:avLst>
          </a:prstGeom>
          <a:ln w="1905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30">
            <a:extLst>
              <a:ext uri="{FF2B5EF4-FFF2-40B4-BE49-F238E27FC236}">
                <a16:creationId xmlns:a16="http://schemas.microsoft.com/office/drawing/2014/main" id="{E30B266A-8DFE-8D61-1D19-F129FDC4FDBD}"/>
              </a:ext>
            </a:extLst>
          </p:cNvPr>
          <p:cNvCxnSpPr>
            <a:cxnSpLocks/>
            <a:stCxn id="81" idx="3"/>
            <a:endCxn id="66" idx="2"/>
          </p:cNvCxnSpPr>
          <p:nvPr/>
        </p:nvCxnSpPr>
        <p:spPr>
          <a:xfrm flipH="1">
            <a:off x="5804984" y="2428061"/>
            <a:ext cx="4048350" cy="652837"/>
          </a:xfrm>
          <a:prstGeom prst="bentConnector4">
            <a:avLst>
              <a:gd name="adj1" fmla="val -5647"/>
              <a:gd name="adj2" fmla="val 382222"/>
            </a:avLst>
          </a:prstGeom>
          <a:ln w="1905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30">
            <a:extLst>
              <a:ext uri="{FF2B5EF4-FFF2-40B4-BE49-F238E27FC236}">
                <a16:creationId xmlns:a16="http://schemas.microsoft.com/office/drawing/2014/main" id="{C343B899-7FB0-0F20-35FD-CBFDFBB1A49C}"/>
              </a:ext>
            </a:extLst>
          </p:cNvPr>
          <p:cNvCxnSpPr>
            <a:cxnSpLocks/>
            <a:stCxn id="80" idx="3"/>
            <a:endCxn id="66" idx="2"/>
          </p:cNvCxnSpPr>
          <p:nvPr/>
        </p:nvCxnSpPr>
        <p:spPr>
          <a:xfrm flipH="1">
            <a:off x="5804984" y="1844656"/>
            <a:ext cx="4048350" cy="1236242"/>
          </a:xfrm>
          <a:prstGeom prst="bentConnector4">
            <a:avLst>
              <a:gd name="adj1" fmla="val -5647"/>
              <a:gd name="adj2" fmla="val 249037"/>
            </a:avLst>
          </a:prstGeom>
          <a:ln w="1905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686BD2-83D8-498F-E7A3-C33698CF7DDE}"/>
              </a:ext>
            </a:extLst>
          </p:cNvPr>
          <p:cNvSpPr/>
          <p:nvPr/>
        </p:nvSpPr>
        <p:spPr>
          <a:xfrm>
            <a:off x="8634136" y="3357627"/>
            <a:ext cx="1219198" cy="52251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Bumper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B953287-E238-C643-0B78-05FFF73F712E}"/>
              </a:ext>
            </a:extLst>
          </p:cNvPr>
          <p:cNvSpPr/>
          <p:nvPr/>
        </p:nvSpPr>
        <p:spPr>
          <a:xfrm>
            <a:off x="8634136" y="3969805"/>
            <a:ext cx="1219198" cy="52251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LEDs</a:t>
            </a:r>
          </a:p>
        </p:txBody>
      </p:sp>
      <p:cxnSp>
        <p:nvCxnSpPr>
          <p:cNvPr id="127" name="Straight Arrow Connector 30">
            <a:extLst>
              <a:ext uri="{FF2B5EF4-FFF2-40B4-BE49-F238E27FC236}">
                <a16:creationId xmlns:a16="http://schemas.microsoft.com/office/drawing/2014/main" id="{EC9AF2A5-D3A8-1C91-157E-7266DA236152}"/>
              </a:ext>
            </a:extLst>
          </p:cNvPr>
          <p:cNvCxnSpPr>
            <a:cxnSpLocks/>
            <a:stCxn id="5" idx="3"/>
            <a:endCxn id="126" idx="1"/>
          </p:cNvCxnSpPr>
          <p:nvPr/>
        </p:nvCxnSpPr>
        <p:spPr>
          <a:xfrm>
            <a:off x="8103781" y="1844655"/>
            <a:ext cx="530355" cy="238640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30">
            <a:extLst>
              <a:ext uri="{FF2B5EF4-FFF2-40B4-BE49-F238E27FC236}">
                <a16:creationId xmlns:a16="http://schemas.microsoft.com/office/drawing/2014/main" id="{1305917C-138C-F772-6852-D87B87B68BFB}"/>
              </a:ext>
            </a:extLst>
          </p:cNvPr>
          <p:cNvCxnSpPr>
            <a:cxnSpLocks/>
            <a:stCxn id="5" idx="3"/>
            <a:endCxn id="122" idx="1"/>
          </p:cNvCxnSpPr>
          <p:nvPr/>
        </p:nvCxnSpPr>
        <p:spPr>
          <a:xfrm>
            <a:off x="8103781" y="1844655"/>
            <a:ext cx="530355" cy="177423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30">
            <a:extLst>
              <a:ext uri="{FF2B5EF4-FFF2-40B4-BE49-F238E27FC236}">
                <a16:creationId xmlns:a16="http://schemas.microsoft.com/office/drawing/2014/main" id="{EB494553-308F-4E71-44E9-88BB533247D8}"/>
              </a:ext>
            </a:extLst>
          </p:cNvPr>
          <p:cNvCxnSpPr>
            <a:cxnSpLocks/>
            <a:stCxn id="122" idx="3"/>
            <a:endCxn id="66" idx="2"/>
          </p:cNvCxnSpPr>
          <p:nvPr/>
        </p:nvCxnSpPr>
        <p:spPr>
          <a:xfrm flipH="1" flipV="1">
            <a:off x="5804984" y="3080898"/>
            <a:ext cx="4048350" cy="537987"/>
          </a:xfrm>
          <a:prstGeom prst="bentConnector4">
            <a:avLst>
              <a:gd name="adj1" fmla="val -5647"/>
              <a:gd name="adj2" fmla="val -242637"/>
            </a:avLst>
          </a:prstGeom>
          <a:ln w="1905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30">
            <a:extLst>
              <a:ext uri="{FF2B5EF4-FFF2-40B4-BE49-F238E27FC236}">
                <a16:creationId xmlns:a16="http://schemas.microsoft.com/office/drawing/2014/main" id="{B652BFE0-93AA-25B2-7DD3-EE31AA56CFDB}"/>
              </a:ext>
            </a:extLst>
          </p:cNvPr>
          <p:cNvCxnSpPr>
            <a:cxnSpLocks/>
            <a:stCxn id="66" idx="3"/>
            <a:endCxn id="126" idx="2"/>
          </p:cNvCxnSpPr>
          <p:nvPr/>
        </p:nvCxnSpPr>
        <p:spPr>
          <a:xfrm>
            <a:off x="6414583" y="2819641"/>
            <a:ext cx="2829152" cy="1672679"/>
          </a:xfrm>
          <a:prstGeom prst="bentConnector4">
            <a:avLst>
              <a:gd name="adj1" fmla="val 6737"/>
              <a:gd name="adj2" fmla="val 113667"/>
            </a:avLst>
          </a:prstGeom>
          <a:ln w="1905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5B407CE3-563C-2C98-83E3-791DCA756E4D}"/>
              </a:ext>
            </a:extLst>
          </p:cNvPr>
          <p:cNvSpPr/>
          <p:nvPr/>
        </p:nvSpPr>
        <p:spPr>
          <a:xfrm>
            <a:off x="3568862" y="3464980"/>
            <a:ext cx="1219200" cy="504825"/>
          </a:xfrm>
          <a:prstGeom prst="roundRect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Motors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D384021A-FA8A-C239-2DBC-5B180F3BEF47}"/>
              </a:ext>
            </a:extLst>
          </p:cNvPr>
          <p:cNvCxnSpPr>
            <a:cxnSpLocks/>
            <a:stCxn id="6" idx="2"/>
            <a:endCxn id="141" idx="0"/>
          </p:cNvCxnSpPr>
          <p:nvPr/>
        </p:nvCxnSpPr>
        <p:spPr>
          <a:xfrm flipH="1">
            <a:off x="4178462" y="2096370"/>
            <a:ext cx="6269" cy="136861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640178-45B2-6E97-0E86-2572C3A9DB1B}"/>
              </a:ext>
            </a:extLst>
          </p:cNvPr>
          <p:cNvSpPr/>
          <p:nvPr/>
        </p:nvSpPr>
        <p:spPr>
          <a:xfrm>
            <a:off x="8633114" y="2164773"/>
            <a:ext cx="1220931" cy="52387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Calibri"/>
              </a:rPr>
              <a:t>Buttons</a:t>
            </a:r>
            <a:endParaRPr lang="en-US"/>
          </a:p>
        </p:txBody>
      </p:sp>
      <p:cxnSp>
        <p:nvCxnSpPr>
          <p:cNvPr id="10" name="Straight Arrow Connector 30">
            <a:extLst>
              <a:ext uri="{FF2B5EF4-FFF2-40B4-BE49-F238E27FC236}">
                <a16:creationId xmlns:a16="http://schemas.microsoft.com/office/drawing/2014/main" id="{9F3D9845-DFB1-DA69-0DCE-E371442BBEC4}"/>
              </a:ext>
            </a:extLst>
          </p:cNvPr>
          <p:cNvCxnSpPr>
            <a:cxnSpLocks/>
            <a:stCxn id="5" idx="2"/>
            <a:endCxn id="66" idx="0"/>
          </p:cNvCxnSpPr>
          <p:nvPr/>
        </p:nvCxnSpPr>
        <p:spPr>
          <a:xfrm rot="5400000">
            <a:off x="6418925" y="1483126"/>
            <a:ext cx="461316" cy="1689198"/>
          </a:xfrm>
          <a:prstGeom prst="bentConnector3">
            <a:avLst>
              <a:gd name="adj1" fmla="val 40709"/>
            </a:avLst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68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502B51-6244-01CF-2A52-9EAC6FBD2B17}"/>
              </a:ext>
            </a:extLst>
          </p:cNvPr>
          <p:cNvSpPr/>
          <p:nvPr/>
        </p:nvSpPr>
        <p:spPr>
          <a:xfrm>
            <a:off x="1152525" y="638175"/>
            <a:ext cx="4524375" cy="6076950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2BF782-56FB-38CC-9675-EEFF5DE88AE1}"/>
              </a:ext>
            </a:extLst>
          </p:cNvPr>
          <p:cNvSpPr/>
          <p:nvPr/>
        </p:nvSpPr>
        <p:spPr>
          <a:xfrm>
            <a:off x="6477000" y="638174"/>
            <a:ext cx="4524374" cy="6076951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F8460-138F-B800-64A4-9153A64A1889}"/>
              </a:ext>
            </a:extLst>
          </p:cNvPr>
          <p:cNvSpPr txBox="1"/>
          <p:nvPr/>
        </p:nvSpPr>
        <p:spPr>
          <a:xfrm>
            <a:off x="2347570" y="163818"/>
            <a:ext cx="2210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>HARDWARE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0EE789-A5B9-5800-DA9B-7CF0C6C8759E}"/>
              </a:ext>
            </a:extLst>
          </p:cNvPr>
          <p:cNvSpPr txBox="1"/>
          <p:nvPr/>
        </p:nvSpPr>
        <p:spPr>
          <a:xfrm>
            <a:off x="7820495" y="162429"/>
            <a:ext cx="22100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rgbClr val="0070C0"/>
                </a:solidFill>
              </a:rPr>
              <a:t>SOFTWARE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128904-A000-8298-2EC5-8350213E10DB}"/>
              </a:ext>
            </a:extLst>
          </p:cNvPr>
          <p:cNvSpPr/>
          <p:nvPr/>
        </p:nvSpPr>
        <p:spPr>
          <a:xfrm>
            <a:off x="3074765" y="1879916"/>
            <a:ext cx="2438400" cy="28891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Left Motor + Controller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FF8C8E-04BA-6764-83F2-CCD53A599131}"/>
              </a:ext>
            </a:extLst>
          </p:cNvPr>
          <p:cNvSpPr/>
          <p:nvPr/>
        </p:nvSpPr>
        <p:spPr>
          <a:xfrm>
            <a:off x="2987231" y="2276540"/>
            <a:ext cx="2613469" cy="28891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Right Motor + Controller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9E72A5-BBFF-5283-3AE1-F9CCA922C02E}"/>
              </a:ext>
            </a:extLst>
          </p:cNvPr>
          <p:cNvSpPr/>
          <p:nvPr/>
        </p:nvSpPr>
        <p:spPr>
          <a:xfrm>
            <a:off x="3336702" y="2691667"/>
            <a:ext cx="1914526" cy="28891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Left Track Sensor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DDC714-E221-72DB-0CE1-E56C39467407}"/>
              </a:ext>
            </a:extLst>
          </p:cNvPr>
          <p:cNvSpPr/>
          <p:nvPr/>
        </p:nvSpPr>
        <p:spPr>
          <a:xfrm>
            <a:off x="3336702" y="3091686"/>
            <a:ext cx="1914526" cy="28891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Right Track Sensor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E453B67-C0CD-8667-C32F-D7DCBB5D16A1}"/>
              </a:ext>
            </a:extLst>
          </p:cNvPr>
          <p:cNvSpPr/>
          <p:nvPr/>
        </p:nvSpPr>
        <p:spPr>
          <a:xfrm>
            <a:off x="3336702" y="3491705"/>
            <a:ext cx="1914526" cy="2889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Servo Motor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1CA6FE-DF96-C54F-BAA0-A76442243BBF}"/>
              </a:ext>
            </a:extLst>
          </p:cNvPr>
          <p:cNvSpPr/>
          <p:nvPr/>
        </p:nvSpPr>
        <p:spPr>
          <a:xfrm>
            <a:off x="3336702" y="3888649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Green LED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34CC370-E8C5-73C1-B8C4-047191779537}"/>
              </a:ext>
            </a:extLst>
          </p:cNvPr>
          <p:cNvSpPr/>
          <p:nvPr/>
        </p:nvSpPr>
        <p:spPr>
          <a:xfrm>
            <a:off x="3336702" y="4284068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Yellow LED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CB7C0E-2ADA-9666-A866-B4C3D9FEE0FA}"/>
              </a:ext>
            </a:extLst>
          </p:cNvPr>
          <p:cNvSpPr/>
          <p:nvPr/>
        </p:nvSpPr>
        <p:spPr>
          <a:xfrm>
            <a:off x="3336702" y="4684087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 LED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DC1671-0910-EF4B-57D2-8C04FE83B808}"/>
              </a:ext>
            </a:extLst>
          </p:cNvPr>
          <p:cNvSpPr/>
          <p:nvPr/>
        </p:nvSpPr>
        <p:spPr>
          <a:xfrm>
            <a:off x="3336702" y="5084106"/>
            <a:ext cx="1914526" cy="28891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STOP</a:t>
            </a:r>
            <a:r>
              <a:rPr lang="en-US"/>
              <a:t> Button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8B6A788-1136-54BE-DAA2-028747099D45}"/>
              </a:ext>
            </a:extLst>
          </p:cNvPr>
          <p:cNvSpPr/>
          <p:nvPr/>
        </p:nvSpPr>
        <p:spPr>
          <a:xfrm>
            <a:off x="3336702" y="5490354"/>
            <a:ext cx="1914526" cy="28891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WAIT</a:t>
            </a:r>
            <a:r>
              <a:rPr lang="en-US"/>
              <a:t> Button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C40684F-0774-FAA9-F896-96D618C9CD73}"/>
              </a:ext>
            </a:extLst>
          </p:cNvPr>
          <p:cNvSpPr/>
          <p:nvPr/>
        </p:nvSpPr>
        <p:spPr>
          <a:xfrm>
            <a:off x="3336702" y="5896602"/>
            <a:ext cx="1914526" cy="28891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6">
                    <a:lumMod val="75000"/>
                  </a:schemeClr>
                </a:solidFill>
              </a:rPr>
              <a:t>GO</a:t>
            </a:r>
            <a:r>
              <a:rPr lang="en-US">
                <a:solidFill>
                  <a:srgbClr val="00B050"/>
                </a:solidFill>
              </a:rPr>
              <a:t> </a:t>
            </a:r>
            <a:r>
              <a:rPr lang="en-US"/>
              <a:t>Button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7E9A8C1-A035-477D-29AE-1352FFF58A92}"/>
              </a:ext>
            </a:extLst>
          </p:cNvPr>
          <p:cNvSpPr/>
          <p:nvPr/>
        </p:nvSpPr>
        <p:spPr>
          <a:xfrm>
            <a:off x="3336702" y="6302850"/>
            <a:ext cx="1914526" cy="288911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Crash Bumper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4D44C8D-6613-6EB6-F2CF-FD4AFDC9CF20}"/>
              </a:ext>
            </a:extLst>
          </p:cNvPr>
          <p:cNvSpPr/>
          <p:nvPr/>
        </p:nvSpPr>
        <p:spPr>
          <a:xfrm>
            <a:off x="3212877" y="771062"/>
            <a:ext cx="2162176" cy="1002215"/>
          </a:xfrm>
          <a:prstGeom prst="roundRect">
            <a:avLst/>
          </a:prstGeom>
          <a:solidFill>
            <a:srgbClr val="008184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/>
              <a:t>ARDUINO</a:t>
            </a:r>
          </a:p>
          <a:p>
            <a:pPr algn="ctr"/>
            <a:r>
              <a:rPr lang="en-US" sz="2200"/>
              <a:t>Microcontroller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1A266F-87D9-446E-9B94-9E7DEFC6F8E3}"/>
              </a:ext>
            </a:extLst>
          </p:cNvPr>
          <p:cNvSpPr/>
          <p:nvPr/>
        </p:nvSpPr>
        <p:spPr>
          <a:xfrm rot="5400000">
            <a:off x="260991" y="5034174"/>
            <a:ext cx="2497440" cy="495300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Battery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137886-B033-4DA7-C00A-2B048A7328E9}"/>
              </a:ext>
            </a:extLst>
          </p:cNvPr>
          <p:cNvSpPr/>
          <p:nvPr/>
        </p:nvSpPr>
        <p:spPr>
          <a:xfrm rot="5400000">
            <a:off x="6965" y="2030220"/>
            <a:ext cx="3005492" cy="495300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5V Regulator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DF5765E-4FEE-59A2-4B16-7D38DC563C20}"/>
              </a:ext>
            </a:extLst>
          </p:cNvPr>
          <p:cNvCxnSpPr>
            <a:cxnSpLocks/>
            <a:stCxn id="25" idx="1"/>
            <a:endCxn id="26" idx="3"/>
          </p:cNvCxnSpPr>
          <p:nvPr/>
        </p:nvCxnSpPr>
        <p:spPr>
          <a:xfrm flipV="1">
            <a:off x="1509711" y="3780616"/>
            <a:ext cx="0" cy="2524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31CA08B-F284-92F3-775B-56D86A46A3BC}"/>
              </a:ext>
            </a:extLst>
          </p:cNvPr>
          <p:cNvCxnSpPr>
            <a:stCxn id="25" idx="0"/>
            <a:endCxn id="13" idx="1"/>
          </p:cNvCxnSpPr>
          <p:nvPr/>
        </p:nvCxnSpPr>
        <p:spPr>
          <a:xfrm flipV="1">
            <a:off x="1757361" y="2420996"/>
            <a:ext cx="1229870" cy="2860828"/>
          </a:xfrm>
          <a:prstGeom prst="bentConnector3">
            <a:avLst>
              <a:gd name="adj1" fmla="val 3497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5">
            <a:extLst>
              <a:ext uri="{FF2B5EF4-FFF2-40B4-BE49-F238E27FC236}">
                <a16:creationId xmlns:a16="http://schemas.microsoft.com/office/drawing/2014/main" id="{29E55E6B-9D94-1860-42BE-D39291B5841E}"/>
              </a:ext>
            </a:extLst>
          </p:cNvPr>
          <p:cNvCxnSpPr>
            <a:cxnSpLocks/>
            <a:stCxn id="25" idx="0"/>
            <a:endCxn id="12" idx="1"/>
          </p:cNvCxnSpPr>
          <p:nvPr/>
        </p:nvCxnSpPr>
        <p:spPr>
          <a:xfrm flipV="1">
            <a:off x="1757361" y="2024372"/>
            <a:ext cx="1317404" cy="3257452"/>
          </a:xfrm>
          <a:prstGeom prst="bentConnector3">
            <a:avLst>
              <a:gd name="adj1" fmla="val 3272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45">
            <a:extLst>
              <a:ext uri="{FF2B5EF4-FFF2-40B4-BE49-F238E27FC236}">
                <a16:creationId xmlns:a16="http://schemas.microsoft.com/office/drawing/2014/main" id="{FAAA49E2-7779-F148-929E-C9E6438A601D}"/>
              </a:ext>
            </a:extLst>
          </p:cNvPr>
          <p:cNvCxnSpPr>
            <a:cxnSpLocks/>
            <a:stCxn id="26" idx="0"/>
            <a:endCxn id="14" idx="1"/>
          </p:cNvCxnSpPr>
          <p:nvPr/>
        </p:nvCxnSpPr>
        <p:spPr>
          <a:xfrm>
            <a:off x="1757361" y="2277870"/>
            <a:ext cx="1579341" cy="5582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45">
            <a:extLst>
              <a:ext uri="{FF2B5EF4-FFF2-40B4-BE49-F238E27FC236}">
                <a16:creationId xmlns:a16="http://schemas.microsoft.com/office/drawing/2014/main" id="{78397831-B7C5-872C-E832-EFDF97B9322F}"/>
              </a:ext>
            </a:extLst>
          </p:cNvPr>
          <p:cNvCxnSpPr>
            <a:cxnSpLocks/>
            <a:stCxn id="26" idx="0"/>
            <a:endCxn id="15" idx="1"/>
          </p:cNvCxnSpPr>
          <p:nvPr/>
        </p:nvCxnSpPr>
        <p:spPr>
          <a:xfrm>
            <a:off x="1757361" y="2277870"/>
            <a:ext cx="1579341" cy="9582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45">
            <a:extLst>
              <a:ext uri="{FF2B5EF4-FFF2-40B4-BE49-F238E27FC236}">
                <a16:creationId xmlns:a16="http://schemas.microsoft.com/office/drawing/2014/main" id="{CC0C1974-E442-60F3-A688-AB5CDC876227}"/>
              </a:ext>
            </a:extLst>
          </p:cNvPr>
          <p:cNvCxnSpPr>
            <a:cxnSpLocks/>
            <a:stCxn id="26" idx="0"/>
            <a:endCxn id="16" idx="1"/>
          </p:cNvCxnSpPr>
          <p:nvPr/>
        </p:nvCxnSpPr>
        <p:spPr>
          <a:xfrm>
            <a:off x="1757361" y="2277870"/>
            <a:ext cx="1579341" cy="135829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45">
            <a:extLst>
              <a:ext uri="{FF2B5EF4-FFF2-40B4-BE49-F238E27FC236}">
                <a16:creationId xmlns:a16="http://schemas.microsoft.com/office/drawing/2014/main" id="{9CB1011A-F76C-2F8D-F6A5-74F6EBD67118}"/>
              </a:ext>
            </a:extLst>
          </p:cNvPr>
          <p:cNvCxnSpPr>
            <a:cxnSpLocks/>
            <a:stCxn id="26" idx="0"/>
            <a:endCxn id="20" idx="1"/>
          </p:cNvCxnSpPr>
          <p:nvPr/>
        </p:nvCxnSpPr>
        <p:spPr>
          <a:xfrm>
            <a:off x="1757361" y="2277870"/>
            <a:ext cx="1579341" cy="29506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45">
            <a:extLst>
              <a:ext uri="{FF2B5EF4-FFF2-40B4-BE49-F238E27FC236}">
                <a16:creationId xmlns:a16="http://schemas.microsoft.com/office/drawing/2014/main" id="{0539EB77-E654-4CA0-A694-E2C094A37DCD}"/>
              </a:ext>
            </a:extLst>
          </p:cNvPr>
          <p:cNvCxnSpPr>
            <a:cxnSpLocks/>
            <a:stCxn id="26" idx="0"/>
            <a:endCxn id="21" idx="1"/>
          </p:cNvCxnSpPr>
          <p:nvPr/>
        </p:nvCxnSpPr>
        <p:spPr>
          <a:xfrm>
            <a:off x="1757361" y="2277870"/>
            <a:ext cx="1579341" cy="33569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45">
            <a:extLst>
              <a:ext uri="{FF2B5EF4-FFF2-40B4-BE49-F238E27FC236}">
                <a16:creationId xmlns:a16="http://schemas.microsoft.com/office/drawing/2014/main" id="{3CBF6BC3-36A6-9D10-7DA7-A833438C9A15}"/>
              </a:ext>
            </a:extLst>
          </p:cNvPr>
          <p:cNvCxnSpPr>
            <a:cxnSpLocks/>
            <a:stCxn id="26" idx="0"/>
            <a:endCxn id="22" idx="1"/>
          </p:cNvCxnSpPr>
          <p:nvPr/>
        </p:nvCxnSpPr>
        <p:spPr>
          <a:xfrm>
            <a:off x="1757361" y="2277870"/>
            <a:ext cx="1579341" cy="37631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45">
            <a:extLst>
              <a:ext uri="{FF2B5EF4-FFF2-40B4-BE49-F238E27FC236}">
                <a16:creationId xmlns:a16="http://schemas.microsoft.com/office/drawing/2014/main" id="{E2D14F64-F4A3-A37B-48BB-3F91CB68E186}"/>
              </a:ext>
            </a:extLst>
          </p:cNvPr>
          <p:cNvCxnSpPr>
            <a:cxnSpLocks/>
            <a:stCxn id="26" idx="0"/>
            <a:endCxn id="23" idx="1"/>
          </p:cNvCxnSpPr>
          <p:nvPr/>
        </p:nvCxnSpPr>
        <p:spPr>
          <a:xfrm>
            <a:off x="1757361" y="2277870"/>
            <a:ext cx="1579341" cy="41694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45">
            <a:extLst>
              <a:ext uri="{FF2B5EF4-FFF2-40B4-BE49-F238E27FC236}">
                <a16:creationId xmlns:a16="http://schemas.microsoft.com/office/drawing/2014/main" id="{C2000DFC-7CEB-DA72-45DC-421D4EDFB49C}"/>
              </a:ext>
            </a:extLst>
          </p:cNvPr>
          <p:cNvCxnSpPr>
            <a:cxnSpLocks/>
            <a:stCxn id="26" idx="0"/>
            <a:endCxn id="24" idx="1"/>
          </p:cNvCxnSpPr>
          <p:nvPr/>
        </p:nvCxnSpPr>
        <p:spPr>
          <a:xfrm flipV="1">
            <a:off x="1757361" y="1272170"/>
            <a:ext cx="1455516" cy="1005700"/>
          </a:xfrm>
          <a:prstGeom prst="bentConnector3">
            <a:avLst>
              <a:gd name="adj1" fmla="val 5418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45">
            <a:extLst>
              <a:ext uri="{FF2B5EF4-FFF2-40B4-BE49-F238E27FC236}">
                <a16:creationId xmlns:a16="http://schemas.microsoft.com/office/drawing/2014/main" id="{0EACAF32-1D5F-13D1-88DD-4FE862616951}"/>
              </a:ext>
            </a:extLst>
          </p:cNvPr>
          <p:cNvCxnSpPr>
            <a:cxnSpLocks/>
            <a:stCxn id="24" idx="3"/>
            <a:endCxn id="11" idx="1"/>
          </p:cNvCxnSpPr>
          <p:nvPr/>
        </p:nvCxnSpPr>
        <p:spPr>
          <a:xfrm flipV="1">
            <a:off x="5375053" y="454817"/>
            <a:ext cx="2445442" cy="817353"/>
          </a:xfrm>
          <a:prstGeom prst="bentConnector3">
            <a:avLst>
              <a:gd name="adj1" fmla="val 28967"/>
            </a:avLst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29CA14B2-DAB2-7EE1-DA23-95615C11FBF8}"/>
              </a:ext>
            </a:extLst>
          </p:cNvPr>
          <p:cNvSpPr/>
          <p:nvPr/>
        </p:nvSpPr>
        <p:spPr>
          <a:xfrm>
            <a:off x="7828210" y="4931629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Bumper Detection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E4F510BE-F789-CBF6-6E52-6ACE83BBFB5F}"/>
              </a:ext>
            </a:extLst>
          </p:cNvPr>
          <p:cNvSpPr/>
          <p:nvPr/>
        </p:nvSpPr>
        <p:spPr>
          <a:xfrm>
            <a:off x="7820495" y="2178490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Button State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29113EE4-53C8-11FA-53D9-021FB1483041}"/>
              </a:ext>
            </a:extLst>
          </p:cNvPr>
          <p:cNvSpPr/>
          <p:nvPr/>
        </p:nvSpPr>
        <p:spPr>
          <a:xfrm>
            <a:off x="7820495" y="2511465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Read Sensors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9C443A7F-57AB-A358-CD18-D854B001E559}"/>
              </a:ext>
            </a:extLst>
          </p:cNvPr>
          <p:cNvSpPr/>
          <p:nvPr/>
        </p:nvSpPr>
        <p:spPr>
          <a:xfrm>
            <a:off x="7820495" y="2856550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 Servo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BD3DBEE-BEB7-9710-541B-3DD1D6CA2327}"/>
              </a:ext>
            </a:extLst>
          </p:cNvPr>
          <p:cNvSpPr/>
          <p:nvPr/>
        </p:nvSpPr>
        <p:spPr>
          <a:xfrm>
            <a:off x="7609820" y="3202794"/>
            <a:ext cx="2271934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Update Turn Speed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549BEEF3-1F5B-24C5-69CA-B551C54A8004}"/>
              </a:ext>
            </a:extLst>
          </p:cNvPr>
          <p:cNvSpPr/>
          <p:nvPr/>
        </p:nvSpPr>
        <p:spPr>
          <a:xfrm>
            <a:off x="7609820" y="3549840"/>
            <a:ext cx="2271934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Localization Detection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2D61C6D4-04EB-F89A-F377-9C629D8AD051}"/>
              </a:ext>
            </a:extLst>
          </p:cNvPr>
          <p:cNvSpPr/>
          <p:nvPr/>
        </p:nvSpPr>
        <p:spPr>
          <a:xfrm>
            <a:off x="7820495" y="3894850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RED Button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91FB0836-D1E4-15A2-D223-AA655F0C16A7}"/>
              </a:ext>
            </a:extLst>
          </p:cNvPr>
          <p:cNvSpPr/>
          <p:nvPr/>
        </p:nvSpPr>
        <p:spPr>
          <a:xfrm>
            <a:off x="7820495" y="4241896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YELLOW Button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4686852-0238-9EB2-B2D2-46617009F953}"/>
              </a:ext>
            </a:extLst>
          </p:cNvPr>
          <p:cNvSpPr/>
          <p:nvPr/>
        </p:nvSpPr>
        <p:spPr>
          <a:xfrm>
            <a:off x="7828210" y="4589348"/>
            <a:ext cx="1914526" cy="288911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GREEN Button</a:t>
            </a:r>
          </a:p>
        </p:txBody>
      </p:sp>
      <p:cxnSp>
        <p:nvCxnSpPr>
          <p:cNvPr id="154" name="Straight Arrow Connector 45">
            <a:extLst>
              <a:ext uri="{FF2B5EF4-FFF2-40B4-BE49-F238E27FC236}">
                <a16:creationId xmlns:a16="http://schemas.microsoft.com/office/drawing/2014/main" id="{84515A49-7513-06DE-6246-5DA71C53EDC8}"/>
              </a:ext>
            </a:extLst>
          </p:cNvPr>
          <p:cNvCxnSpPr>
            <a:cxnSpLocks/>
            <a:stCxn id="23" idx="3"/>
            <a:endCxn id="143" idx="2"/>
          </p:cNvCxnSpPr>
          <p:nvPr/>
        </p:nvCxnSpPr>
        <p:spPr>
          <a:xfrm flipV="1">
            <a:off x="5251228" y="5220540"/>
            <a:ext cx="3534245" cy="12267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7" name="Straight Arrow Connector 45">
            <a:extLst>
              <a:ext uri="{FF2B5EF4-FFF2-40B4-BE49-F238E27FC236}">
                <a16:creationId xmlns:a16="http://schemas.microsoft.com/office/drawing/2014/main" id="{6390C39A-FF83-0341-7787-054C32E5EABB}"/>
              </a:ext>
            </a:extLst>
          </p:cNvPr>
          <p:cNvCxnSpPr>
            <a:cxnSpLocks/>
            <a:stCxn id="143" idx="3"/>
            <a:endCxn id="149" idx="3"/>
          </p:cNvCxnSpPr>
          <p:nvPr/>
        </p:nvCxnSpPr>
        <p:spPr>
          <a:xfrm flipH="1" flipV="1">
            <a:off x="9735021" y="4039306"/>
            <a:ext cx="7715" cy="1036779"/>
          </a:xfrm>
          <a:prstGeom prst="bentConnector3">
            <a:avLst>
              <a:gd name="adj1" fmla="val -29630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Arrow Connector 45">
            <a:extLst>
              <a:ext uri="{FF2B5EF4-FFF2-40B4-BE49-F238E27FC236}">
                <a16:creationId xmlns:a16="http://schemas.microsoft.com/office/drawing/2014/main" id="{FEC82E6E-C6B0-891A-CFCB-6D1E0DE9D3AC}"/>
              </a:ext>
            </a:extLst>
          </p:cNvPr>
          <p:cNvCxnSpPr>
            <a:cxnSpLocks/>
            <a:stCxn id="149" idx="1"/>
            <a:endCxn id="19" idx="3"/>
          </p:cNvCxnSpPr>
          <p:nvPr/>
        </p:nvCxnSpPr>
        <p:spPr>
          <a:xfrm rot="10800000" flipV="1">
            <a:off x="5251229" y="4039305"/>
            <a:ext cx="2569267" cy="789237"/>
          </a:xfrm>
          <a:prstGeom prst="bentConnector3">
            <a:avLst>
              <a:gd name="adj1" fmla="val 43141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45">
            <a:extLst>
              <a:ext uri="{FF2B5EF4-FFF2-40B4-BE49-F238E27FC236}">
                <a16:creationId xmlns:a16="http://schemas.microsoft.com/office/drawing/2014/main" id="{B24DDA45-EB11-908E-4C5E-6F6718870D33}"/>
              </a:ext>
            </a:extLst>
          </p:cNvPr>
          <p:cNvCxnSpPr>
            <a:cxnSpLocks/>
            <a:stCxn id="149" idx="1"/>
            <a:endCxn id="16" idx="3"/>
          </p:cNvCxnSpPr>
          <p:nvPr/>
        </p:nvCxnSpPr>
        <p:spPr>
          <a:xfrm rot="10800000">
            <a:off x="5251229" y="3636162"/>
            <a:ext cx="2569267" cy="403145"/>
          </a:xfrm>
          <a:prstGeom prst="bentConnector3">
            <a:avLst>
              <a:gd name="adj1" fmla="val 43234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Straight Arrow Connector 45">
            <a:extLst>
              <a:ext uri="{FF2B5EF4-FFF2-40B4-BE49-F238E27FC236}">
                <a16:creationId xmlns:a16="http://schemas.microsoft.com/office/drawing/2014/main" id="{F7FBB5C1-3630-8165-280A-6707B35F717F}"/>
              </a:ext>
            </a:extLst>
          </p:cNvPr>
          <p:cNvCxnSpPr>
            <a:cxnSpLocks/>
            <a:stCxn id="146" idx="1"/>
            <a:endCxn id="16" idx="3"/>
          </p:cNvCxnSpPr>
          <p:nvPr/>
        </p:nvCxnSpPr>
        <p:spPr>
          <a:xfrm rot="10800000" flipV="1">
            <a:off x="5251229" y="3001005"/>
            <a:ext cx="2569267" cy="63515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45">
            <a:extLst>
              <a:ext uri="{FF2B5EF4-FFF2-40B4-BE49-F238E27FC236}">
                <a16:creationId xmlns:a16="http://schemas.microsoft.com/office/drawing/2014/main" id="{15B0949A-225B-101D-AC4D-D9F8066DFB6B}"/>
              </a:ext>
            </a:extLst>
          </p:cNvPr>
          <p:cNvCxnSpPr>
            <a:cxnSpLocks/>
            <a:stCxn id="149" idx="1"/>
            <a:endCxn id="13" idx="3"/>
          </p:cNvCxnSpPr>
          <p:nvPr/>
        </p:nvCxnSpPr>
        <p:spPr>
          <a:xfrm rot="10800000">
            <a:off x="5600701" y="2420996"/>
            <a:ext cx="2219795" cy="1618310"/>
          </a:xfrm>
          <a:prstGeom prst="bentConnector3">
            <a:avLst>
              <a:gd name="adj1" fmla="val 5000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45">
            <a:extLst>
              <a:ext uri="{FF2B5EF4-FFF2-40B4-BE49-F238E27FC236}">
                <a16:creationId xmlns:a16="http://schemas.microsoft.com/office/drawing/2014/main" id="{8101B498-1E2B-4751-D97A-508A1FAE6614}"/>
              </a:ext>
            </a:extLst>
          </p:cNvPr>
          <p:cNvCxnSpPr>
            <a:cxnSpLocks/>
            <a:stCxn id="149" idx="1"/>
            <a:endCxn id="12" idx="3"/>
          </p:cNvCxnSpPr>
          <p:nvPr/>
        </p:nvCxnSpPr>
        <p:spPr>
          <a:xfrm rot="10800000">
            <a:off x="5513165" y="2024372"/>
            <a:ext cx="2307330" cy="2014934"/>
          </a:xfrm>
          <a:prstGeom prst="bentConnector3">
            <a:avLst>
              <a:gd name="adj1" fmla="val 48039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Straight Arrow Connector 45">
            <a:extLst>
              <a:ext uri="{FF2B5EF4-FFF2-40B4-BE49-F238E27FC236}">
                <a16:creationId xmlns:a16="http://schemas.microsoft.com/office/drawing/2014/main" id="{383B7D47-E63E-CE0A-1ADA-DA7139032B20}"/>
              </a:ext>
            </a:extLst>
          </p:cNvPr>
          <p:cNvCxnSpPr>
            <a:cxnSpLocks/>
            <a:stCxn id="150" idx="1"/>
            <a:endCxn id="16" idx="3"/>
          </p:cNvCxnSpPr>
          <p:nvPr/>
        </p:nvCxnSpPr>
        <p:spPr>
          <a:xfrm rot="10800000">
            <a:off x="5251229" y="3636162"/>
            <a:ext cx="2569267" cy="750191"/>
          </a:xfrm>
          <a:prstGeom prst="bentConnector3">
            <a:avLst>
              <a:gd name="adj1" fmla="val 58342"/>
            </a:avLst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4" name="Straight Arrow Connector 45">
            <a:extLst>
              <a:ext uri="{FF2B5EF4-FFF2-40B4-BE49-F238E27FC236}">
                <a16:creationId xmlns:a16="http://schemas.microsoft.com/office/drawing/2014/main" id="{C05A7F09-C9B8-FB17-8F89-8EA4BA5574A0}"/>
              </a:ext>
            </a:extLst>
          </p:cNvPr>
          <p:cNvCxnSpPr>
            <a:cxnSpLocks/>
            <a:stCxn id="150" idx="1"/>
            <a:endCxn id="18" idx="3"/>
          </p:cNvCxnSpPr>
          <p:nvPr/>
        </p:nvCxnSpPr>
        <p:spPr>
          <a:xfrm rot="10800000" flipV="1">
            <a:off x="5251229" y="4386352"/>
            <a:ext cx="2569267" cy="42172"/>
          </a:xfrm>
          <a:prstGeom prst="bentConnector3">
            <a:avLst>
              <a:gd name="adj1" fmla="val 8386"/>
            </a:avLst>
          </a:prstGeom>
          <a:ln w="285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7" name="Straight Arrow Connector 45">
            <a:extLst>
              <a:ext uri="{FF2B5EF4-FFF2-40B4-BE49-F238E27FC236}">
                <a16:creationId xmlns:a16="http://schemas.microsoft.com/office/drawing/2014/main" id="{56661A42-6E37-7BD6-6EB0-AF003015A408}"/>
              </a:ext>
            </a:extLst>
          </p:cNvPr>
          <p:cNvCxnSpPr>
            <a:cxnSpLocks/>
            <a:stCxn id="151" idx="1"/>
            <a:endCxn id="17" idx="3"/>
          </p:cNvCxnSpPr>
          <p:nvPr/>
        </p:nvCxnSpPr>
        <p:spPr>
          <a:xfrm rot="10800000">
            <a:off x="5251228" y="4033106"/>
            <a:ext cx="2576982" cy="700699"/>
          </a:xfrm>
          <a:prstGeom prst="bentConnector3">
            <a:avLst>
              <a:gd name="adj1" fmla="val 52587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6" name="Straight Arrow Connector 45">
            <a:extLst>
              <a:ext uri="{FF2B5EF4-FFF2-40B4-BE49-F238E27FC236}">
                <a16:creationId xmlns:a16="http://schemas.microsoft.com/office/drawing/2014/main" id="{C776C516-75FA-ED35-3CE0-D14A9281CA5A}"/>
              </a:ext>
            </a:extLst>
          </p:cNvPr>
          <p:cNvCxnSpPr>
            <a:cxnSpLocks/>
            <a:stCxn id="147" idx="1"/>
            <a:endCxn id="13" idx="3"/>
          </p:cNvCxnSpPr>
          <p:nvPr/>
        </p:nvCxnSpPr>
        <p:spPr>
          <a:xfrm rot="10800000">
            <a:off x="5600700" y="2420996"/>
            <a:ext cx="2009120" cy="926254"/>
          </a:xfrm>
          <a:prstGeom prst="bentConnector3">
            <a:avLst>
              <a:gd name="adj1" fmla="val 30562"/>
            </a:avLst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Straight Arrow Connector 45">
            <a:extLst>
              <a:ext uri="{FF2B5EF4-FFF2-40B4-BE49-F238E27FC236}">
                <a16:creationId xmlns:a16="http://schemas.microsoft.com/office/drawing/2014/main" id="{7265525A-407C-4741-735A-74E20E107976}"/>
              </a:ext>
            </a:extLst>
          </p:cNvPr>
          <p:cNvCxnSpPr>
            <a:cxnSpLocks/>
            <a:stCxn id="147" idx="1"/>
            <a:endCxn id="12" idx="3"/>
          </p:cNvCxnSpPr>
          <p:nvPr/>
        </p:nvCxnSpPr>
        <p:spPr>
          <a:xfrm rot="10800000">
            <a:off x="5513166" y="2024372"/>
            <a:ext cx="2096655" cy="1322878"/>
          </a:xfrm>
          <a:prstGeom prst="bentConnector3">
            <a:avLst>
              <a:gd name="adj1" fmla="val 29557"/>
            </a:avLst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Straight Arrow Connector 45">
            <a:extLst>
              <a:ext uri="{FF2B5EF4-FFF2-40B4-BE49-F238E27FC236}">
                <a16:creationId xmlns:a16="http://schemas.microsoft.com/office/drawing/2014/main" id="{2C1509C5-2436-8C8C-55AD-829235183AA8}"/>
              </a:ext>
            </a:extLst>
          </p:cNvPr>
          <p:cNvCxnSpPr>
            <a:cxnSpLocks/>
            <a:stCxn id="148" idx="1"/>
            <a:endCxn id="12" idx="3"/>
          </p:cNvCxnSpPr>
          <p:nvPr/>
        </p:nvCxnSpPr>
        <p:spPr>
          <a:xfrm rot="10800000">
            <a:off x="5513166" y="2024372"/>
            <a:ext cx="2096655" cy="1669924"/>
          </a:xfrm>
          <a:prstGeom prst="bentConnector3">
            <a:avLst>
              <a:gd name="adj1" fmla="val 35008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Straight Arrow Connector 45">
            <a:extLst>
              <a:ext uri="{FF2B5EF4-FFF2-40B4-BE49-F238E27FC236}">
                <a16:creationId xmlns:a16="http://schemas.microsoft.com/office/drawing/2014/main" id="{1AB5DC60-0106-B260-405C-D1A827CFF28F}"/>
              </a:ext>
            </a:extLst>
          </p:cNvPr>
          <p:cNvCxnSpPr>
            <a:cxnSpLocks/>
            <a:stCxn id="148" idx="1"/>
            <a:endCxn id="13" idx="3"/>
          </p:cNvCxnSpPr>
          <p:nvPr/>
        </p:nvCxnSpPr>
        <p:spPr>
          <a:xfrm rot="10800000">
            <a:off x="5600700" y="2420996"/>
            <a:ext cx="2009120" cy="1273300"/>
          </a:xfrm>
          <a:prstGeom prst="bentConnector3">
            <a:avLst>
              <a:gd name="adj1" fmla="val 36725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Arrow Connector 45">
            <a:extLst>
              <a:ext uri="{FF2B5EF4-FFF2-40B4-BE49-F238E27FC236}">
                <a16:creationId xmlns:a16="http://schemas.microsoft.com/office/drawing/2014/main" id="{18CEF03C-D626-C9D5-50F0-7304C4FC9818}"/>
              </a:ext>
            </a:extLst>
          </p:cNvPr>
          <p:cNvCxnSpPr>
            <a:cxnSpLocks/>
            <a:stCxn id="151" idx="1"/>
            <a:endCxn id="13" idx="3"/>
          </p:cNvCxnSpPr>
          <p:nvPr/>
        </p:nvCxnSpPr>
        <p:spPr>
          <a:xfrm rot="10800000">
            <a:off x="5600700" y="2420996"/>
            <a:ext cx="2227510" cy="2312808"/>
          </a:xfrm>
          <a:prstGeom prst="bentConnector3">
            <a:avLst>
              <a:gd name="adj1" fmla="val 6069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5" name="Straight Arrow Connector 45">
            <a:extLst>
              <a:ext uri="{FF2B5EF4-FFF2-40B4-BE49-F238E27FC236}">
                <a16:creationId xmlns:a16="http://schemas.microsoft.com/office/drawing/2014/main" id="{3A5BC0CD-61DA-CCCD-6604-C720099E6A3B}"/>
              </a:ext>
            </a:extLst>
          </p:cNvPr>
          <p:cNvCxnSpPr>
            <a:cxnSpLocks/>
            <a:stCxn id="151" idx="1"/>
            <a:endCxn id="12" idx="3"/>
          </p:cNvCxnSpPr>
          <p:nvPr/>
        </p:nvCxnSpPr>
        <p:spPr>
          <a:xfrm rot="10800000">
            <a:off x="5513166" y="2024372"/>
            <a:ext cx="2315045" cy="2709432"/>
          </a:xfrm>
          <a:prstGeom prst="bentConnector3">
            <a:avLst>
              <a:gd name="adj1" fmla="val 5843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5" name="Straight Arrow Connector 45">
            <a:extLst>
              <a:ext uri="{FF2B5EF4-FFF2-40B4-BE49-F238E27FC236}">
                <a16:creationId xmlns:a16="http://schemas.microsoft.com/office/drawing/2014/main" id="{0B5E8EB7-22EC-17CE-3234-7BB8AAB077C0}"/>
              </a:ext>
            </a:extLst>
          </p:cNvPr>
          <p:cNvCxnSpPr>
            <a:cxnSpLocks/>
            <a:stCxn id="144" idx="3"/>
            <a:endCxn id="149" idx="3"/>
          </p:cNvCxnSpPr>
          <p:nvPr/>
        </p:nvCxnSpPr>
        <p:spPr>
          <a:xfrm>
            <a:off x="9735021" y="2322946"/>
            <a:ext cx="12700" cy="1716360"/>
          </a:xfrm>
          <a:prstGeom prst="bentConnector3">
            <a:avLst>
              <a:gd name="adj1" fmla="val 37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Straight Arrow Connector 45">
            <a:extLst>
              <a:ext uri="{FF2B5EF4-FFF2-40B4-BE49-F238E27FC236}">
                <a16:creationId xmlns:a16="http://schemas.microsoft.com/office/drawing/2014/main" id="{C9E6EDD4-2099-DF8D-FE14-7CD73E4C2C42}"/>
              </a:ext>
            </a:extLst>
          </p:cNvPr>
          <p:cNvCxnSpPr>
            <a:cxnSpLocks/>
            <a:stCxn id="144" idx="3"/>
            <a:endCxn id="150" idx="3"/>
          </p:cNvCxnSpPr>
          <p:nvPr/>
        </p:nvCxnSpPr>
        <p:spPr>
          <a:xfrm>
            <a:off x="9735021" y="2322946"/>
            <a:ext cx="12700" cy="2063406"/>
          </a:xfrm>
          <a:prstGeom prst="bentConnector3">
            <a:avLst>
              <a:gd name="adj1" fmla="val 45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3" name="Straight Arrow Connector 45">
            <a:extLst>
              <a:ext uri="{FF2B5EF4-FFF2-40B4-BE49-F238E27FC236}">
                <a16:creationId xmlns:a16="http://schemas.microsoft.com/office/drawing/2014/main" id="{D03D400E-D86F-186D-3381-FECD9A5C4E7B}"/>
              </a:ext>
            </a:extLst>
          </p:cNvPr>
          <p:cNvCxnSpPr>
            <a:cxnSpLocks/>
            <a:stCxn id="144" idx="3"/>
            <a:endCxn id="151" idx="3"/>
          </p:cNvCxnSpPr>
          <p:nvPr/>
        </p:nvCxnSpPr>
        <p:spPr>
          <a:xfrm>
            <a:off x="9735021" y="2322946"/>
            <a:ext cx="7715" cy="2410858"/>
          </a:xfrm>
          <a:prstGeom prst="bentConnector3">
            <a:avLst>
              <a:gd name="adj1" fmla="val 861879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Straight Arrow Connector 45">
            <a:extLst>
              <a:ext uri="{FF2B5EF4-FFF2-40B4-BE49-F238E27FC236}">
                <a16:creationId xmlns:a16="http://schemas.microsoft.com/office/drawing/2014/main" id="{6B536195-B318-78E5-4B1F-29A175057698}"/>
              </a:ext>
            </a:extLst>
          </p:cNvPr>
          <p:cNvCxnSpPr>
            <a:cxnSpLocks/>
            <a:stCxn id="145" idx="3"/>
            <a:endCxn id="149" idx="3"/>
          </p:cNvCxnSpPr>
          <p:nvPr/>
        </p:nvCxnSpPr>
        <p:spPr>
          <a:xfrm>
            <a:off x="9735021" y="2655921"/>
            <a:ext cx="12700" cy="1383385"/>
          </a:xfrm>
          <a:prstGeom prst="bentConnector3">
            <a:avLst>
              <a:gd name="adj1" fmla="val 27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Straight Arrow Connector 45">
            <a:extLst>
              <a:ext uri="{FF2B5EF4-FFF2-40B4-BE49-F238E27FC236}">
                <a16:creationId xmlns:a16="http://schemas.microsoft.com/office/drawing/2014/main" id="{59C84D8F-3F25-8619-903C-D8D11CF49630}"/>
              </a:ext>
            </a:extLst>
          </p:cNvPr>
          <p:cNvCxnSpPr>
            <a:cxnSpLocks/>
            <a:stCxn id="145" idx="3"/>
            <a:endCxn id="146" idx="3"/>
          </p:cNvCxnSpPr>
          <p:nvPr/>
        </p:nvCxnSpPr>
        <p:spPr>
          <a:xfrm>
            <a:off x="9735021" y="2655921"/>
            <a:ext cx="12700" cy="345085"/>
          </a:xfrm>
          <a:prstGeom prst="bentConnector3">
            <a:avLst>
              <a:gd name="adj1" fmla="val 1275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Straight Arrow Connector 45">
            <a:extLst>
              <a:ext uri="{FF2B5EF4-FFF2-40B4-BE49-F238E27FC236}">
                <a16:creationId xmlns:a16="http://schemas.microsoft.com/office/drawing/2014/main" id="{135C3BC8-61A6-33B7-F28D-2012A3BE3DC5}"/>
              </a:ext>
            </a:extLst>
          </p:cNvPr>
          <p:cNvCxnSpPr>
            <a:cxnSpLocks/>
            <a:stCxn id="145" idx="3"/>
            <a:endCxn id="147" idx="3"/>
          </p:cNvCxnSpPr>
          <p:nvPr/>
        </p:nvCxnSpPr>
        <p:spPr>
          <a:xfrm>
            <a:off x="9735021" y="2655921"/>
            <a:ext cx="146733" cy="691329"/>
          </a:xfrm>
          <a:prstGeom prst="bentConnector3">
            <a:avLst>
              <a:gd name="adj1" fmla="val 17789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1" name="Straight Arrow Connector 45">
            <a:extLst>
              <a:ext uri="{FF2B5EF4-FFF2-40B4-BE49-F238E27FC236}">
                <a16:creationId xmlns:a16="http://schemas.microsoft.com/office/drawing/2014/main" id="{E31CD717-C4FB-0B0F-FD85-A4B56D263CA0}"/>
              </a:ext>
            </a:extLst>
          </p:cNvPr>
          <p:cNvCxnSpPr>
            <a:cxnSpLocks/>
            <a:stCxn id="22" idx="3"/>
            <a:endCxn id="144" idx="0"/>
          </p:cNvCxnSpPr>
          <p:nvPr/>
        </p:nvCxnSpPr>
        <p:spPr>
          <a:xfrm flipV="1">
            <a:off x="5251228" y="2178490"/>
            <a:ext cx="3526530" cy="3862568"/>
          </a:xfrm>
          <a:prstGeom prst="bentConnector4">
            <a:avLst>
              <a:gd name="adj1" fmla="val 152569"/>
              <a:gd name="adj2" fmla="val 10591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5" name="Straight Arrow Connector 45">
            <a:extLst>
              <a:ext uri="{FF2B5EF4-FFF2-40B4-BE49-F238E27FC236}">
                <a16:creationId xmlns:a16="http://schemas.microsoft.com/office/drawing/2014/main" id="{A6FCC544-B9E0-911D-19CE-BB36C801280C}"/>
              </a:ext>
            </a:extLst>
          </p:cNvPr>
          <p:cNvCxnSpPr>
            <a:cxnSpLocks/>
            <a:stCxn id="21" idx="3"/>
            <a:endCxn id="144" idx="0"/>
          </p:cNvCxnSpPr>
          <p:nvPr/>
        </p:nvCxnSpPr>
        <p:spPr>
          <a:xfrm flipV="1">
            <a:off x="5251228" y="2178490"/>
            <a:ext cx="3526530" cy="3456320"/>
          </a:xfrm>
          <a:prstGeom prst="bentConnector4">
            <a:avLst>
              <a:gd name="adj1" fmla="val 155540"/>
              <a:gd name="adj2" fmla="val 10661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Straight Arrow Connector 45">
            <a:extLst>
              <a:ext uri="{FF2B5EF4-FFF2-40B4-BE49-F238E27FC236}">
                <a16:creationId xmlns:a16="http://schemas.microsoft.com/office/drawing/2014/main" id="{57679BBF-086F-EEAA-920F-985913E8D70F}"/>
              </a:ext>
            </a:extLst>
          </p:cNvPr>
          <p:cNvCxnSpPr>
            <a:cxnSpLocks/>
            <a:stCxn id="20" idx="2"/>
            <a:endCxn id="144" idx="0"/>
          </p:cNvCxnSpPr>
          <p:nvPr/>
        </p:nvCxnSpPr>
        <p:spPr>
          <a:xfrm rot="5400000" flipH="1" flipV="1">
            <a:off x="4938597" y="1533857"/>
            <a:ext cx="3194527" cy="4483793"/>
          </a:xfrm>
          <a:prstGeom prst="bentConnector5">
            <a:avLst>
              <a:gd name="adj1" fmla="val -1789"/>
              <a:gd name="adj2" fmla="val 145807"/>
              <a:gd name="adj3" fmla="val 10715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7" name="Straight Arrow Connector 45">
            <a:extLst>
              <a:ext uri="{FF2B5EF4-FFF2-40B4-BE49-F238E27FC236}">
                <a16:creationId xmlns:a16="http://schemas.microsoft.com/office/drawing/2014/main" id="{957FFCE5-3369-9946-81A7-246669FD2511}"/>
              </a:ext>
            </a:extLst>
          </p:cNvPr>
          <p:cNvCxnSpPr>
            <a:cxnSpLocks/>
            <a:stCxn id="15" idx="3"/>
            <a:endCxn id="145" idx="1"/>
          </p:cNvCxnSpPr>
          <p:nvPr/>
        </p:nvCxnSpPr>
        <p:spPr>
          <a:xfrm flipV="1">
            <a:off x="5251228" y="2655921"/>
            <a:ext cx="2569267" cy="580221"/>
          </a:xfrm>
          <a:prstGeom prst="bentConnector3">
            <a:avLst>
              <a:gd name="adj1" fmla="val 32205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1" name="Straight Arrow Connector 45">
            <a:extLst>
              <a:ext uri="{FF2B5EF4-FFF2-40B4-BE49-F238E27FC236}">
                <a16:creationId xmlns:a16="http://schemas.microsoft.com/office/drawing/2014/main" id="{AC092E65-E2FF-17EC-C0E1-06A3197C6F22}"/>
              </a:ext>
            </a:extLst>
          </p:cNvPr>
          <p:cNvCxnSpPr>
            <a:cxnSpLocks/>
            <a:stCxn id="14" idx="3"/>
            <a:endCxn id="145" idx="1"/>
          </p:cNvCxnSpPr>
          <p:nvPr/>
        </p:nvCxnSpPr>
        <p:spPr>
          <a:xfrm flipV="1">
            <a:off x="5251228" y="2655921"/>
            <a:ext cx="2569267" cy="180202"/>
          </a:xfrm>
          <a:prstGeom prst="bentConnector3">
            <a:avLst>
              <a:gd name="adj1" fmla="val 2849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3" name="Rectangle: Rounded Corners 322">
            <a:extLst>
              <a:ext uri="{FF2B5EF4-FFF2-40B4-BE49-F238E27FC236}">
                <a16:creationId xmlns:a16="http://schemas.microsoft.com/office/drawing/2014/main" id="{859BEFEA-55ED-AA12-917D-B2FA8C802A55}"/>
              </a:ext>
            </a:extLst>
          </p:cNvPr>
          <p:cNvSpPr/>
          <p:nvPr/>
        </p:nvSpPr>
        <p:spPr>
          <a:xfrm>
            <a:off x="8195749" y="849486"/>
            <a:ext cx="1267851" cy="454032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SETUP</a:t>
            </a:r>
          </a:p>
        </p:txBody>
      </p:sp>
      <p:sp>
        <p:nvSpPr>
          <p:cNvPr id="324" name="Rectangle: Rounded Corners 323">
            <a:extLst>
              <a:ext uri="{FF2B5EF4-FFF2-40B4-BE49-F238E27FC236}">
                <a16:creationId xmlns:a16="http://schemas.microsoft.com/office/drawing/2014/main" id="{17241EB8-2CBF-27A2-CA70-BB2238E68F2C}"/>
              </a:ext>
            </a:extLst>
          </p:cNvPr>
          <p:cNvSpPr/>
          <p:nvPr/>
        </p:nvSpPr>
        <p:spPr>
          <a:xfrm>
            <a:off x="7515226" y="1561081"/>
            <a:ext cx="2628899" cy="3929273"/>
          </a:xfrm>
          <a:prstGeom prst="roundRect">
            <a:avLst/>
          </a:prstGeom>
          <a:noFill/>
          <a:ln w="38100">
            <a:prstDash val="dashDot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chemeClr val="tx1"/>
                </a:solidFill>
              </a:rPr>
              <a:t>LOOP</a:t>
            </a: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sz="1200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EF0E035D-52F2-9BE4-8A07-A5BEC32DF0B9}"/>
              </a:ext>
            </a:extLst>
          </p:cNvPr>
          <p:cNvCxnSpPr>
            <a:cxnSpLocks/>
            <a:stCxn id="323" idx="2"/>
            <a:endCxn id="324" idx="0"/>
          </p:cNvCxnSpPr>
          <p:nvPr/>
        </p:nvCxnSpPr>
        <p:spPr>
          <a:xfrm>
            <a:off x="8829675" y="1303518"/>
            <a:ext cx="1" cy="2575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74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638313-1e11-4999-9038-bfa2141b377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97D6DF335A894D9FC8E888F85ED2A3" ma:contentTypeVersion="17" ma:contentTypeDescription="Create a new document." ma:contentTypeScope="" ma:versionID="7d0cfbf06447e35223426de322393958">
  <xsd:schema xmlns:xsd="http://www.w3.org/2001/XMLSchema" xmlns:xs="http://www.w3.org/2001/XMLSchema" xmlns:p="http://schemas.microsoft.com/office/2006/metadata/properties" xmlns:ns3="27638313-1e11-4999-9038-bfa2141b3777" xmlns:ns4="593646a3-f4b2-4797-891f-a58c41aec49e" targetNamespace="http://schemas.microsoft.com/office/2006/metadata/properties" ma:root="true" ma:fieldsID="ece02c1c4f624ed16cf0f0e55f3859d3" ns3:_="" ns4:_="">
    <xsd:import namespace="27638313-1e11-4999-9038-bfa2141b3777"/>
    <xsd:import namespace="593646a3-f4b2-4797-891f-a58c41aec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38313-1e11-4999-9038-bfa2141b37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3646a3-f4b2-4797-891f-a58c41aec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DA1C06-D4F0-4795-8C03-3B63C4473BF5}">
  <ds:schemaRefs>
    <ds:schemaRef ds:uri="27638313-1e11-4999-9038-bfa2141b3777"/>
    <ds:schemaRef ds:uri="593646a3-f4b2-4797-891f-a58c41aec49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77226B3-B1D2-4BA8-8CAC-49695A1A8439}">
  <ds:schemaRefs>
    <ds:schemaRef ds:uri="27638313-1e11-4999-9038-bfa2141b3777"/>
    <ds:schemaRef ds:uri="593646a3-f4b2-4797-891f-a58c41aec4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F38273B-1574-4544-B666-47186EE6055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Widescreen</PresentationFormat>
  <Paragraphs>86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Vaught, Jacob</dc:creator>
  <cp:lastModifiedBy>Vaught, Jacob</cp:lastModifiedBy>
  <cp:revision>1</cp:revision>
  <dcterms:created xsi:type="dcterms:W3CDTF">2023-12-04T08:21:25Z</dcterms:created>
  <dcterms:modified xsi:type="dcterms:W3CDTF">2023-12-12T20:14:21Z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0x0101008C97D6DF335A894D9FC8E888F85ED2A3</vt:lpwstr>
  </property>
</Properties>
</file>