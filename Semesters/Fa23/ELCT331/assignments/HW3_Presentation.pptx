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948" y="-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5219-0E3D-3CBC-1B9E-BE75DE9BF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632BA-B254-FB49-88AE-93C9458AD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85BB8-960C-7F95-FB78-4C93BB68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7F6C9-79AB-47DB-618A-1C786DC4F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8DF84-3BEE-E657-7B9F-3862F0AD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17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A2B6F-C3D1-776D-64EE-8F24BADED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0DADC-3B32-3ED1-A0B5-9A446121B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A151B-DCD1-869A-8114-584E0FA96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B326-1782-4C2A-5B5A-F5D1EA8C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25EC6-6AE6-B85F-0238-23E0F6B9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0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E049-CD60-71EB-7D2C-FDE177A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17107-69E6-7A81-CA90-C2833EE76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47F2D-FAF6-F028-8E3C-88D1BD3B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AAD5B-E839-7D34-6A36-2159FB8B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27D1F-A634-BCBF-900D-DA5F7952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18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6A08-22FD-4C18-358B-F6043983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7F99D-B847-5C41-20F6-6FC9CCEDA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B20A8-0991-5673-2FE7-BD8766E51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1C1BA-FC58-BB56-1707-B5276E51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3119B-47CD-81F7-6275-DBF9997C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A1F48-0922-8D61-F237-A43CCE4B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AB71-7972-EDF6-92D8-ACC527F4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70A68-C80E-2432-60A9-992637ED1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F4853-E1F6-82AC-7235-01F5DF75D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18422A-D008-CF95-1923-92D0C4116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B3980-9618-7F9C-3082-D7761D3A5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517514-7CED-239E-E242-882999C9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CC323E-C0B5-0BC8-94E7-E1D8C828C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55126-F809-7C9A-7D9A-945E81657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2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931C-1FFB-CDA7-AA59-FAD37B85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1D97F-06AB-4557-C29C-9952A6AA5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41354F-5F6E-8231-1749-634A173C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C8D4C-A1EE-76FB-2176-311C3B50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23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23E15-CA5F-8FBE-43F5-0B1DA848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CEE8CB-5D24-2127-682F-27F1888C4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B2CCF-11FE-4BCE-41AA-388DC8418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52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FB3DB-ADC7-EC4C-8E0D-6F609FF51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8621D-5709-85C0-BF9E-AE47044A0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34FA9-CF99-4A37-BB9D-DF87A2D8D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CD72F-B0E7-7CEA-A6AA-AAB3D2FCB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3EF8E-171B-FACB-67E4-0D0D6617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887C9-A0B8-BB13-45EF-4A0CF815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51633-2427-C1B4-CA0C-5080E26E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39563C-CE24-E625-ECC5-E6CD1A3E8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32141-BE72-3BC8-D04C-EB9F2FC85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FA6E-F814-F500-105A-AD53380F9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D7347-0DA6-4FF6-549C-B242D929C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850DD-93DF-E2E9-7724-0B8E648E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19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01CF-EC72-E952-6F6C-42F1AE95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F1F19-8BEF-749D-A459-FFFB0EB9F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11043-5B70-16C0-BAAC-C5381C4F9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AEC21-70F4-7B9D-CD43-276CE4B9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E0EC4-B827-1469-B50E-8AD8BB73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3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776B88-A948-F63C-AAAC-0603C5D94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49FCF-688B-324B-EAAD-12C80A94F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FE263-A471-48EC-2E97-7ACF98ECD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6F4FC-2B30-7120-EFAA-80C6BB52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BE8A8-DE52-67D4-D9C1-5CE3FA369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57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48EF87-1F33-B4A6-A7C6-732D725F2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BB7B2-0F78-8DF4-EDF2-44CA406A2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E1340-0596-5FB1-62B3-64A0D9ACA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F7593-C51D-4D78-949A-0C750D0DE2DC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640-0DA5-BFA4-0070-BC5BE713C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ED0F-B0D8-2A22-39FF-A92E5C75F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36924-FC95-40CA-BC35-69593D4CF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2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7264D5-EA33-C8A3-F4E8-4B312851568A}"/>
              </a:ext>
            </a:extLst>
          </p:cNvPr>
          <p:cNvSpPr/>
          <p:nvPr/>
        </p:nvSpPr>
        <p:spPr>
          <a:xfrm>
            <a:off x="3015049" y="2001795"/>
            <a:ext cx="1902940" cy="11491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/>
              <a:t>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896FFC-F69B-B69F-FAF0-518AABC27AA0}"/>
              </a:ext>
            </a:extLst>
          </p:cNvPr>
          <p:cNvCxnSpPr/>
          <p:nvPr/>
        </p:nvCxnSpPr>
        <p:spPr>
          <a:xfrm>
            <a:off x="3225114" y="3150973"/>
            <a:ext cx="0" cy="8155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637339-B583-B710-EBFD-8FA55C664BC3}"/>
              </a:ext>
            </a:extLst>
          </p:cNvPr>
          <p:cNvCxnSpPr/>
          <p:nvPr/>
        </p:nvCxnSpPr>
        <p:spPr>
          <a:xfrm>
            <a:off x="4723714" y="3150973"/>
            <a:ext cx="0" cy="8155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62D8F8-D73F-B8FF-962E-8791B693D2E2}"/>
              </a:ext>
            </a:extLst>
          </p:cNvPr>
          <p:cNvCxnSpPr>
            <a:cxnSpLocks/>
          </p:cNvCxnSpPr>
          <p:nvPr/>
        </p:nvCxnSpPr>
        <p:spPr>
          <a:xfrm flipV="1">
            <a:off x="3968064" y="1130300"/>
            <a:ext cx="0" cy="87149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A7EAC4-F514-3641-F3C1-A820FE94DE50}"/>
                  </a:ext>
                </a:extLst>
              </p:cNvPr>
              <p:cNvSpPr txBox="1"/>
              <p:nvPr/>
            </p:nvSpPr>
            <p:spPr>
              <a:xfrm>
                <a:off x="3333111" y="514747"/>
                <a:ext cx="126681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4000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A7EAC4-F514-3641-F3C1-A820FE94D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11" y="514747"/>
                <a:ext cx="1266815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2A285D-CF22-AAB0-2021-A66E63FB3C69}"/>
                  </a:ext>
                </a:extLst>
              </p:cNvPr>
              <p:cNvSpPr txBox="1"/>
              <p:nvPr/>
            </p:nvSpPr>
            <p:spPr>
              <a:xfrm>
                <a:off x="2454987" y="3966519"/>
                <a:ext cx="154025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2A285D-CF22-AAB0-2021-A66E63FB3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987" y="3966519"/>
                <a:ext cx="1540253" cy="307777"/>
              </a:xfrm>
              <a:prstGeom prst="rect">
                <a:avLst/>
              </a:prstGeom>
              <a:blipFill>
                <a:blip r:embed="rId3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ABC8BE-CC81-FF7F-3BE0-E725D968E86F}"/>
                  </a:ext>
                </a:extLst>
              </p:cNvPr>
              <p:cNvSpPr txBox="1"/>
              <p:nvPr/>
            </p:nvSpPr>
            <p:spPr>
              <a:xfrm>
                <a:off x="3953587" y="3978962"/>
                <a:ext cx="154025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ABC8BE-CC81-FF7F-3BE0-E725D968E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587" y="3978962"/>
                <a:ext cx="1540254" cy="307777"/>
              </a:xfrm>
              <a:prstGeom prst="rect">
                <a:avLst/>
              </a:prstGeom>
              <a:blipFill>
                <a:blip r:embed="rId4"/>
                <a:stretch>
                  <a:fillRect t="-4000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A95340-C429-E8FC-6463-73D5E13CF208}"/>
                  </a:ext>
                </a:extLst>
              </p:cNvPr>
              <p:cNvSpPr txBox="1"/>
              <p:nvPr/>
            </p:nvSpPr>
            <p:spPr>
              <a:xfrm>
                <a:off x="6096000" y="463507"/>
                <a:ext cx="154025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A95340-C429-E8FC-6463-73D5E13CF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3507"/>
                <a:ext cx="1540253" cy="307777"/>
              </a:xfrm>
              <a:prstGeom prst="rect">
                <a:avLst/>
              </a:prstGeom>
              <a:blipFill>
                <a:blip r:embed="rId5"/>
                <a:stretch>
                  <a:fillRect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1C0DBC-581D-13FB-1013-2F639D3B1607}"/>
                  </a:ext>
                </a:extLst>
              </p:cNvPr>
              <p:cNvSpPr txBox="1"/>
              <p:nvPr/>
            </p:nvSpPr>
            <p:spPr>
              <a:xfrm>
                <a:off x="7594600" y="475950"/>
                <a:ext cx="154025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1C0DBC-581D-13FB-1013-2F639D3B1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600" y="475950"/>
                <a:ext cx="1540254" cy="307777"/>
              </a:xfrm>
              <a:prstGeom prst="rect">
                <a:avLst/>
              </a:prstGeom>
              <a:blipFill>
                <a:blip r:embed="rId6"/>
                <a:stretch>
                  <a:fillRect t="-1961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D3BEF7-0241-544B-15A5-DC40CCB61923}"/>
              </a:ext>
            </a:extLst>
          </p:cNvPr>
          <p:cNvCxnSpPr/>
          <p:nvPr/>
        </p:nvCxnSpPr>
        <p:spPr>
          <a:xfrm>
            <a:off x="6927911" y="839676"/>
            <a:ext cx="0" cy="815546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nductor Schematic Symbol - ClipArt Best">
            <a:extLst>
              <a:ext uri="{FF2B5EF4-FFF2-40B4-BE49-F238E27FC236}">
                <a16:creationId xmlns:a16="http://schemas.microsoft.com/office/drawing/2014/main" id="{1220C041-893B-C472-D981-7F79E60C2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964778" y="1923283"/>
            <a:ext cx="1627375" cy="40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C409B39-CC25-9473-B04A-76440CE2FFB8}"/>
              </a:ext>
            </a:extLst>
          </p:cNvPr>
          <p:cNvSpPr/>
          <p:nvPr/>
        </p:nvSpPr>
        <p:spPr>
          <a:xfrm>
            <a:off x="8045511" y="1655222"/>
            <a:ext cx="762000" cy="3921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BFE207-1C67-187D-C025-03B06CB9420D}"/>
              </a:ext>
            </a:extLst>
          </p:cNvPr>
          <p:cNvSpPr/>
          <p:nvPr/>
        </p:nvSpPr>
        <p:spPr>
          <a:xfrm>
            <a:off x="8045511" y="1566047"/>
            <a:ext cx="762000" cy="815546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013D65-26B9-F92B-2416-D00CCE887356}"/>
              </a:ext>
            </a:extLst>
          </p:cNvPr>
          <p:cNvSpPr/>
          <p:nvPr/>
        </p:nvSpPr>
        <p:spPr>
          <a:xfrm>
            <a:off x="8062181" y="1319470"/>
            <a:ext cx="728660" cy="3077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BB5D02-E6C4-3B1B-BF98-A735B9195A16}"/>
              </a:ext>
            </a:extLst>
          </p:cNvPr>
          <p:cNvCxnSpPr/>
          <p:nvPr/>
        </p:nvCxnSpPr>
        <p:spPr>
          <a:xfrm>
            <a:off x="8426511" y="839676"/>
            <a:ext cx="0" cy="815546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30A635-7EF5-B1A0-3B4D-8BBD0648C27C}"/>
              </a:ext>
            </a:extLst>
          </p:cNvPr>
          <p:cNvCxnSpPr>
            <a:cxnSpLocks/>
          </p:cNvCxnSpPr>
          <p:nvPr/>
        </p:nvCxnSpPr>
        <p:spPr>
          <a:xfrm>
            <a:off x="8436166" y="2381593"/>
            <a:ext cx="0" cy="49128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F7F4B1-ACDC-8487-5FE0-A4565F48A2D5}"/>
              </a:ext>
            </a:extLst>
          </p:cNvPr>
          <p:cNvCxnSpPr>
            <a:cxnSpLocks/>
          </p:cNvCxnSpPr>
          <p:nvPr/>
        </p:nvCxnSpPr>
        <p:spPr>
          <a:xfrm>
            <a:off x="6927911" y="2872877"/>
            <a:ext cx="15263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29B78FC-DC8A-CAE6-62D8-084CD3FAFC5F}"/>
              </a:ext>
            </a:extLst>
          </p:cNvPr>
          <p:cNvCxnSpPr/>
          <p:nvPr/>
        </p:nvCxnSpPr>
        <p:spPr>
          <a:xfrm>
            <a:off x="7722194" y="2875168"/>
            <a:ext cx="0" cy="815546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3FBAB0-3716-F1F3-57E9-B44F589A3F10}"/>
                  </a:ext>
                </a:extLst>
              </p:cNvPr>
              <p:cNvSpPr txBox="1"/>
              <p:nvPr/>
            </p:nvSpPr>
            <p:spPr>
              <a:xfrm>
                <a:off x="6827352" y="3674799"/>
                <a:ext cx="178968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US" sz="4000" b="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3FBAB0-3716-F1F3-57E9-B44F589A3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352" y="3674799"/>
                <a:ext cx="1789684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75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37632DD-FCA7-3D3F-7B7A-7CB194F969C8}"/>
                  </a:ext>
                </a:extLst>
              </p:cNvPr>
              <p:cNvSpPr/>
              <p:nvPr/>
            </p:nvSpPr>
            <p:spPr>
              <a:xfrm>
                <a:off x="1638298" y="3152773"/>
                <a:ext cx="676275" cy="657225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37632DD-FCA7-3D3F-7B7A-7CB194F96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98" y="3152773"/>
                <a:ext cx="676275" cy="657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1F2EB2-DDF6-956D-53B9-EBA3C23D159A}"/>
                  </a:ext>
                </a:extLst>
              </p:cNvPr>
              <p:cNvSpPr/>
              <p:nvPr/>
            </p:nvSpPr>
            <p:spPr>
              <a:xfrm>
                <a:off x="4781550" y="3152774"/>
                <a:ext cx="676275" cy="657225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1F2EB2-DDF6-956D-53B9-EBA3C23D1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550" y="3152774"/>
                <a:ext cx="676275" cy="657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92E023C-F1BA-AB0A-C383-17A814E2DAF8}"/>
                  </a:ext>
                </a:extLst>
              </p:cNvPr>
              <p:cNvSpPr/>
              <p:nvPr/>
            </p:nvSpPr>
            <p:spPr>
              <a:xfrm>
                <a:off x="4679156" y="4276724"/>
                <a:ext cx="676275" cy="657225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92E023C-F1BA-AB0A-C383-17A814E2DA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156" y="4276724"/>
                <a:ext cx="676275" cy="657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0DF889-B1DC-B529-CAAA-2E25E09845D8}"/>
                  </a:ext>
                </a:extLst>
              </p:cNvPr>
              <p:cNvSpPr/>
              <p:nvPr/>
            </p:nvSpPr>
            <p:spPr>
              <a:xfrm>
                <a:off x="9115425" y="3152773"/>
                <a:ext cx="676275" cy="657225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0DF889-B1DC-B529-CAAA-2E25E0984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425" y="3152773"/>
                <a:ext cx="676275" cy="657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0D3AFE7-19E2-6372-C0A9-5494694058BA}"/>
                  </a:ext>
                </a:extLst>
              </p:cNvPr>
              <p:cNvSpPr/>
              <p:nvPr/>
            </p:nvSpPr>
            <p:spPr>
              <a:xfrm>
                <a:off x="6400800" y="3152773"/>
                <a:ext cx="1195386" cy="657225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0D3AFE7-19E2-6372-C0A9-5494694058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152773"/>
                <a:ext cx="1195386" cy="6572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67E22F-5A74-04E9-FF26-0B5526CC939A}"/>
                  </a:ext>
                </a:extLst>
              </p:cNvPr>
              <p:cNvSpPr/>
              <p:nvPr/>
            </p:nvSpPr>
            <p:spPr>
              <a:xfrm>
                <a:off x="4488659" y="5419277"/>
                <a:ext cx="1195386" cy="657225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67E22F-5A74-04E9-FF26-0B5526CC9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659" y="5419277"/>
                <a:ext cx="1195386" cy="6572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8E608F-C4FC-878C-DE9D-C65942A88C64}"/>
                  </a:ext>
                </a:extLst>
              </p:cNvPr>
              <p:cNvSpPr/>
              <p:nvPr/>
            </p:nvSpPr>
            <p:spPr>
              <a:xfrm>
                <a:off x="8174826" y="4276724"/>
                <a:ext cx="2056102" cy="657225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8E608F-C4FC-878C-DE9D-C65942A88C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826" y="4276724"/>
                <a:ext cx="2056102" cy="6572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lowchart: Summing Junction 11">
            <a:extLst>
              <a:ext uri="{FF2B5EF4-FFF2-40B4-BE49-F238E27FC236}">
                <a16:creationId xmlns:a16="http://schemas.microsoft.com/office/drawing/2014/main" id="{D7F33799-C828-F5C1-A8A3-2F58FBE3852D}"/>
              </a:ext>
            </a:extLst>
          </p:cNvPr>
          <p:cNvSpPr/>
          <p:nvPr/>
        </p:nvSpPr>
        <p:spPr>
          <a:xfrm>
            <a:off x="2795585" y="3328983"/>
            <a:ext cx="300037" cy="304803"/>
          </a:xfrm>
          <a:prstGeom prst="flowChartSummingJunction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Summing Junction 12">
            <a:extLst>
              <a:ext uri="{FF2B5EF4-FFF2-40B4-BE49-F238E27FC236}">
                <a16:creationId xmlns:a16="http://schemas.microsoft.com/office/drawing/2014/main" id="{910ABC92-02B5-13C7-3398-C7D212677F44}"/>
              </a:ext>
            </a:extLst>
          </p:cNvPr>
          <p:cNvSpPr/>
          <p:nvPr/>
        </p:nvSpPr>
        <p:spPr>
          <a:xfrm>
            <a:off x="3774281" y="3328982"/>
            <a:ext cx="300037" cy="304803"/>
          </a:xfrm>
          <a:prstGeom prst="flowChartSummingJunction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Summing Junction 13">
            <a:extLst>
              <a:ext uri="{FF2B5EF4-FFF2-40B4-BE49-F238E27FC236}">
                <a16:creationId xmlns:a16="http://schemas.microsoft.com/office/drawing/2014/main" id="{B47A31E1-1360-9355-4A93-885714B97AFD}"/>
              </a:ext>
            </a:extLst>
          </p:cNvPr>
          <p:cNvSpPr/>
          <p:nvPr/>
        </p:nvSpPr>
        <p:spPr>
          <a:xfrm>
            <a:off x="7874789" y="3328977"/>
            <a:ext cx="300037" cy="304803"/>
          </a:xfrm>
          <a:prstGeom prst="flowChartSummingJunction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CA64B55-C7C4-4D62-E5DC-7A57DD176640}"/>
              </a:ext>
            </a:extLst>
          </p:cNvPr>
          <p:cNvCxnSpPr>
            <a:stCxn id="4" idx="3"/>
            <a:endCxn id="12" idx="2"/>
          </p:cNvCxnSpPr>
          <p:nvPr/>
        </p:nvCxnSpPr>
        <p:spPr>
          <a:xfrm flipV="1">
            <a:off x="2314573" y="3481385"/>
            <a:ext cx="481012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CFD53D2-4196-0AE3-1BC6-6D7294AFC01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 flipV="1">
            <a:off x="3095622" y="3481384"/>
            <a:ext cx="678659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E26851B-7623-7373-2F62-0F3E7825CA42}"/>
              </a:ext>
            </a:extLst>
          </p:cNvPr>
          <p:cNvCxnSpPr>
            <a:cxnSpLocks/>
            <a:stCxn id="9" idx="1"/>
            <a:endCxn id="12" idx="4"/>
          </p:cNvCxnSpPr>
          <p:nvPr/>
        </p:nvCxnSpPr>
        <p:spPr>
          <a:xfrm rot="10800000">
            <a:off x="2945605" y="3633786"/>
            <a:ext cx="1543055" cy="211410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616D8D2-6324-6868-93AC-A1E94B35D177}"/>
              </a:ext>
            </a:extLst>
          </p:cNvPr>
          <p:cNvCxnSpPr>
            <a:cxnSpLocks/>
            <a:stCxn id="13" idx="6"/>
            <a:endCxn id="5" idx="1"/>
          </p:cNvCxnSpPr>
          <p:nvPr/>
        </p:nvCxnSpPr>
        <p:spPr>
          <a:xfrm>
            <a:off x="4074318" y="3481384"/>
            <a:ext cx="707232" cy="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71272C1-A874-D082-0445-EDCEED12E71E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5457825" y="3481386"/>
            <a:ext cx="942975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BA2B9EC-B3EB-7088-20AC-44F14DF64576}"/>
              </a:ext>
            </a:extLst>
          </p:cNvPr>
          <p:cNvCxnSpPr>
            <a:cxnSpLocks/>
            <a:stCxn id="6" idx="1"/>
            <a:endCxn id="13" idx="4"/>
          </p:cNvCxnSpPr>
          <p:nvPr/>
        </p:nvCxnSpPr>
        <p:spPr>
          <a:xfrm rot="10800000">
            <a:off x="3924300" y="3633785"/>
            <a:ext cx="754856" cy="97155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32F755D-6A28-B17F-542F-3649CEE11D49}"/>
              </a:ext>
            </a:extLst>
          </p:cNvPr>
          <p:cNvCxnSpPr>
            <a:cxnSpLocks/>
            <a:endCxn id="6" idx="3"/>
          </p:cNvCxnSpPr>
          <p:nvPr/>
        </p:nvCxnSpPr>
        <p:spPr>
          <a:xfrm rot="5400000">
            <a:off x="5029198" y="3807615"/>
            <a:ext cx="1123955" cy="47148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ED29B141-9E9C-F00C-4161-8A8629009C5D}"/>
              </a:ext>
            </a:extLst>
          </p:cNvPr>
          <p:cNvCxnSpPr>
            <a:cxnSpLocks/>
            <a:stCxn id="8" idx="3"/>
            <a:endCxn id="14" idx="2"/>
          </p:cNvCxnSpPr>
          <p:nvPr/>
        </p:nvCxnSpPr>
        <p:spPr>
          <a:xfrm flipV="1">
            <a:off x="7596186" y="3481379"/>
            <a:ext cx="278603" cy="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7C4FCA2-E61B-F40B-05E9-624C600A9201}"/>
              </a:ext>
            </a:extLst>
          </p:cNvPr>
          <p:cNvCxnSpPr>
            <a:cxnSpLocks/>
            <a:stCxn id="14" idx="6"/>
            <a:endCxn id="7" idx="1"/>
          </p:cNvCxnSpPr>
          <p:nvPr/>
        </p:nvCxnSpPr>
        <p:spPr>
          <a:xfrm>
            <a:off x="8174826" y="3481379"/>
            <a:ext cx="940599" cy="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1617D9B-1DDC-8356-0A9D-B58F8FF17037}"/>
              </a:ext>
            </a:extLst>
          </p:cNvPr>
          <p:cNvCxnSpPr>
            <a:cxnSpLocks/>
            <a:stCxn id="10" idx="1"/>
            <a:endCxn id="14" idx="4"/>
          </p:cNvCxnSpPr>
          <p:nvPr/>
        </p:nvCxnSpPr>
        <p:spPr>
          <a:xfrm rot="10800000">
            <a:off x="8024808" y="3633781"/>
            <a:ext cx="150018" cy="9715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3E065E1-DA67-3590-C398-BB924D5B8AFD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9791700" y="3481381"/>
            <a:ext cx="1638300" cy="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2839DE42-DE94-AE99-8E22-4A07E58879E5}"/>
              </a:ext>
            </a:extLst>
          </p:cNvPr>
          <p:cNvCxnSpPr>
            <a:cxnSpLocks/>
            <a:endCxn id="10" idx="3"/>
          </p:cNvCxnSpPr>
          <p:nvPr/>
        </p:nvCxnSpPr>
        <p:spPr>
          <a:xfrm rot="5400000">
            <a:off x="9839868" y="3872445"/>
            <a:ext cx="1123953" cy="34183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107B2D20-8069-A90D-5E1B-848606CC9513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 flipV="1">
            <a:off x="5684045" y="3481380"/>
            <a:ext cx="4888706" cy="2266509"/>
          </a:xfrm>
          <a:prstGeom prst="bentConnector3">
            <a:avLst>
              <a:gd name="adj1" fmla="val -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D2014CCA-E100-2000-A531-DFB0EA90CD6B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109657" y="3481380"/>
            <a:ext cx="528641" cy="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0EF30FC-91BA-761D-7388-4D67E549D19E}"/>
              </a:ext>
            </a:extLst>
          </p:cNvPr>
          <p:cNvSpPr txBox="1"/>
          <p:nvPr/>
        </p:nvSpPr>
        <p:spPr>
          <a:xfrm>
            <a:off x="5629938" y="3112048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BE11799-81AE-D68C-B9E9-B95901BC3C12}"/>
                  </a:ext>
                </a:extLst>
              </p:cNvPr>
              <p:cNvSpPr txBox="1"/>
              <p:nvPr/>
            </p:nvSpPr>
            <p:spPr>
              <a:xfrm>
                <a:off x="189923" y="3296712"/>
                <a:ext cx="1053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BE11799-81AE-D68C-B9E9-B95901BC3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23" y="3296712"/>
                <a:ext cx="1053686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20C0CEEB-9E08-2BF7-F147-840897E22E08}"/>
              </a:ext>
            </a:extLst>
          </p:cNvPr>
          <p:cNvSpPr txBox="1"/>
          <p:nvPr/>
        </p:nvSpPr>
        <p:spPr>
          <a:xfrm>
            <a:off x="10847940" y="3144311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Y2</a:t>
            </a:r>
          </a:p>
        </p:txBody>
      </p:sp>
    </p:spTree>
    <p:extLst>
      <p:ext uri="{BB962C8B-B14F-4D97-AF65-F5344CB8AC3E}">
        <p14:creationId xmlns:p14="http://schemas.microsoft.com/office/powerpoint/2010/main" val="416144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BE01801-E0E9-7156-F4D5-AC87CC59E194}"/>
              </a:ext>
            </a:extLst>
          </p:cNvPr>
          <p:cNvSpPr/>
          <p:nvPr/>
        </p:nvSpPr>
        <p:spPr>
          <a:xfrm>
            <a:off x="1517471" y="3251199"/>
            <a:ext cx="173306" cy="17780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2475D09-89F2-1315-B2A6-402E2799D8D6}"/>
              </a:ext>
            </a:extLst>
          </p:cNvPr>
          <p:cNvSpPr/>
          <p:nvPr/>
        </p:nvSpPr>
        <p:spPr>
          <a:xfrm>
            <a:off x="2903448" y="3251199"/>
            <a:ext cx="173306" cy="1778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092BB7-1741-789E-F8BF-D35E43691CE0}"/>
              </a:ext>
            </a:extLst>
          </p:cNvPr>
          <p:cNvSpPr/>
          <p:nvPr/>
        </p:nvSpPr>
        <p:spPr>
          <a:xfrm>
            <a:off x="4289425" y="3251200"/>
            <a:ext cx="173306" cy="177799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B0B0CA-B073-1621-BDB8-D94771C743E0}"/>
              </a:ext>
            </a:extLst>
          </p:cNvPr>
          <p:cNvSpPr/>
          <p:nvPr/>
        </p:nvSpPr>
        <p:spPr>
          <a:xfrm>
            <a:off x="5675402" y="3251200"/>
            <a:ext cx="173306" cy="177799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A41E95-0392-0C61-9CED-6DDAD9BB8BDE}"/>
              </a:ext>
            </a:extLst>
          </p:cNvPr>
          <p:cNvSpPr/>
          <p:nvPr/>
        </p:nvSpPr>
        <p:spPr>
          <a:xfrm>
            <a:off x="7061379" y="3251199"/>
            <a:ext cx="173306" cy="177799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1B11B708-2176-D7B4-2A79-02E18C9663C5}"/>
              </a:ext>
            </a:extLst>
          </p:cNvPr>
          <p:cNvCxnSpPr>
            <a:stCxn id="8" idx="0"/>
            <a:endCxn id="5" idx="0"/>
          </p:cNvCxnSpPr>
          <p:nvPr/>
        </p:nvCxnSpPr>
        <p:spPr>
          <a:xfrm rot="16200000" flipV="1">
            <a:off x="5069067" y="1172233"/>
            <a:ext cx="12700" cy="4157931"/>
          </a:xfrm>
          <a:prstGeom prst="curvedConnector3">
            <a:avLst>
              <a:gd name="adj1" fmla="val 11174984"/>
            </a:avLst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64F831E1-4D72-1DF5-AB37-8375EE20B08E}"/>
              </a:ext>
            </a:extLst>
          </p:cNvPr>
          <p:cNvCxnSpPr>
            <a:cxnSpLocks/>
            <a:stCxn id="8" idx="4"/>
            <a:endCxn id="7" idx="5"/>
          </p:cNvCxnSpPr>
          <p:nvPr/>
        </p:nvCxnSpPr>
        <p:spPr>
          <a:xfrm rot="5400000" flipH="1">
            <a:off x="6472661" y="2753628"/>
            <a:ext cx="26037" cy="1324704"/>
          </a:xfrm>
          <a:prstGeom prst="curvedConnector3">
            <a:avLst>
              <a:gd name="adj1" fmla="val -1707197"/>
            </a:avLst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6E135989-735F-B3F7-0197-B1CFA321ACB3}"/>
              </a:ext>
            </a:extLst>
          </p:cNvPr>
          <p:cNvCxnSpPr>
            <a:cxnSpLocks/>
            <a:stCxn id="6" idx="0"/>
            <a:endCxn id="5" idx="7"/>
          </p:cNvCxnSpPr>
          <p:nvPr/>
        </p:nvCxnSpPr>
        <p:spPr>
          <a:xfrm rot="16200000" flipH="1" flipV="1">
            <a:off x="3700707" y="2601866"/>
            <a:ext cx="26037" cy="1324704"/>
          </a:xfrm>
          <a:prstGeom prst="curvedConnector3">
            <a:avLst>
              <a:gd name="adj1" fmla="val -1487694"/>
            </a:avLst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BCBAE2C-DD14-555B-6EFA-BB55303770D9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076754" y="3340099"/>
            <a:ext cx="1212671" cy="1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AAD3D7-A251-897B-E138-64565BD82D4B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4462731" y="3340100"/>
            <a:ext cx="1212671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DF55E2-F575-C578-29F1-4EB3D26D8CA0}"/>
              </a:ext>
            </a:extLst>
          </p:cNvPr>
          <p:cNvCxnSpPr>
            <a:stCxn id="7" idx="6"/>
            <a:endCxn id="8" idx="2"/>
          </p:cNvCxnSpPr>
          <p:nvPr/>
        </p:nvCxnSpPr>
        <p:spPr>
          <a:xfrm flipV="1">
            <a:off x="5848708" y="3340099"/>
            <a:ext cx="1212671" cy="1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834934-D5D9-EBF5-1EB5-AEE638A3625B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1690777" y="3340099"/>
            <a:ext cx="1212671" cy="1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225FFC4D-A8E0-5B31-D3FF-9B538D5EC25B}"/>
              </a:ext>
            </a:extLst>
          </p:cNvPr>
          <p:cNvSpPr/>
          <p:nvPr/>
        </p:nvSpPr>
        <p:spPr>
          <a:xfrm>
            <a:off x="5241438" y="4353333"/>
            <a:ext cx="173306" cy="177799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F838692-B8B7-94D3-F46D-F280A0578111}"/>
              </a:ext>
            </a:extLst>
          </p:cNvPr>
          <p:cNvCxnSpPr>
            <a:cxnSpLocks/>
            <a:stCxn id="6" idx="5"/>
            <a:endCxn id="38" idx="1"/>
          </p:cNvCxnSpPr>
          <p:nvPr/>
        </p:nvCxnSpPr>
        <p:spPr>
          <a:xfrm>
            <a:off x="4437351" y="3402961"/>
            <a:ext cx="829467" cy="97641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C0EBC4A-8FC7-9001-0B9B-6A2F86F5E762}"/>
                  </a:ext>
                </a:extLst>
              </p:cNvPr>
              <p:cNvSpPr txBox="1"/>
              <p:nvPr/>
            </p:nvSpPr>
            <p:spPr>
              <a:xfrm>
                <a:off x="2038088" y="3340099"/>
                <a:ext cx="365806" cy="654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C0EBC4A-8FC7-9001-0B9B-6A2F86F5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088" y="3340099"/>
                <a:ext cx="365806" cy="6546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03616BA-00E3-B14C-4374-21A913F58DC5}"/>
                  </a:ext>
                </a:extLst>
              </p:cNvPr>
              <p:cNvSpPr txBox="1"/>
              <p:nvPr/>
            </p:nvSpPr>
            <p:spPr>
              <a:xfrm>
                <a:off x="3443824" y="3333749"/>
                <a:ext cx="478529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03616BA-00E3-B14C-4374-21A913F58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824" y="3333749"/>
                <a:ext cx="478529" cy="612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D15C4D-366B-2BB0-BC83-C6D0B2A98476}"/>
                  </a:ext>
                </a:extLst>
              </p:cNvPr>
              <p:cNvSpPr txBox="1"/>
              <p:nvPr/>
            </p:nvSpPr>
            <p:spPr>
              <a:xfrm>
                <a:off x="3412520" y="2842438"/>
                <a:ext cx="448136" cy="434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D15C4D-366B-2BB0-BC83-C6D0B2A98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520" y="2842438"/>
                <a:ext cx="448136" cy="434799"/>
              </a:xfrm>
              <a:prstGeom prst="rect">
                <a:avLst/>
              </a:prstGeom>
              <a:blipFill>
                <a:blip r:embed="rId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C18F5BC-EE89-B485-C654-75A695CE644E}"/>
                  </a:ext>
                </a:extLst>
              </p:cNvPr>
              <p:cNvSpPr txBox="1"/>
              <p:nvPr/>
            </p:nvSpPr>
            <p:spPr>
              <a:xfrm>
                <a:off x="4895760" y="1813738"/>
                <a:ext cx="406457" cy="6527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C18F5BC-EE89-B485-C654-75A695CE6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760" y="1813738"/>
                <a:ext cx="406457" cy="6527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06AB018-0B96-4A1C-A0C5-C8ED9ACF5BC4}"/>
                  </a:ext>
                </a:extLst>
              </p:cNvPr>
              <p:cNvSpPr txBox="1"/>
              <p:nvPr/>
            </p:nvSpPr>
            <p:spPr>
              <a:xfrm>
                <a:off x="4839901" y="2762454"/>
                <a:ext cx="406458" cy="609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06AB018-0B96-4A1C-A0C5-C8ED9ACF5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901" y="2762454"/>
                <a:ext cx="406458" cy="6090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7D043AF-209E-30C3-9EC9-82336274DEFB}"/>
                  </a:ext>
                </a:extLst>
              </p:cNvPr>
              <p:cNvSpPr txBox="1"/>
              <p:nvPr/>
            </p:nvSpPr>
            <p:spPr>
              <a:xfrm>
                <a:off x="6312531" y="2758257"/>
                <a:ext cx="365805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7D043AF-209E-30C3-9EC9-82336274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531" y="2758257"/>
                <a:ext cx="365805" cy="6127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8EEEE8-DD9C-162B-24F2-94883AE16C0F}"/>
                  </a:ext>
                </a:extLst>
              </p:cNvPr>
              <p:cNvSpPr txBox="1"/>
              <p:nvPr/>
            </p:nvSpPr>
            <p:spPr>
              <a:xfrm>
                <a:off x="6125689" y="3889668"/>
                <a:ext cx="618054" cy="609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8EEEE8-DD9C-162B-24F2-94883AE16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689" y="3889668"/>
                <a:ext cx="618054" cy="6090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96D1952-D787-65C3-16D2-ADDB068AB810}"/>
                  </a:ext>
                </a:extLst>
              </p:cNvPr>
              <p:cNvSpPr txBox="1"/>
              <p:nvPr/>
            </p:nvSpPr>
            <p:spPr>
              <a:xfrm>
                <a:off x="4774812" y="3623910"/>
                <a:ext cx="3658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96D1952-D787-65C3-16D2-ADDB068AB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812" y="3623910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29029B1-8DF4-034D-3BB1-98D3EACA12A9}"/>
                  </a:ext>
                </a:extLst>
              </p:cNvPr>
              <p:cNvSpPr txBox="1"/>
              <p:nvPr/>
            </p:nvSpPr>
            <p:spPr>
              <a:xfrm>
                <a:off x="5328091" y="4442156"/>
                <a:ext cx="347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29029B1-8DF4-034D-3BB1-98D3EACA1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091" y="4442156"/>
                <a:ext cx="347311" cy="369332"/>
              </a:xfrm>
              <a:prstGeom prst="rect">
                <a:avLst/>
              </a:prstGeom>
              <a:blipFill>
                <a:blip r:embed="rId10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B977C5C-0473-0086-AC34-27F47A3C1C23}"/>
                  </a:ext>
                </a:extLst>
              </p:cNvPr>
              <p:cNvSpPr txBox="1"/>
              <p:nvPr/>
            </p:nvSpPr>
            <p:spPr>
              <a:xfrm>
                <a:off x="7279730" y="3149083"/>
                <a:ext cx="347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B977C5C-0473-0086-AC34-27F47A3C1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730" y="3149083"/>
                <a:ext cx="347311" cy="369332"/>
              </a:xfrm>
              <a:prstGeom prst="rect">
                <a:avLst/>
              </a:prstGeom>
              <a:blipFill>
                <a:blip r:embed="rId11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53DBBD7-BE10-4DA0-71D2-C9EA007FEEAF}"/>
                  </a:ext>
                </a:extLst>
              </p:cNvPr>
              <p:cNvSpPr txBox="1"/>
              <p:nvPr/>
            </p:nvSpPr>
            <p:spPr>
              <a:xfrm>
                <a:off x="1170160" y="3149083"/>
                <a:ext cx="347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53DBBD7-BE10-4DA0-71D2-C9EA007FE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160" y="3149083"/>
                <a:ext cx="34731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160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6" ma:contentTypeDescription="Create a new document." ma:contentTypeScope="" ma:versionID="87efca25a0bca7c424e18cd1363e3a14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5b91cefc5a0cf76464cb3fb5b79f7b8c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638313-1e11-4999-9038-bfa2141b3777" xsi:nil="true"/>
  </documentManagement>
</p:properties>
</file>

<file path=customXml/itemProps1.xml><?xml version="1.0" encoding="utf-8"?>
<ds:datastoreItem xmlns:ds="http://schemas.openxmlformats.org/officeDocument/2006/customXml" ds:itemID="{CCFA83BA-4B99-47EB-B49E-864C68391A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38313-1e11-4999-9038-bfa2141b3777"/>
    <ds:schemaRef ds:uri="593646a3-f4b2-4797-891f-a58c41aec4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E77F67-C665-4725-9E61-9743A7D65D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EF8EDB-D334-4ECD-9CC0-64AAB5F52FF2}">
  <ds:schemaRefs>
    <ds:schemaRef ds:uri="http://purl.org/dc/dcmitype/"/>
    <ds:schemaRef ds:uri="593646a3-f4b2-4797-891f-a58c41aec49e"/>
    <ds:schemaRef ds:uri="http://purl.org/dc/elements/1.1/"/>
    <ds:schemaRef ds:uri="http://schemas.microsoft.com/office/2006/metadata/properties"/>
    <ds:schemaRef ds:uri="27638313-1e11-4999-9038-bfa2141b3777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1769</TotalTime>
  <Words>41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Vaught, Jacob</dc:creator>
  <cp:lastModifiedBy>Vaught, Jacob</cp:lastModifiedBy>
  <cp:revision>1</cp:revision>
  <dcterms:created xsi:type="dcterms:W3CDTF">2023-10-08T19:01:13Z</dcterms:created>
  <dcterms:modified xsi:type="dcterms:W3CDTF">2023-10-10T00:30:50Z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