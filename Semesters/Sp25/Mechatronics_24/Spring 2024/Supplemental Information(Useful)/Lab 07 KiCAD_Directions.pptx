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4" r:id="rId38"/>
    <p:sldId id="295" r:id="rId39"/>
    <p:sldId id="29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1903D81D-7E30-4586-A814-2BDF6FB79BC7}"/>
    <pc:docChg chg="custSel modSld">
      <pc:chgData name="Vaught, Jacob" userId="3948bc58-7b81-44a4-9cf0-22ebac0213b4" providerId="ADAL" clId="{1903D81D-7E30-4586-A814-2BDF6FB79BC7}" dt="2024-02-17T19:25:49.708" v="19" actId="313"/>
      <pc:docMkLst>
        <pc:docMk/>
      </pc:docMkLst>
      <pc:sldChg chg="modSp mod">
        <pc:chgData name="Vaught, Jacob" userId="3948bc58-7b81-44a4-9cf0-22ebac0213b4" providerId="ADAL" clId="{1903D81D-7E30-4586-A814-2BDF6FB79BC7}" dt="2024-02-17T19:25:49.708" v="19" actId="313"/>
        <pc:sldMkLst>
          <pc:docMk/>
          <pc:sldMk cId="4216455015" sldId="262"/>
        </pc:sldMkLst>
        <pc:spChg chg="mod">
          <ac:chgData name="Vaught, Jacob" userId="3948bc58-7b81-44a4-9cf0-22ebac0213b4" providerId="ADAL" clId="{1903D81D-7E30-4586-A814-2BDF6FB79BC7}" dt="2024-02-17T19:25:49.708" v="19" actId="313"/>
          <ac:spMkLst>
            <pc:docMk/>
            <pc:sldMk cId="4216455015" sldId="262"/>
            <ac:spMk id="5" creationId="{E2794D41-160B-455E-04DE-38A72BD78F92}"/>
          </ac:spMkLst>
        </pc:spChg>
      </pc:sldChg>
    </pc:docChg>
  </pc:docChgLst>
  <pc:docChgLst>
    <pc:chgData name="Vaught, Jacob" userId="3948bc58-7b81-44a4-9cf0-22ebac0213b4" providerId="ADAL" clId="{7ED8C8BC-F662-484E-95CD-8A3FDCFB185D}"/>
    <pc:docChg chg="undo custSel modSld">
      <pc:chgData name="Vaught, Jacob" userId="3948bc58-7b81-44a4-9cf0-22ebac0213b4" providerId="ADAL" clId="{7ED8C8BC-F662-484E-95CD-8A3FDCFB185D}" dt="2024-02-26T16:23:31.593" v="1" actId="2711"/>
      <pc:docMkLst>
        <pc:docMk/>
      </pc:docMkLst>
      <pc:sldChg chg="modSp mod">
        <pc:chgData name="Vaught, Jacob" userId="3948bc58-7b81-44a4-9cf0-22ebac0213b4" providerId="ADAL" clId="{7ED8C8BC-F662-484E-95CD-8A3FDCFB185D}" dt="2024-02-26T16:23:31.593" v="1" actId="2711"/>
        <pc:sldMkLst>
          <pc:docMk/>
          <pc:sldMk cId="2837190816" sldId="294"/>
        </pc:sldMkLst>
        <pc:spChg chg="mod">
          <ac:chgData name="Vaught, Jacob" userId="3948bc58-7b81-44a4-9cf0-22ebac0213b4" providerId="ADAL" clId="{7ED8C8BC-F662-484E-95CD-8A3FDCFB185D}" dt="2024-02-26T16:23:31.593" v="1" actId="2711"/>
          <ac:spMkLst>
            <pc:docMk/>
            <pc:sldMk cId="2837190816" sldId="294"/>
            <ac:spMk id="5" creationId="{A2FA75EF-0EBE-D973-8459-994DCDE2B0D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60C092-2BAE-4667-9F6F-F6A71B8BB25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23F605-3B97-413F-BB85-B07307DF5F1D}">
      <dgm:prSet/>
      <dgm:spPr/>
      <dgm:t>
        <a:bodyPr/>
        <a:lstStyle/>
        <a:p>
          <a:r>
            <a:rPr lang="en-US"/>
            <a:t>For more complex PCBs, the B.Cu layer may also be used</a:t>
          </a:r>
        </a:p>
      </dgm:t>
    </dgm:pt>
    <dgm:pt modelId="{B79909B6-90B7-44A4-895F-9BFFA977C6EE}" type="parTrans" cxnId="{DB39D150-E29D-4989-9D2F-3F488F524D73}">
      <dgm:prSet/>
      <dgm:spPr/>
      <dgm:t>
        <a:bodyPr/>
        <a:lstStyle/>
        <a:p>
          <a:endParaRPr lang="en-US"/>
        </a:p>
      </dgm:t>
    </dgm:pt>
    <dgm:pt modelId="{21206088-8723-4593-802E-144A486DEB07}" type="sibTrans" cxnId="{DB39D150-E29D-4989-9D2F-3F488F524D73}">
      <dgm:prSet/>
      <dgm:spPr/>
      <dgm:t>
        <a:bodyPr/>
        <a:lstStyle/>
        <a:p>
          <a:endParaRPr lang="en-US"/>
        </a:p>
      </dgm:t>
    </dgm:pt>
    <dgm:pt modelId="{A0DFC838-CDC4-4B4B-8F9E-46BB2FA8E373}">
      <dgm:prSet/>
      <dgm:spPr/>
      <dgm:t>
        <a:bodyPr/>
        <a:lstStyle/>
        <a:p>
          <a:r>
            <a:rPr lang="en-US"/>
            <a:t>This is done on KiCAD Version 6.0 on Windows 11.</a:t>
          </a:r>
        </a:p>
      </dgm:t>
    </dgm:pt>
    <dgm:pt modelId="{D1A1FF62-DF31-4204-B89D-F3FB236F4E2A}" type="parTrans" cxnId="{D3D6A91A-4C6C-4DB0-B7E9-BC429B3B7DE0}">
      <dgm:prSet/>
      <dgm:spPr/>
      <dgm:t>
        <a:bodyPr/>
        <a:lstStyle/>
        <a:p>
          <a:endParaRPr lang="en-US"/>
        </a:p>
      </dgm:t>
    </dgm:pt>
    <dgm:pt modelId="{F33B1B19-3A1E-4467-8C5E-E3A2382BE832}" type="sibTrans" cxnId="{D3D6A91A-4C6C-4DB0-B7E9-BC429B3B7DE0}">
      <dgm:prSet/>
      <dgm:spPr/>
      <dgm:t>
        <a:bodyPr/>
        <a:lstStyle/>
        <a:p>
          <a:endParaRPr lang="en-US"/>
        </a:p>
      </dgm:t>
    </dgm:pt>
    <dgm:pt modelId="{523EE514-F0E8-4FA3-9530-A63681B3484F}">
      <dgm:prSet/>
      <dgm:spPr/>
      <dgm:t>
        <a:bodyPr/>
        <a:lstStyle/>
        <a:p>
          <a:r>
            <a:rPr lang="en-US" dirty="0"/>
            <a:t>These Instructions are not guaranteed to work on newer version of </a:t>
          </a:r>
          <a:r>
            <a:rPr lang="en-US" dirty="0" err="1"/>
            <a:t>KiCAD</a:t>
          </a:r>
          <a:r>
            <a:rPr lang="en-US" dirty="0"/>
            <a:t> or on MacOS</a:t>
          </a:r>
        </a:p>
      </dgm:t>
    </dgm:pt>
    <dgm:pt modelId="{BB26D803-714E-474A-BB5A-2D2BE1450C2A}" type="parTrans" cxnId="{A74F8B1B-0B64-4BBF-9383-0563DCDF319E}">
      <dgm:prSet/>
      <dgm:spPr/>
      <dgm:t>
        <a:bodyPr/>
        <a:lstStyle/>
        <a:p>
          <a:endParaRPr lang="en-US"/>
        </a:p>
      </dgm:t>
    </dgm:pt>
    <dgm:pt modelId="{7878DBC1-1EBA-4A90-8A32-FFB8F3B8068B}" type="sibTrans" cxnId="{A74F8B1B-0B64-4BBF-9383-0563DCDF319E}">
      <dgm:prSet/>
      <dgm:spPr/>
      <dgm:t>
        <a:bodyPr/>
        <a:lstStyle/>
        <a:p>
          <a:endParaRPr lang="en-US"/>
        </a:p>
      </dgm:t>
    </dgm:pt>
    <dgm:pt modelId="{214E438B-0066-4FE5-BE17-052917932A7C}">
      <dgm:prSet/>
      <dgm:spPr/>
      <dgm:t>
        <a:bodyPr/>
        <a:lstStyle/>
        <a:p>
          <a:r>
            <a:rPr lang="en-US" dirty="0"/>
            <a:t>Author: J.C. Vaught, Spring 2024</a:t>
          </a:r>
        </a:p>
      </dgm:t>
    </dgm:pt>
    <dgm:pt modelId="{A6EAB72D-63A3-4820-B513-563F416CE420}" type="parTrans" cxnId="{C01B2D23-397B-41BA-A569-E082C58CB795}">
      <dgm:prSet/>
      <dgm:spPr/>
      <dgm:t>
        <a:bodyPr/>
        <a:lstStyle/>
        <a:p>
          <a:endParaRPr lang="en-US"/>
        </a:p>
      </dgm:t>
    </dgm:pt>
    <dgm:pt modelId="{9C7F71FD-CEE0-452C-AB37-3AB46407A910}" type="sibTrans" cxnId="{C01B2D23-397B-41BA-A569-E082C58CB795}">
      <dgm:prSet/>
      <dgm:spPr/>
      <dgm:t>
        <a:bodyPr/>
        <a:lstStyle/>
        <a:p>
          <a:endParaRPr lang="en-US"/>
        </a:p>
      </dgm:t>
    </dgm:pt>
    <dgm:pt modelId="{A1C298DC-53C9-48ED-B480-6F11637FE15C}" type="pres">
      <dgm:prSet presAssocID="{2B60C092-2BAE-4667-9F6F-F6A71B8BB259}" presName="vert0" presStyleCnt="0">
        <dgm:presLayoutVars>
          <dgm:dir/>
          <dgm:animOne val="branch"/>
          <dgm:animLvl val="lvl"/>
        </dgm:presLayoutVars>
      </dgm:prSet>
      <dgm:spPr/>
    </dgm:pt>
    <dgm:pt modelId="{B0E8CE06-77EF-4DEE-B561-2AD5F3278E32}" type="pres">
      <dgm:prSet presAssocID="{0E23F605-3B97-413F-BB85-B07307DF5F1D}" presName="thickLine" presStyleLbl="alignNode1" presStyleIdx="0" presStyleCnt="4"/>
      <dgm:spPr/>
    </dgm:pt>
    <dgm:pt modelId="{B1E84DC8-13CE-47BA-B736-4F1C212497DD}" type="pres">
      <dgm:prSet presAssocID="{0E23F605-3B97-413F-BB85-B07307DF5F1D}" presName="horz1" presStyleCnt="0"/>
      <dgm:spPr/>
    </dgm:pt>
    <dgm:pt modelId="{18F0D205-82B0-49E5-AA34-D3FD64F7C2A0}" type="pres">
      <dgm:prSet presAssocID="{0E23F605-3B97-413F-BB85-B07307DF5F1D}" presName="tx1" presStyleLbl="revTx" presStyleIdx="0" presStyleCnt="4"/>
      <dgm:spPr/>
    </dgm:pt>
    <dgm:pt modelId="{79DE97BA-BEFF-4A54-832B-26CA8682B3F1}" type="pres">
      <dgm:prSet presAssocID="{0E23F605-3B97-413F-BB85-B07307DF5F1D}" presName="vert1" presStyleCnt="0"/>
      <dgm:spPr/>
    </dgm:pt>
    <dgm:pt modelId="{214FC568-B798-4187-B016-3030ACE76343}" type="pres">
      <dgm:prSet presAssocID="{A0DFC838-CDC4-4B4B-8F9E-46BB2FA8E373}" presName="thickLine" presStyleLbl="alignNode1" presStyleIdx="1" presStyleCnt="4"/>
      <dgm:spPr/>
    </dgm:pt>
    <dgm:pt modelId="{3F8437DA-BAFD-45BC-9CE3-C11E33C1B302}" type="pres">
      <dgm:prSet presAssocID="{A0DFC838-CDC4-4B4B-8F9E-46BB2FA8E373}" presName="horz1" presStyleCnt="0"/>
      <dgm:spPr/>
    </dgm:pt>
    <dgm:pt modelId="{680E942A-C5F1-4CDA-A3C2-F8539EA77686}" type="pres">
      <dgm:prSet presAssocID="{A0DFC838-CDC4-4B4B-8F9E-46BB2FA8E373}" presName="tx1" presStyleLbl="revTx" presStyleIdx="1" presStyleCnt="4"/>
      <dgm:spPr/>
    </dgm:pt>
    <dgm:pt modelId="{CA433054-2B8E-4C3A-8149-8D2D604BF31A}" type="pres">
      <dgm:prSet presAssocID="{A0DFC838-CDC4-4B4B-8F9E-46BB2FA8E373}" presName="vert1" presStyleCnt="0"/>
      <dgm:spPr/>
    </dgm:pt>
    <dgm:pt modelId="{54F355DB-E435-497A-AD9F-944B31993E08}" type="pres">
      <dgm:prSet presAssocID="{523EE514-F0E8-4FA3-9530-A63681B3484F}" presName="thickLine" presStyleLbl="alignNode1" presStyleIdx="2" presStyleCnt="4"/>
      <dgm:spPr/>
    </dgm:pt>
    <dgm:pt modelId="{E924DA3E-62C9-43BF-A34E-2326F15F9778}" type="pres">
      <dgm:prSet presAssocID="{523EE514-F0E8-4FA3-9530-A63681B3484F}" presName="horz1" presStyleCnt="0"/>
      <dgm:spPr/>
    </dgm:pt>
    <dgm:pt modelId="{3FC11288-0ACC-4D1C-993B-D27F00F38302}" type="pres">
      <dgm:prSet presAssocID="{523EE514-F0E8-4FA3-9530-A63681B3484F}" presName="tx1" presStyleLbl="revTx" presStyleIdx="2" presStyleCnt="4"/>
      <dgm:spPr/>
    </dgm:pt>
    <dgm:pt modelId="{03AB4B5F-8CB1-41F0-BDCC-B721586096FB}" type="pres">
      <dgm:prSet presAssocID="{523EE514-F0E8-4FA3-9530-A63681B3484F}" presName="vert1" presStyleCnt="0"/>
      <dgm:spPr/>
    </dgm:pt>
    <dgm:pt modelId="{9F95D04A-2C89-4EE0-8C30-AFD64A15064F}" type="pres">
      <dgm:prSet presAssocID="{214E438B-0066-4FE5-BE17-052917932A7C}" presName="thickLine" presStyleLbl="alignNode1" presStyleIdx="3" presStyleCnt="4"/>
      <dgm:spPr/>
    </dgm:pt>
    <dgm:pt modelId="{4B281F5E-4C04-4C45-A0F5-029501881AFD}" type="pres">
      <dgm:prSet presAssocID="{214E438B-0066-4FE5-BE17-052917932A7C}" presName="horz1" presStyleCnt="0"/>
      <dgm:spPr/>
    </dgm:pt>
    <dgm:pt modelId="{355CC174-A610-45D9-8098-C191ED298E3E}" type="pres">
      <dgm:prSet presAssocID="{214E438B-0066-4FE5-BE17-052917932A7C}" presName="tx1" presStyleLbl="revTx" presStyleIdx="3" presStyleCnt="4"/>
      <dgm:spPr/>
    </dgm:pt>
    <dgm:pt modelId="{C10EC521-2380-4E3A-8F1C-16371F972636}" type="pres">
      <dgm:prSet presAssocID="{214E438B-0066-4FE5-BE17-052917932A7C}" presName="vert1" presStyleCnt="0"/>
      <dgm:spPr/>
    </dgm:pt>
  </dgm:ptLst>
  <dgm:cxnLst>
    <dgm:cxn modelId="{D3D6A91A-4C6C-4DB0-B7E9-BC429B3B7DE0}" srcId="{2B60C092-2BAE-4667-9F6F-F6A71B8BB259}" destId="{A0DFC838-CDC4-4B4B-8F9E-46BB2FA8E373}" srcOrd="1" destOrd="0" parTransId="{D1A1FF62-DF31-4204-B89D-F3FB236F4E2A}" sibTransId="{F33B1B19-3A1E-4467-8C5E-E3A2382BE832}"/>
    <dgm:cxn modelId="{A74F8B1B-0B64-4BBF-9383-0563DCDF319E}" srcId="{2B60C092-2BAE-4667-9F6F-F6A71B8BB259}" destId="{523EE514-F0E8-4FA3-9530-A63681B3484F}" srcOrd="2" destOrd="0" parTransId="{BB26D803-714E-474A-BB5A-2D2BE1450C2A}" sibTransId="{7878DBC1-1EBA-4A90-8A32-FFB8F3B8068B}"/>
    <dgm:cxn modelId="{69AF251D-AAB1-403B-BE62-2889F2EE601F}" type="presOf" srcId="{523EE514-F0E8-4FA3-9530-A63681B3484F}" destId="{3FC11288-0ACC-4D1C-993B-D27F00F38302}" srcOrd="0" destOrd="0" presId="urn:microsoft.com/office/officeart/2008/layout/LinedList"/>
    <dgm:cxn modelId="{C01B2D23-397B-41BA-A569-E082C58CB795}" srcId="{2B60C092-2BAE-4667-9F6F-F6A71B8BB259}" destId="{214E438B-0066-4FE5-BE17-052917932A7C}" srcOrd="3" destOrd="0" parTransId="{A6EAB72D-63A3-4820-B513-563F416CE420}" sibTransId="{9C7F71FD-CEE0-452C-AB37-3AB46407A910}"/>
    <dgm:cxn modelId="{72B4FF3B-78DA-4579-AE98-6970F1187723}" type="presOf" srcId="{214E438B-0066-4FE5-BE17-052917932A7C}" destId="{355CC174-A610-45D9-8098-C191ED298E3E}" srcOrd="0" destOrd="0" presId="urn:microsoft.com/office/officeart/2008/layout/LinedList"/>
    <dgm:cxn modelId="{DB39D150-E29D-4989-9D2F-3F488F524D73}" srcId="{2B60C092-2BAE-4667-9F6F-F6A71B8BB259}" destId="{0E23F605-3B97-413F-BB85-B07307DF5F1D}" srcOrd="0" destOrd="0" parTransId="{B79909B6-90B7-44A4-895F-9BFFA977C6EE}" sibTransId="{21206088-8723-4593-802E-144A486DEB07}"/>
    <dgm:cxn modelId="{41A70862-8E10-4A3B-9227-12B22211686B}" type="presOf" srcId="{0E23F605-3B97-413F-BB85-B07307DF5F1D}" destId="{18F0D205-82B0-49E5-AA34-D3FD64F7C2A0}" srcOrd="0" destOrd="0" presId="urn:microsoft.com/office/officeart/2008/layout/LinedList"/>
    <dgm:cxn modelId="{81F066A8-BD3A-49E0-86B5-53AC30D8F8A6}" type="presOf" srcId="{A0DFC838-CDC4-4B4B-8F9E-46BB2FA8E373}" destId="{680E942A-C5F1-4CDA-A3C2-F8539EA77686}" srcOrd="0" destOrd="0" presId="urn:microsoft.com/office/officeart/2008/layout/LinedList"/>
    <dgm:cxn modelId="{9B6763C8-9D01-4143-9FB2-70B6D609922D}" type="presOf" srcId="{2B60C092-2BAE-4667-9F6F-F6A71B8BB259}" destId="{A1C298DC-53C9-48ED-B480-6F11637FE15C}" srcOrd="0" destOrd="0" presId="urn:microsoft.com/office/officeart/2008/layout/LinedList"/>
    <dgm:cxn modelId="{73C74B5E-4D1C-4FB9-BAE6-B8E77D310126}" type="presParOf" srcId="{A1C298DC-53C9-48ED-B480-6F11637FE15C}" destId="{B0E8CE06-77EF-4DEE-B561-2AD5F3278E32}" srcOrd="0" destOrd="0" presId="urn:microsoft.com/office/officeart/2008/layout/LinedList"/>
    <dgm:cxn modelId="{3B0C3B01-9E2B-47AE-81C0-169C1A47CB65}" type="presParOf" srcId="{A1C298DC-53C9-48ED-B480-6F11637FE15C}" destId="{B1E84DC8-13CE-47BA-B736-4F1C212497DD}" srcOrd="1" destOrd="0" presId="urn:microsoft.com/office/officeart/2008/layout/LinedList"/>
    <dgm:cxn modelId="{C4A18F68-3029-41CC-9B93-29208EFC4943}" type="presParOf" srcId="{B1E84DC8-13CE-47BA-B736-4F1C212497DD}" destId="{18F0D205-82B0-49E5-AA34-D3FD64F7C2A0}" srcOrd="0" destOrd="0" presId="urn:microsoft.com/office/officeart/2008/layout/LinedList"/>
    <dgm:cxn modelId="{0513FFA2-9F0A-4165-931B-E5FF3239E4F0}" type="presParOf" srcId="{B1E84DC8-13CE-47BA-B736-4F1C212497DD}" destId="{79DE97BA-BEFF-4A54-832B-26CA8682B3F1}" srcOrd="1" destOrd="0" presId="urn:microsoft.com/office/officeart/2008/layout/LinedList"/>
    <dgm:cxn modelId="{E663015A-1B3B-430E-B78F-EC5CBC2ED4C1}" type="presParOf" srcId="{A1C298DC-53C9-48ED-B480-6F11637FE15C}" destId="{214FC568-B798-4187-B016-3030ACE76343}" srcOrd="2" destOrd="0" presId="urn:microsoft.com/office/officeart/2008/layout/LinedList"/>
    <dgm:cxn modelId="{D836CB9D-9703-4A56-B2E2-6DF3D877AA9E}" type="presParOf" srcId="{A1C298DC-53C9-48ED-B480-6F11637FE15C}" destId="{3F8437DA-BAFD-45BC-9CE3-C11E33C1B302}" srcOrd="3" destOrd="0" presId="urn:microsoft.com/office/officeart/2008/layout/LinedList"/>
    <dgm:cxn modelId="{FD9C3D99-6619-40DD-AD20-54DD79E04BBE}" type="presParOf" srcId="{3F8437DA-BAFD-45BC-9CE3-C11E33C1B302}" destId="{680E942A-C5F1-4CDA-A3C2-F8539EA77686}" srcOrd="0" destOrd="0" presId="urn:microsoft.com/office/officeart/2008/layout/LinedList"/>
    <dgm:cxn modelId="{53810484-BC76-423A-972C-15F8C335FA6D}" type="presParOf" srcId="{3F8437DA-BAFD-45BC-9CE3-C11E33C1B302}" destId="{CA433054-2B8E-4C3A-8149-8D2D604BF31A}" srcOrd="1" destOrd="0" presId="urn:microsoft.com/office/officeart/2008/layout/LinedList"/>
    <dgm:cxn modelId="{EC15CE41-6DBB-4632-A240-A5B838BC4858}" type="presParOf" srcId="{A1C298DC-53C9-48ED-B480-6F11637FE15C}" destId="{54F355DB-E435-497A-AD9F-944B31993E08}" srcOrd="4" destOrd="0" presId="urn:microsoft.com/office/officeart/2008/layout/LinedList"/>
    <dgm:cxn modelId="{546E8AB4-6A9F-452A-80F0-3905281ACB85}" type="presParOf" srcId="{A1C298DC-53C9-48ED-B480-6F11637FE15C}" destId="{E924DA3E-62C9-43BF-A34E-2326F15F9778}" srcOrd="5" destOrd="0" presId="urn:microsoft.com/office/officeart/2008/layout/LinedList"/>
    <dgm:cxn modelId="{D0A9DF49-A0F3-4F63-BAA0-0763EDC0058E}" type="presParOf" srcId="{E924DA3E-62C9-43BF-A34E-2326F15F9778}" destId="{3FC11288-0ACC-4D1C-993B-D27F00F38302}" srcOrd="0" destOrd="0" presId="urn:microsoft.com/office/officeart/2008/layout/LinedList"/>
    <dgm:cxn modelId="{8B49C586-3AEA-4769-B50A-A7DB7048B143}" type="presParOf" srcId="{E924DA3E-62C9-43BF-A34E-2326F15F9778}" destId="{03AB4B5F-8CB1-41F0-BDCC-B721586096FB}" srcOrd="1" destOrd="0" presId="urn:microsoft.com/office/officeart/2008/layout/LinedList"/>
    <dgm:cxn modelId="{43B9768F-2ADC-45F3-84A5-3BB1B406548B}" type="presParOf" srcId="{A1C298DC-53C9-48ED-B480-6F11637FE15C}" destId="{9F95D04A-2C89-4EE0-8C30-AFD64A15064F}" srcOrd="6" destOrd="0" presId="urn:microsoft.com/office/officeart/2008/layout/LinedList"/>
    <dgm:cxn modelId="{F29CEAF2-B94F-4927-BD59-021853526795}" type="presParOf" srcId="{A1C298DC-53C9-48ED-B480-6F11637FE15C}" destId="{4B281F5E-4C04-4C45-A0F5-029501881AFD}" srcOrd="7" destOrd="0" presId="urn:microsoft.com/office/officeart/2008/layout/LinedList"/>
    <dgm:cxn modelId="{1DB521E8-D699-4D58-883F-AE3E375C117A}" type="presParOf" srcId="{4B281F5E-4C04-4C45-A0F5-029501881AFD}" destId="{355CC174-A610-45D9-8098-C191ED298E3E}" srcOrd="0" destOrd="0" presId="urn:microsoft.com/office/officeart/2008/layout/LinedList"/>
    <dgm:cxn modelId="{391B981E-CDAB-4E9E-8258-4E559653545B}" type="presParOf" srcId="{4B281F5E-4C04-4C45-A0F5-029501881AFD}" destId="{C10EC521-2380-4E3A-8F1C-16371F97263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8CE06-77EF-4DEE-B561-2AD5F3278E32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0D205-82B0-49E5-AA34-D3FD64F7C2A0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For more complex PCBs, the B.Cu layer may also be used</a:t>
          </a:r>
        </a:p>
      </dsp:txBody>
      <dsp:txXfrm>
        <a:off x="0" y="0"/>
        <a:ext cx="10515600" cy="1087834"/>
      </dsp:txXfrm>
    </dsp:sp>
    <dsp:sp modelId="{214FC568-B798-4187-B016-3030ACE76343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E942A-C5F1-4CDA-A3C2-F8539EA77686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is done on KiCAD Version 6.0 on Windows 11.</a:t>
          </a:r>
        </a:p>
      </dsp:txBody>
      <dsp:txXfrm>
        <a:off x="0" y="1087834"/>
        <a:ext cx="10515600" cy="1087834"/>
      </dsp:txXfrm>
    </dsp:sp>
    <dsp:sp modelId="{54F355DB-E435-497A-AD9F-944B31993E08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11288-0ACC-4D1C-993B-D27F00F38302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These Instructions are not guaranteed to work on newer version of </a:t>
          </a:r>
          <a:r>
            <a:rPr lang="en-US" sz="3000" kern="1200" dirty="0" err="1"/>
            <a:t>KiCAD</a:t>
          </a:r>
          <a:r>
            <a:rPr lang="en-US" sz="3000" kern="1200" dirty="0"/>
            <a:t> or on MacOS</a:t>
          </a:r>
        </a:p>
      </dsp:txBody>
      <dsp:txXfrm>
        <a:off x="0" y="2175669"/>
        <a:ext cx="10515600" cy="1087834"/>
      </dsp:txXfrm>
    </dsp:sp>
    <dsp:sp modelId="{9F95D04A-2C89-4EE0-8C30-AFD64A15064F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CC174-A610-45D9-8098-C191ED298E3E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Author: J.C. Vaught, Spring 2024</a:t>
          </a:r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14798-256E-4CA7-A5C4-0792CA4B268F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8F328-7EDE-4AC8-8503-82664F54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9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6763-5575-9769-8DA3-F9CE66DB6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B3A4F-0DF9-3441-11E6-583D9B4D1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204D8-ADC9-25F6-F8C5-96FC5DC4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3D7B4-3222-44FC-A68C-21FD8E75B2C3}" type="datetime1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573A2-25F9-03DF-514D-A2CB3280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32C1F-9A19-8C8F-5DED-ADB4D05E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3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D5A6-0E98-4E28-20D6-DC729B49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03CD8-7EC7-CB97-3471-4E8E706E4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00AA3-F85F-DCDC-308E-4B1FA455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AB4F-1A36-452A-A6F7-A3C977649437}" type="datetime1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F4D16-3E80-3687-442B-D818C71B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3DB28-2C7B-08BD-4BE0-00183026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1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8CB1-506C-CE1F-1F3C-850DA3636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BE59A-32C4-983E-12AF-41E5EED6D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B4FE2-F89D-212B-6370-551F0A3E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DCE6-66B2-4288-AA07-8CC17B3CD4A0}" type="datetime1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23FB9-E9AE-EAA6-F0BF-9F3E350D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754C-11CA-62B2-FDD4-52B19D30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2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B1F6-EBDC-2470-2155-5F700C14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B57D1-6089-AEB6-DFBC-D2904B996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8FC89-318C-F962-2D54-736E4A93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DCA38-07E0-1CA4-A128-7A85C934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4AF51-ED2E-4D23-923C-EE0C4C8F8DD7}" type="datetime1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F209E-FFC2-71C4-E4E3-4D2104E0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55B15-2D28-71C9-00C2-27AB5C31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0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93AC-C918-6EE4-0DC9-38969977D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5358E-8CE7-DEC6-0445-2CF771049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C30AD-F60C-C9EC-C394-C6F05299A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E4DB17-74B8-E72C-DAEC-AFF69ABFE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E138E-3432-78F4-AA80-B740AF7CA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8C705-A546-6EBA-B6B5-64F304D4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02BA-A299-43A2-BE5A-C6826BC17EF2}" type="datetime1">
              <a:rPr lang="en-US" smtClean="0"/>
              <a:t>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920BB-42F2-C89F-2A31-8A6D5FE3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8E498-F971-DEE0-A95F-B08A5E4F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8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8C974-B9D9-10C0-70AF-C3DA204D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4CE7A-98D5-B8DC-5759-CD68DEBB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1DBA-824D-4B9D-A974-252CBFC26395}" type="datetime1">
              <a:rPr lang="en-US" smtClean="0"/>
              <a:t>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4E57F-80C6-90DC-135D-5BAAD7F5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BB183-2DA1-6CD0-56C3-BDD5DA1B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3A7DB-C2F5-5B3B-E07A-C2B93A2B5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6FCC-AF97-4B97-9310-1277B8FD5893}" type="datetime1">
              <a:rPr lang="en-US" smtClean="0"/>
              <a:t>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D3EEA-B0FA-C93E-E53A-A06EDC60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D1447-DA7B-E4B8-8B84-B68F40EA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4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4A7B-87B7-6BB3-9D3B-5755CA6D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6AB91-3FDF-54BA-6396-33827ED5D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595A2-F24B-ADE0-8D00-5FFB3830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DC6BD-F03B-7685-3ADA-8AEF6060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7C8E7-4278-407C-A392-F2BCBA5D81EB}" type="datetime1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97767-57CF-25E8-A25E-3CF45A01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E11A0-0EA2-636B-F857-F37A680B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8D40-2FF5-A375-9137-03FDEAC1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E3ECC-EAFB-0136-EDA1-584E8B46D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EE288-4DBB-6279-EB15-FCABF1A2B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354DD-71BA-4459-B7A6-DEAB08CC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EAB79-0710-4869-BE2E-E805A675565D}" type="datetime1">
              <a:rPr lang="en-US" smtClean="0"/>
              <a:t>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F4B85-B223-A35D-DEB4-1D7B4EB2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3FB26-F696-1DFA-553A-DA2212E0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2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56D29-DBD3-1596-F26E-A3F6A24A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6DD81-A6AC-E8E9-CD69-DA4BF4BF7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716B4-A218-2858-C03F-364783F07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8D1EE-8773-4AAD-8279-1BE0D84B7A25}" type="datetime1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6013-3995-49CF-7823-758801E1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F4348-3A51-9AB9-C869-A1B73C7C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1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92E0B-0816-E3E1-7DB4-164F97736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D2FA9-A116-16C9-A265-0A684AE0B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0A908-94DD-847E-E645-BC820945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17D0-DADD-48C5-AE76-2A2639FED60E}" type="datetime1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0149E-E22B-A693-4724-6085B0CA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2CC84-5875-0156-B4B2-00036992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2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ECBD4-963C-6D8F-D04B-347F7F55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4712A-DF2B-F39B-8AC5-F2EFE4592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018C5-437A-C964-A68F-C45A92D97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2846A-1CC6-49DC-B704-439CB4E77883}" type="datetime1">
              <a:rPr lang="en-US" smtClean="0"/>
              <a:t>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0DE40-00D2-E96F-76D8-9293CACBE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6D220-ECDF-4BAE-BD09-0ADD57251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6FFD2-C303-4558-8A91-21E4FFE96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6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5EA72-9D24-F0AE-64A1-C2D7A1B5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dirty="0"/>
              <a:t>Introduction to </a:t>
            </a:r>
            <a:r>
              <a:rPr lang="en-US" sz="8000" dirty="0" err="1"/>
              <a:t>KiCAD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CA184-F956-3572-205C-D9BC3BAD5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PCB Design &amp; Development</a:t>
            </a:r>
          </a:p>
          <a:p>
            <a:pPr algn="r"/>
            <a:r>
              <a:rPr lang="en-US" dirty="0"/>
              <a:t>J.C. Vaught, 02-17-2024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D85A9-31C6-AC8F-0F3C-71A773A2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B86FFD2-C303-4558-8A91-21E4FFE96F34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442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1B4CE1-1144-CA9E-BDA6-DE61A69AC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06CFC-9478-2115-B81E-33A76B7C25C5}"/>
              </a:ext>
            </a:extLst>
          </p:cNvPr>
          <p:cNvSpPr txBox="1"/>
          <p:nvPr/>
        </p:nvSpPr>
        <p:spPr>
          <a:xfrm>
            <a:off x="0" y="2967335"/>
            <a:ext cx="3576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Open </a:t>
            </a:r>
            <a:r>
              <a:rPr lang="en-US" sz="2400" dirty="0" err="1"/>
              <a:t>KiCAD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</a:t>
            </a:r>
            <a:r>
              <a:rPr lang="en-US" sz="2400" dirty="0" err="1"/>
              <a:t>KiCAD</a:t>
            </a:r>
            <a:r>
              <a:rPr lang="en-US" sz="2400" dirty="0"/>
              <a:t> is open, click on the “New Project” Icon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EFB3A5-8FE4-A4F3-3462-0C53FCC2F3E7}"/>
              </a:ext>
            </a:extLst>
          </p:cNvPr>
          <p:cNvCxnSpPr>
            <a:cxnSpLocks/>
          </p:cNvCxnSpPr>
          <p:nvPr/>
        </p:nvCxnSpPr>
        <p:spPr>
          <a:xfrm flipH="1" flipV="1">
            <a:off x="3990109" y="840509"/>
            <a:ext cx="1939351" cy="11674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8C2C3F9-FE46-D6BF-79D8-F232DC87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4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A56C-02E8-2EA0-4440-9BA52C55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6D83B2-0975-BF26-D63D-4BC52BF4C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0363" y="1143537"/>
            <a:ext cx="5532582" cy="44341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CAA542-4542-03EB-DAEA-8F68895DC855}"/>
              </a:ext>
            </a:extLst>
          </p:cNvPr>
          <p:cNvSpPr txBox="1"/>
          <p:nvPr/>
        </p:nvSpPr>
        <p:spPr>
          <a:xfrm>
            <a:off x="0" y="2459504"/>
            <a:ext cx="35768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Name the Project </a:t>
            </a:r>
            <a:r>
              <a:rPr lang="en-US" sz="2400" dirty="0" err="1"/>
              <a:t>Fading_LED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</a:t>
            </a:r>
            <a:r>
              <a:rPr lang="en-US" sz="2400" i="1" dirty="0"/>
              <a:t>may</a:t>
            </a:r>
            <a:r>
              <a:rPr lang="en-US" sz="2400" dirty="0"/>
              <a:t> save it in your Documents folder as shown here.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E5CC6F-75BD-3C61-4278-3560B239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4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E42E1-43ED-C41A-0FFB-1AEDCC80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CA3F72-B834-6D4E-68F4-0615409C9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5CC37C-E1FD-547B-3F36-930E2A7F49E4}"/>
              </a:ext>
            </a:extLst>
          </p:cNvPr>
          <p:cNvSpPr txBox="1"/>
          <p:nvPr/>
        </p:nvSpPr>
        <p:spPr>
          <a:xfrm>
            <a:off x="30760" y="2090172"/>
            <a:ext cx="35768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Project is created, you will see multiple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Click on the “Schematic Editor” to begin building our circuit schematic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691802-7680-6A08-8F47-FED170B82890}"/>
              </a:ext>
            </a:extLst>
          </p:cNvPr>
          <p:cNvCxnSpPr>
            <a:cxnSpLocks/>
          </p:cNvCxnSpPr>
          <p:nvPr/>
        </p:nvCxnSpPr>
        <p:spPr>
          <a:xfrm flipV="1">
            <a:off x="4904509" y="1237673"/>
            <a:ext cx="1893455" cy="192116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C3F3D9-D911-8361-B8D9-A729A12B4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1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7A2F5-68BF-58A2-F5BA-7785424C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58C6B3-705A-E56D-ED61-56852E34C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DB012E-4998-7B55-4D12-DBEE3F5D6C38}"/>
              </a:ext>
            </a:extLst>
          </p:cNvPr>
          <p:cNvSpPr txBox="1"/>
          <p:nvPr/>
        </p:nvSpPr>
        <p:spPr>
          <a:xfrm>
            <a:off x="30760" y="1916489"/>
            <a:ext cx="3576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the Schematic Editor Window is opened, click on the “Place Symbol” Icon in the righthand Toolbar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places different electrical components on the schematic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D16204-F7AC-C7FA-B083-CBC8A6CB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7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BFCE-5450-5BD5-C044-0F840F7E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2BE1B8-F0D1-F5F2-5CD1-20D0C5C30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6373" y="986172"/>
            <a:ext cx="6096000" cy="4885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94D41-160B-455E-04DE-38A72BD78F92}"/>
              </a:ext>
            </a:extLst>
          </p:cNvPr>
          <p:cNvSpPr txBox="1"/>
          <p:nvPr/>
        </p:nvSpPr>
        <p:spPr>
          <a:xfrm>
            <a:off x="341273" y="797509"/>
            <a:ext cx="47014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the Choose Symbol Dialog Window is opened, select/search the component you want to add.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Then you will place them onto the schematic window.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will do this for </a:t>
            </a:r>
            <a:r>
              <a:rPr lang="en-US" sz="2400" b="1" u="sng" dirty="0"/>
              <a:t>each </a:t>
            </a:r>
            <a:r>
              <a:rPr lang="en-US" sz="2400" dirty="0"/>
              <a:t>of the following components: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‘Screw_terminal_01x02’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/>
              <a:t>‘R’ </a:t>
            </a:r>
            <a:r>
              <a:rPr lang="en-US" sz="2400" dirty="0">
                <a:solidFill>
                  <a:srgbClr val="FF0000"/>
                </a:solidFill>
              </a:rPr>
              <a:t>(do this twice) </a:t>
            </a:r>
            <a:r>
              <a:rPr lang="en-US" sz="2400" dirty="0"/>
              <a:t>(Resistor)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‘C’ (Capacitor)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‘LED’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‘GND’ (Ground)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EAADB-C9E5-CDE9-CF4A-F678B52A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5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90FF-3AEB-9EF7-5D08-99CD9FD0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90608A-912D-8337-A1CB-4268A8318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4C407B-FF5A-3A79-1ECB-15F99164FC38}"/>
              </a:ext>
            </a:extLst>
          </p:cNvPr>
          <p:cNvSpPr txBox="1"/>
          <p:nvPr/>
        </p:nvSpPr>
        <p:spPr>
          <a:xfrm>
            <a:off x="30760" y="808493"/>
            <a:ext cx="35768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all Components are placed, click on the wire icon and connect wires between all the components, as shown in </a:t>
            </a:r>
            <a:r>
              <a:rPr lang="en-US" sz="2400" b="1" dirty="0"/>
              <a:t>Slide 10.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/>
              <a:t>Press R on the keyboard to rotate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FF0000"/>
                </a:solidFill>
              </a:rPr>
              <a:t>Note: This image is missing the Ground component.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81372-7BC8-3292-C1CE-E8D80FB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9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1E9BA-1336-6337-AC1B-5618CD60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9CC6BE-BC76-C224-5B62-1354625A0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8526A2-D6EB-87AB-F79D-A59F04642AB5}"/>
              </a:ext>
            </a:extLst>
          </p:cNvPr>
          <p:cNvSpPr txBox="1"/>
          <p:nvPr/>
        </p:nvSpPr>
        <p:spPr>
          <a:xfrm>
            <a:off x="30760" y="1916489"/>
            <a:ext cx="35768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all components are wired, we need to give each of the components/symbols a name.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Right click on each component, click Properties, and give them a name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B0ED1-D8B7-9102-2045-9E091FCF8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6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9A76-51F2-DBD1-F949-13B9822C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536BEE-A155-83DF-7550-EE4B38E5E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21465F-75A3-4882-DD4F-9C7BC30E6C0D}"/>
              </a:ext>
            </a:extLst>
          </p:cNvPr>
          <p:cNvSpPr txBox="1"/>
          <p:nvPr/>
        </p:nvSpPr>
        <p:spPr>
          <a:xfrm>
            <a:off x="30760" y="1916489"/>
            <a:ext cx="3576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Name all the components as follows: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Block Terminal: J1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LED: D1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Resistor: R1 &amp; R2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Capacitor: C1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Ground: #PWR01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EFC9DE-B2FC-9608-8314-42D13C05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9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2E50F6-92A2-D74F-E056-DFE34CA2542A}"/>
              </a:ext>
            </a:extLst>
          </p:cNvPr>
          <p:cNvCxnSpPr>
            <a:cxnSpLocks/>
          </p:cNvCxnSpPr>
          <p:nvPr/>
        </p:nvCxnSpPr>
        <p:spPr>
          <a:xfrm flipH="1" flipV="1">
            <a:off x="5015345" y="1487055"/>
            <a:ext cx="2660073" cy="161636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0E57-33C4-5B73-4C3B-82B54DCF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801CB2-D9A5-4A42-67F7-C4468E616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4F9E76-F501-56A3-2ED4-BF689DBDB0CF}"/>
              </a:ext>
            </a:extLst>
          </p:cNvPr>
          <p:cNvSpPr txBox="1"/>
          <p:nvPr/>
        </p:nvSpPr>
        <p:spPr>
          <a:xfrm>
            <a:off x="30760" y="1916489"/>
            <a:ext cx="35768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Now that the schematic is complete, we will run the Electrical Rules Checker to detect any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0690B-52BA-4D70-2EF7-037493AE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10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046994-A8E2-928D-519C-631855626B64}"/>
              </a:ext>
            </a:extLst>
          </p:cNvPr>
          <p:cNvCxnSpPr>
            <a:cxnSpLocks/>
          </p:cNvCxnSpPr>
          <p:nvPr/>
        </p:nvCxnSpPr>
        <p:spPr>
          <a:xfrm flipV="1">
            <a:off x="4590473" y="840509"/>
            <a:ext cx="932872" cy="21336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30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922E-5CD4-6C71-FFB8-86682C2A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6EADB5-AE04-20BE-D022-BC4F5E5A27E3}"/>
              </a:ext>
            </a:extLst>
          </p:cNvPr>
          <p:cNvSpPr txBox="1"/>
          <p:nvPr/>
        </p:nvSpPr>
        <p:spPr>
          <a:xfrm>
            <a:off x="30760" y="1166841"/>
            <a:ext cx="35768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One the Electrical rules Checker is complete, there should be ONE error, indicating no power supply.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is alright, since we will connect power to the terminals of the block terminal.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12BEE0-2F14-12C5-8B5B-2E6D1416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37E53179-2014-B469-DD25-293FCCA40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578" y="886574"/>
            <a:ext cx="7794662" cy="50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1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06A8E-125E-6944-02EC-F11EB64F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5CC19F-3F74-CB85-7621-D51EF8B51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B0CFA-0412-9CF6-782B-C3D33C95AC0E}"/>
              </a:ext>
            </a:extLst>
          </p:cNvPr>
          <p:cNvSpPr txBox="1"/>
          <p:nvPr/>
        </p:nvSpPr>
        <p:spPr>
          <a:xfrm>
            <a:off x="0" y="2655153"/>
            <a:ext cx="35768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Note that the Electrical Error Software will identify what it thinks the issue is: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37A4-185F-B078-58A7-12B9783B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12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F87F26E-8951-24E5-D34C-54826E585091}"/>
              </a:ext>
            </a:extLst>
          </p:cNvPr>
          <p:cNvCxnSpPr>
            <a:cxnSpLocks/>
          </p:cNvCxnSpPr>
          <p:nvPr/>
        </p:nvCxnSpPr>
        <p:spPr>
          <a:xfrm flipV="1">
            <a:off x="6446982" y="4224813"/>
            <a:ext cx="1893455" cy="192116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B5EC8C-C8AC-9F0B-0967-0CCF0AA53625}"/>
              </a:ext>
            </a:extLst>
          </p:cNvPr>
          <p:cNvCxnSpPr>
            <a:cxnSpLocks/>
          </p:cNvCxnSpPr>
          <p:nvPr/>
        </p:nvCxnSpPr>
        <p:spPr>
          <a:xfrm flipH="1">
            <a:off x="5227782" y="5185394"/>
            <a:ext cx="719696" cy="117095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053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1E10-6967-698D-F7C5-3E9C1EFC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9F5177-BBF3-A6C2-1DD7-326F9C962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22568D-357E-83BD-E100-FF1A73735891}"/>
              </a:ext>
            </a:extLst>
          </p:cNvPr>
          <p:cNvSpPr txBox="1"/>
          <p:nvPr/>
        </p:nvSpPr>
        <p:spPr>
          <a:xfrm>
            <a:off x="30760" y="1177825"/>
            <a:ext cx="35768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the checker step is complete, we can assign footprints to the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Because there are different physical sizes of components, we select the physical “footprint” of the component for the PCB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F0786-FBF2-D4E4-E044-4B1E8E3A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13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41DCA06-8247-12A4-D5B2-1FF65431BA23}"/>
              </a:ext>
            </a:extLst>
          </p:cNvPr>
          <p:cNvCxnSpPr>
            <a:cxnSpLocks/>
          </p:cNvCxnSpPr>
          <p:nvPr/>
        </p:nvCxnSpPr>
        <p:spPr>
          <a:xfrm flipV="1">
            <a:off x="4230255" y="4618182"/>
            <a:ext cx="1505527" cy="5726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9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2980-1648-8C89-4ABC-D9D17AA9F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FFA515-F96C-C5BA-8B6E-470C7420D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90A3BE-10C7-4FAB-00E5-7186A0A87723}"/>
              </a:ext>
            </a:extLst>
          </p:cNvPr>
          <p:cNvSpPr txBox="1"/>
          <p:nvPr/>
        </p:nvSpPr>
        <p:spPr>
          <a:xfrm>
            <a:off x="0" y="78697"/>
            <a:ext cx="357686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select components, we first select the “library” the component is in from the lefthand pane.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Then we select the desired footprint from the library in the righthand pane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Components  are below: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3A7148-5282-371F-D061-769CA187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D90258-2C5E-CF46-5BC6-6CF4FD119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302569"/>
              </p:ext>
            </p:extLst>
          </p:nvPr>
        </p:nvGraphicFramePr>
        <p:xfrm>
          <a:off x="15380" y="4958885"/>
          <a:ext cx="3576869" cy="18208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982">
                  <a:extLst>
                    <a:ext uri="{9D8B030D-6E8A-4147-A177-3AD203B41FA5}">
                      <a16:colId xmlns:a16="http://schemas.microsoft.com/office/drawing/2014/main" val="1607505942"/>
                    </a:ext>
                  </a:extLst>
                </a:gridCol>
                <a:gridCol w="1681018">
                  <a:extLst>
                    <a:ext uri="{9D8B030D-6E8A-4147-A177-3AD203B41FA5}">
                      <a16:colId xmlns:a16="http://schemas.microsoft.com/office/drawing/2014/main" val="3676462033"/>
                    </a:ext>
                  </a:extLst>
                </a:gridCol>
                <a:gridCol w="1544869">
                  <a:extLst>
                    <a:ext uri="{9D8B030D-6E8A-4147-A177-3AD203B41FA5}">
                      <a16:colId xmlns:a16="http://schemas.microsoft.com/office/drawing/2014/main" val="949895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Library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Footprint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580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Capacitor_SMD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CP_Elec_8x10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4294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LED_THT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LED_D3.0mm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1972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J1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TerminalBlock_Phoenix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TerminalBlock_Phoenix_MKDS-1, 5-2-5.08_1x02_P5.08mm_Horizontal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1311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R1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Resistor_SMD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R_1812_4532Metric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060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R2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Resistor_SMD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R_1812_4532Metric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0022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32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7777B-D11E-2482-9D50-64D6E486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95E4BF-9155-7D14-004A-0AB4DE03C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A84710-6380-9175-94D3-2A3D2EAECDA4}"/>
              </a:ext>
            </a:extLst>
          </p:cNvPr>
          <p:cNvSpPr txBox="1"/>
          <p:nvPr/>
        </p:nvSpPr>
        <p:spPr>
          <a:xfrm>
            <a:off x="30760" y="1547157"/>
            <a:ext cx="35768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apply a footprint to the component, double click the footprint in the righthand pane.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image depicts the final page of the footprints once everything is assigned.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55435D-9A13-E616-C4A7-4E253AA1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15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4585DFD-0371-A80A-5839-61539609584E}"/>
              </a:ext>
            </a:extLst>
          </p:cNvPr>
          <p:cNvCxnSpPr>
            <a:cxnSpLocks/>
          </p:cNvCxnSpPr>
          <p:nvPr/>
        </p:nvCxnSpPr>
        <p:spPr>
          <a:xfrm flipV="1">
            <a:off x="6345382" y="2290618"/>
            <a:ext cx="1323523" cy="181032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18CD2EF-3F5E-303F-1800-1D881A0E089F}"/>
              </a:ext>
            </a:extLst>
          </p:cNvPr>
          <p:cNvSpPr/>
          <p:nvPr/>
        </p:nvSpPr>
        <p:spPr>
          <a:xfrm>
            <a:off x="7899814" y="1154545"/>
            <a:ext cx="1706004" cy="101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83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CFE18-BC40-6437-35BE-66F6283B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F70439-1665-45FE-D723-711E382B8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B85016-A879-74E9-871F-0B605DAB881F}"/>
              </a:ext>
            </a:extLst>
          </p:cNvPr>
          <p:cNvSpPr txBox="1"/>
          <p:nvPr/>
        </p:nvSpPr>
        <p:spPr>
          <a:xfrm>
            <a:off x="30760" y="2459504"/>
            <a:ext cx="3576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Footprint assignment is complete, we can switch to the PCB Editor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F3460-DB5C-6607-5F20-57DAED36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16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C46F78F-7069-36EC-32B6-1F36488C742B}"/>
              </a:ext>
            </a:extLst>
          </p:cNvPr>
          <p:cNvCxnSpPr>
            <a:cxnSpLocks/>
          </p:cNvCxnSpPr>
          <p:nvPr/>
        </p:nvCxnSpPr>
        <p:spPr>
          <a:xfrm flipV="1">
            <a:off x="4359564" y="1366982"/>
            <a:ext cx="1394690" cy="109252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98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278C7-E352-AD46-EBFE-F86E9167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CFF335-9715-6C56-5B32-9EC5ECC36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18281B-98F0-B364-3AFC-B9D012DADC1E}"/>
              </a:ext>
            </a:extLst>
          </p:cNvPr>
          <p:cNvSpPr txBox="1"/>
          <p:nvPr/>
        </p:nvSpPr>
        <p:spPr>
          <a:xfrm>
            <a:off x="30760" y="1905506"/>
            <a:ext cx="35768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Once in PCB Editor View, we need to import the schematic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Click on the Update PCB from </a:t>
            </a:r>
            <a:r>
              <a:rPr lang="en-US" sz="2400" dirty="0" err="1"/>
              <a:t>Schemtic</a:t>
            </a:r>
            <a:r>
              <a:rPr lang="en-US" sz="2400" dirty="0"/>
              <a:t> icon in the Tools dropdown.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AA7F7-3111-40EC-151B-359D6FED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17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80A9733-7275-4539-8C89-6BB2E38F1648}"/>
              </a:ext>
            </a:extLst>
          </p:cNvPr>
          <p:cNvCxnSpPr>
            <a:cxnSpLocks/>
          </p:cNvCxnSpPr>
          <p:nvPr/>
        </p:nvCxnSpPr>
        <p:spPr>
          <a:xfrm flipV="1">
            <a:off x="4627418" y="748145"/>
            <a:ext cx="1560945" cy="207818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644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366B-D81D-ED0A-44D2-A74447A3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7126ED-D2C9-E0D8-0103-A2F32DD5E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6869" y="617089"/>
            <a:ext cx="8584371" cy="5623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3FF738-6533-2B36-B32E-31057C694FD0}"/>
              </a:ext>
            </a:extLst>
          </p:cNvPr>
          <p:cNvSpPr txBox="1"/>
          <p:nvPr/>
        </p:nvSpPr>
        <p:spPr>
          <a:xfrm>
            <a:off x="0" y="2488837"/>
            <a:ext cx="3576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Click on Update PCB, then Close the dialog window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6A2F8-00E3-F404-5973-084A7151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18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678EDAB-4BC6-BC52-FF1F-6B47E5934197}"/>
              </a:ext>
            </a:extLst>
          </p:cNvPr>
          <p:cNvCxnSpPr>
            <a:cxnSpLocks/>
          </p:cNvCxnSpPr>
          <p:nvPr/>
        </p:nvCxnSpPr>
        <p:spPr>
          <a:xfrm>
            <a:off x="8421255" y="4378036"/>
            <a:ext cx="1560945" cy="146858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64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1B77-B23C-C4C5-1AC3-AAC8723E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7FA1F2-119A-DB76-2693-C78B9320F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3A842-6E3A-E04E-EEAE-E09654DC48ED}"/>
              </a:ext>
            </a:extLst>
          </p:cNvPr>
          <p:cNvSpPr txBox="1"/>
          <p:nvPr/>
        </p:nvSpPr>
        <p:spPr>
          <a:xfrm>
            <a:off x="0" y="2285821"/>
            <a:ext cx="35768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should see a small footprint appear on the screen.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Try to place it centered on the page as shown here.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EF1E9-AB2D-9B5F-16F6-8C07F289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19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35AA4C5-9D43-6BE3-7DFF-CEC92F24934E}"/>
              </a:ext>
            </a:extLst>
          </p:cNvPr>
          <p:cNvCxnSpPr>
            <a:cxnSpLocks/>
          </p:cNvCxnSpPr>
          <p:nvPr/>
        </p:nvCxnSpPr>
        <p:spPr>
          <a:xfrm>
            <a:off x="4627418" y="2826327"/>
            <a:ext cx="1874982" cy="82203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780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244F-2658-F9BA-9DA7-C47778AE5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C61E00-4BBD-9C8F-4CA6-4A2889248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2D1B51-A877-7BA4-3B46-F3C6C1FA7AC1}"/>
              </a:ext>
            </a:extLst>
          </p:cNvPr>
          <p:cNvSpPr txBox="1"/>
          <p:nvPr/>
        </p:nvSpPr>
        <p:spPr>
          <a:xfrm>
            <a:off x="0" y="2285821"/>
            <a:ext cx="35768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Now we need to draw the outline of the actual PCB 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Select </a:t>
            </a:r>
            <a:r>
              <a:rPr lang="en-US" sz="2400" dirty="0" err="1"/>
              <a:t>Edge.Cuts</a:t>
            </a:r>
            <a:r>
              <a:rPr lang="en-US" sz="2400" dirty="0"/>
              <a:t> so we can define where the edge of the PCB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1" u="sng" dirty="0">
                <a:solidFill>
                  <a:srgbClr val="FF0000"/>
                </a:solidFill>
              </a:rPr>
              <a:t>This image is zoomed in to show the footprints more clearly.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225B5C-F8F3-2BA1-2410-D275116C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97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BD15-4168-A552-7FA6-82D706BDC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DF4E84-6800-18B1-6693-5876D5F8C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680DAB-894B-2A14-868A-026B9CD93137}"/>
              </a:ext>
            </a:extLst>
          </p:cNvPr>
          <p:cNvSpPr txBox="1"/>
          <p:nvPr/>
        </p:nvSpPr>
        <p:spPr>
          <a:xfrm>
            <a:off x="30760" y="1105287"/>
            <a:ext cx="357686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Select the rectangle drawing tool and draw a 25.4mm by 25.4 mm rectangle.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components will NOT be aligned to the circuit, but we will fix that next.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u="sng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FF0000"/>
                </a:solidFill>
              </a:rPr>
              <a:t>Note: Do NOT press and hold for the drawing tool. Press and release for the first corner, and do the same for the opposite corner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3E4D46-B683-9147-44AB-D1B97FE5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18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F336-D741-216E-0DCD-2F2AE7B97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25F0CA-0FD4-1A69-4962-CA1CE0933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EAC1EE-D589-7955-42B4-9CE2EB69C1CD}"/>
              </a:ext>
            </a:extLst>
          </p:cNvPr>
          <p:cNvSpPr txBox="1"/>
          <p:nvPr/>
        </p:nvSpPr>
        <p:spPr>
          <a:xfrm>
            <a:off x="0" y="1731823"/>
            <a:ext cx="3576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is an example of what Your rectangle could look like.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u="sng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Note that the dimensions of the rectangle drawn are shown in multiple locations.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96181C-E162-33F4-93AB-8F8DB827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12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5EA2C-1984-5459-67EA-9513D4FF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1C88D7-18FA-4160-E21B-D0B2C6578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622F40-B343-EAC8-5896-382B0C873D3E}"/>
              </a:ext>
            </a:extLst>
          </p:cNvPr>
          <p:cNvSpPr txBox="1"/>
          <p:nvPr/>
        </p:nvSpPr>
        <p:spPr>
          <a:xfrm>
            <a:off x="0" y="951398"/>
            <a:ext cx="357686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 you need to rearrange the footprints of the components so they fit on the rectangle you just drew.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Try to minimize lines crossing, since each crossing indicates another layer for the PCB (More COST!)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Once finished with rearranging components, select the </a:t>
            </a:r>
            <a:r>
              <a:rPr lang="en-US" sz="2000" dirty="0" err="1"/>
              <a:t>F.Cu</a:t>
            </a:r>
            <a:r>
              <a:rPr lang="en-US" sz="2000" dirty="0"/>
              <a:t> layer to edit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i="1" u="sng" dirty="0"/>
              <a:t>Press R to rotate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DD2C2E-3D1E-6512-111C-32107401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75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9597-7C0D-78AA-1C86-99F56838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4E4E81-BC45-C0A3-4C6F-06E2FF66A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4F5C67-1A6C-A305-7116-06479096256C}"/>
              </a:ext>
            </a:extLst>
          </p:cNvPr>
          <p:cNvSpPr txBox="1"/>
          <p:nvPr/>
        </p:nvSpPr>
        <p:spPr>
          <a:xfrm>
            <a:off x="30760" y="2008822"/>
            <a:ext cx="35768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Once all components are placed, and the </a:t>
            </a:r>
            <a:r>
              <a:rPr lang="en-US" sz="2000" dirty="0" err="1"/>
              <a:t>F.Cu</a:t>
            </a:r>
            <a:r>
              <a:rPr lang="en-US" sz="2000" dirty="0"/>
              <a:t> layer is selected, we can draw the traces between the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Click on the Trace icon in the righthand pane to begin drawing traces.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3A7EF-4784-DC20-B1A0-F3E4C060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53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CB72-FA18-9816-BF34-A7E953EA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6F008B-AB76-8D3F-9027-1970A7803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190288-1556-10A5-47EC-104A3E1DC316}"/>
              </a:ext>
            </a:extLst>
          </p:cNvPr>
          <p:cNvSpPr txBox="1"/>
          <p:nvPr/>
        </p:nvSpPr>
        <p:spPr>
          <a:xfrm>
            <a:off x="30760" y="931604"/>
            <a:ext cx="357686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Once all components are placed, and the </a:t>
            </a:r>
            <a:r>
              <a:rPr lang="en-US" sz="2000" dirty="0" err="1"/>
              <a:t>F.Cu</a:t>
            </a:r>
            <a:r>
              <a:rPr lang="en-US" sz="2000" dirty="0"/>
              <a:t> layer is selected, we can draw the traces between the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Click on the Trace icon in the righthand pane to begin drawing traces.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</a:t>
            </a:r>
            <a:r>
              <a:rPr lang="en-US" sz="2000" b="1" dirty="0">
                <a:solidFill>
                  <a:srgbClr val="FF0000"/>
                </a:solidFill>
              </a:rPr>
              <a:t> NOT </a:t>
            </a:r>
            <a:r>
              <a:rPr lang="en-US" sz="2000" dirty="0"/>
              <a:t>connect any of the Ground/GND traces. They will connect to a ground layer on the opposite side of the PCB.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7C311-448D-8CEE-1A84-219F4195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36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B38B2-3862-C894-F62F-C6B52B4B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3B2C66-C3F7-9E2A-B63A-151A1E08B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F84FA3-0F48-8CD6-13A5-44930A2D0D35}"/>
              </a:ext>
            </a:extLst>
          </p:cNvPr>
          <p:cNvSpPr txBox="1"/>
          <p:nvPr/>
        </p:nvSpPr>
        <p:spPr>
          <a:xfrm>
            <a:off x="30760" y="2305615"/>
            <a:ext cx="35768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an example of what your final traces could look like.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Note that the GND connections are not connected.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2205B2-5EFD-7F6C-AAFD-C2B0166E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3050-722A-7EB8-9789-9F7A1F1E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074CCA-87D2-DF7D-9A1F-9DAABFA94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CAFFC0-C1B3-D7D7-19A7-4621571797EE}"/>
              </a:ext>
            </a:extLst>
          </p:cNvPr>
          <p:cNvSpPr txBox="1"/>
          <p:nvPr/>
        </p:nvSpPr>
        <p:spPr>
          <a:xfrm>
            <a:off x="30760" y="1854933"/>
            <a:ext cx="357686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 we need to complete the Ground Layer.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Since most components are SMD in this layout, the ground plane will also be </a:t>
            </a:r>
            <a:r>
              <a:rPr lang="en-US" sz="2000" b="1" u="sng" dirty="0" err="1"/>
              <a:t>F.Cu</a:t>
            </a:r>
            <a:endParaRPr lang="en-US" sz="20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Begin by clicking on Add Filled zone under the Place Dropdown menu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6713D2-A57F-14F9-2D3E-4EB0F449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27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6D90304-D389-5930-1669-D0170BF6FF9D}"/>
              </a:ext>
            </a:extLst>
          </p:cNvPr>
          <p:cNvCxnSpPr>
            <a:cxnSpLocks/>
          </p:cNvCxnSpPr>
          <p:nvPr/>
        </p:nvCxnSpPr>
        <p:spPr>
          <a:xfrm flipH="1" flipV="1">
            <a:off x="5190836" y="1403927"/>
            <a:ext cx="1921164" cy="168101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EC5956-EE26-E0BD-8CE7-EC10976519A4}"/>
              </a:ext>
            </a:extLst>
          </p:cNvPr>
          <p:cNvCxnSpPr>
            <a:cxnSpLocks/>
          </p:cNvCxnSpPr>
          <p:nvPr/>
        </p:nvCxnSpPr>
        <p:spPr>
          <a:xfrm flipH="1" flipV="1">
            <a:off x="4978400" y="489527"/>
            <a:ext cx="748145" cy="59112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529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F54B-F1AA-93C2-FDD2-FA2052F7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27815A-01C8-9CC2-BD2E-E23E44474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9C896B-8B54-B61A-F258-A8CABD88B309}"/>
              </a:ext>
            </a:extLst>
          </p:cNvPr>
          <p:cNvSpPr txBox="1"/>
          <p:nvPr/>
        </p:nvSpPr>
        <p:spPr>
          <a:xfrm>
            <a:off x="30760" y="2624375"/>
            <a:ext cx="35768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Click a corner of the PCB rectangle.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dialog window should pop up.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5D77C5-3FE9-55B1-60E0-4D399F3A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38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FEB9-25D3-95F9-363C-1AD24AC5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F04CA4-2D8E-D114-5E1E-E1713EFB9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9BAFFA-4295-1547-9F5F-5FEE7873A22A}"/>
              </a:ext>
            </a:extLst>
          </p:cNvPr>
          <p:cNvSpPr txBox="1"/>
          <p:nvPr/>
        </p:nvSpPr>
        <p:spPr>
          <a:xfrm>
            <a:off x="30760" y="3075057"/>
            <a:ext cx="357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Click on GND and ensure the </a:t>
            </a:r>
            <a:r>
              <a:rPr lang="en-US" sz="2000" dirty="0" err="1"/>
              <a:t>F.Cu</a:t>
            </a:r>
            <a:r>
              <a:rPr lang="en-US" sz="2000" dirty="0"/>
              <a:t> layer is selected.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1F407-4594-6C97-DB5F-CEE8E88D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16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2781-1AE1-80D4-D6D0-4344209B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1D6CC6-FD5F-5203-51C7-BE62608A5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F9369C-07DC-AA6E-F214-8DD2BE6D0FDE}"/>
              </a:ext>
            </a:extLst>
          </p:cNvPr>
          <p:cNvSpPr txBox="1"/>
          <p:nvPr/>
        </p:nvSpPr>
        <p:spPr>
          <a:xfrm>
            <a:off x="30760" y="1701045"/>
            <a:ext cx="357686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Now, starting from the corner where you clicked initially, you will draw a line to the other corners, returning to the original corner.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image shows 3 corners selected, partially through the process for additional guidance.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E4052B-0038-1B8F-CA7D-1B70BE32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86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ADF2B-EA0A-0D51-67E4-B538FAB9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19C093-9181-AB3D-5508-7E612803E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8212A-A208-4F04-5230-9A1AD5A96E91}"/>
              </a:ext>
            </a:extLst>
          </p:cNvPr>
          <p:cNvSpPr txBox="1"/>
          <p:nvPr/>
        </p:nvSpPr>
        <p:spPr>
          <a:xfrm>
            <a:off x="30760" y="2921168"/>
            <a:ext cx="35768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what the PCB page will look like once you are done.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71577F-D496-C34E-531B-0F4BAAD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70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4134-0DDE-1285-1CAE-642A2733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B45309-1309-9D86-BDA2-38554DCBC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C20431-1FA2-D698-BA98-C3A1A63B1607}"/>
              </a:ext>
            </a:extLst>
          </p:cNvPr>
          <p:cNvSpPr txBox="1"/>
          <p:nvPr/>
        </p:nvSpPr>
        <p:spPr>
          <a:xfrm>
            <a:off x="30760" y="2778263"/>
            <a:ext cx="3576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Now, to fill all the zones in, we select the Fill All Zones icon under the ‘Edit’ dropdown menu.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5E407-666C-D5BF-675F-35D6FB7B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32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1D337DB-2175-E3CB-7BEF-6FAE5A088FD3}"/>
              </a:ext>
            </a:extLst>
          </p:cNvPr>
          <p:cNvCxnSpPr>
            <a:cxnSpLocks/>
          </p:cNvCxnSpPr>
          <p:nvPr/>
        </p:nvCxnSpPr>
        <p:spPr>
          <a:xfrm flipH="1" flipV="1">
            <a:off x="4174836" y="480291"/>
            <a:ext cx="1764146" cy="16902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77246E-9066-A5DE-17EB-FF07F6573F2E}"/>
              </a:ext>
            </a:extLst>
          </p:cNvPr>
          <p:cNvCxnSpPr>
            <a:cxnSpLocks/>
          </p:cNvCxnSpPr>
          <p:nvPr/>
        </p:nvCxnSpPr>
        <p:spPr>
          <a:xfrm flipH="1">
            <a:off x="4405745" y="3749964"/>
            <a:ext cx="2004291" cy="1200727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092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EA847-32DF-7C06-309F-D0FD7341E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3199F2-1204-7379-7AF8-D460894AD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8F8BB0-8358-40F2-755B-A4474A2D3A46}"/>
              </a:ext>
            </a:extLst>
          </p:cNvPr>
          <p:cNvSpPr txBox="1"/>
          <p:nvPr/>
        </p:nvSpPr>
        <p:spPr>
          <a:xfrm>
            <a:off x="30760" y="2778263"/>
            <a:ext cx="35768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what your PCB should look like at this stage.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78EA00-60B5-D2B4-A46B-89F46683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14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DC609-C475-2D50-6445-6BD50D3F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8318A1-9C76-0435-FF2F-5A7F4EEA3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FA75EF-0EBE-D973-8459-994DCDE2B0D0}"/>
              </a:ext>
            </a:extLst>
          </p:cNvPr>
          <p:cNvSpPr txBox="1"/>
          <p:nvPr/>
        </p:nvSpPr>
        <p:spPr>
          <a:xfrm>
            <a:off x="30760" y="3075057"/>
            <a:ext cx="357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Now, we can view the Finished PCB in 3D.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195363-8B85-D537-C4CC-AF7EF6AD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34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5460CA-2C6E-41B4-1A09-924DFCB400B5}"/>
              </a:ext>
            </a:extLst>
          </p:cNvPr>
          <p:cNvCxnSpPr>
            <a:cxnSpLocks/>
          </p:cNvCxnSpPr>
          <p:nvPr/>
        </p:nvCxnSpPr>
        <p:spPr>
          <a:xfrm flipH="1" flipV="1">
            <a:off x="5089236" y="1385455"/>
            <a:ext cx="1570182" cy="179185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1F9844-710C-7C7C-3BC7-691A33582B2A}"/>
              </a:ext>
            </a:extLst>
          </p:cNvPr>
          <p:cNvCxnSpPr>
            <a:cxnSpLocks/>
          </p:cNvCxnSpPr>
          <p:nvPr/>
        </p:nvCxnSpPr>
        <p:spPr>
          <a:xfrm flipH="1" flipV="1">
            <a:off x="4627418" y="517236"/>
            <a:ext cx="1293091" cy="868219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190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0C5D0-0D2E-7F0D-4877-C23A600F4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A9EFBC-7145-A66F-F648-AD8F11A67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7629" y="0"/>
            <a:ext cx="8584371" cy="68799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108C23-AF11-6A9B-9700-C6B21A4CDA02}"/>
              </a:ext>
            </a:extLst>
          </p:cNvPr>
          <p:cNvSpPr txBox="1"/>
          <p:nvPr/>
        </p:nvSpPr>
        <p:spPr>
          <a:xfrm>
            <a:off x="30760" y="2624375"/>
            <a:ext cx="35768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is the finished product for this lab.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Ask the TA to check you off once you get to this stage.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67ED9-A749-34D1-872B-60C2E97B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61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CA2-2CE7-8395-C4A8-BDDB0F69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0C7D020-AFA6-F1EF-9A7D-DB6D78708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5004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08765-5966-5FF1-D73C-2467B35A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FFD2-C303-4558-8A91-21E4FFE96F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2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0E479A79AAD4B80921108E42487A0" ma:contentTypeVersion="10" ma:contentTypeDescription="Create a new document." ma:contentTypeScope="" ma:versionID="c6ece11fce9fa7b32c4634d1cddf768e">
  <xsd:schema xmlns:xsd="http://www.w3.org/2001/XMLSchema" xmlns:xs="http://www.w3.org/2001/XMLSchema" xmlns:p="http://schemas.microsoft.com/office/2006/metadata/properties" xmlns:ns2="5cbc66a0-97b5-4cdd-9c46-5a549fa9b22e" xmlns:ns3="4c113bec-62ae-4245-8025-d279f49e1c46" targetNamespace="http://schemas.microsoft.com/office/2006/metadata/properties" ma:root="true" ma:fieldsID="d7857bd8dba2a8089156190f843c0b41" ns2:_="" ns3:_="">
    <xsd:import namespace="5cbc66a0-97b5-4cdd-9c46-5a549fa9b22e"/>
    <xsd:import namespace="4c113bec-62ae-4245-8025-d279f49e1c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c66a0-97b5-4cdd-9c46-5a549fa9b2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13bec-62ae-4245-8025-d279f49e1c4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9BB3C2-3F31-4871-8F1C-DD6A2E8947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3DB6BD-308E-4E02-8228-5E38EAD4698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52708bc-3948-474c-9052-e7c620691f20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2FD111C-A79B-4DBC-BFA0-2204241DB6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bc66a0-97b5-4cdd-9c46-5a549fa9b22e"/>
    <ds:schemaRef ds:uri="4c113bec-62ae-4245-8025-d279f49e1c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1157</Words>
  <Application>Microsoft Macintosh PowerPoint</Application>
  <PresentationFormat>Widescreen</PresentationFormat>
  <Paragraphs>170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Introduction to KiCAD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KiCAD</dc:title>
  <dc:creator>Vaught, Jacob</dc:creator>
  <cp:lastModifiedBy>Vaught, JC</cp:lastModifiedBy>
  <cp:revision>2</cp:revision>
  <dcterms:created xsi:type="dcterms:W3CDTF">2024-02-17T18:18:39Z</dcterms:created>
  <dcterms:modified xsi:type="dcterms:W3CDTF">2025-01-03T02:00:57Z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0x0101001860E479A79AAD4B80921108E42487A0</vt:lpwstr>
  </property>
</Properties>
</file>