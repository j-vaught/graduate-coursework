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3CCE-5157-05AD-5865-4B563998E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5E706-9FA8-4EEC-6F36-795BE1D4F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B9500-6C48-2095-D5DE-0AA0BCE7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76C3B-54D4-9EF9-EE70-BFEB0E44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F2C3-4F85-896D-67C5-CB2C6853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6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DB01-C22C-C326-B651-4AB2D5BD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D611B-90F0-32D8-3DC1-5995F1166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33EA4-FCC5-9D92-9A5A-093CBC08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0FAC8-3AAF-7102-B606-3B894A41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BCA71-2B06-F72E-314F-54BC5B2D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2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9BEA-A44E-E5FE-BDE5-F0A019C1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2E74F-44E0-2855-3206-96250F29E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5B3DC-AD2A-0A01-967A-83D2EA34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ADCE-9FB8-5FFB-2981-CEBEF444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DE297-BD4C-5644-820B-B952A6B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6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4B26-1B25-E1A7-577E-BAB3DB25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4639-7592-49C3-43D7-424002841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291CF-1962-1751-1666-B1A036AF2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B52BF-C7B4-1DCC-BBB3-2FD026BE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8AC66-303B-6DE5-F88F-82669FCF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25251-F908-FA69-4802-F9D31D4E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6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2F73-F525-CAF0-C1AE-2152E6D8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8185E-BEC4-ADA7-E0DA-B6DF07CDC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DDD3B-2C28-8AFB-2AC7-20A5DACB3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2277F-28D9-81C8-260E-E00E79906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DF511-A725-7E22-8188-118CFE5BA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AE444-578D-7934-2D08-BC6B402A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F1EF9-4476-4CE4-8934-53A1BD72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E40031-1E0F-9393-BEC2-7F9F038B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2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1EF-B403-F306-A469-F8DCC177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84E42-2FE3-E05D-432E-C1C6ACFE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16AE6-CA7C-EAFA-0ED3-42BBA7D2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3738C-5BB6-584A-5185-EFEE15E3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CFC18-D216-6C2E-77C0-B6E9B7F1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2F0D1-1BFD-EE7C-3032-A2405C05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DEED6-9742-74D1-9167-F720716F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5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D791-B5A5-8714-2669-4CDF3A7A0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EC74-F2A7-006A-1220-2698F662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9980D-DDFF-D5AF-D634-F8DD466E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F3E66-109D-6532-B961-13F747DF5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BCE59-D5DE-E37D-9C9A-F3535737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454D-3E42-159C-852A-261042BF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0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46E0-9114-B704-32D3-A170DB79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16D25-55DA-62E2-B16F-D5DAAC8E2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F4CB7-8184-9156-97E7-6F960948C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972B4-4872-6FC0-EBB6-FEEB80F75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C9ED5-4ACC-A4BA-44C1-991A302D6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B0FFF-0FEE-5888-B2BD-7A564C00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6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CB5B-76EF-627D-F64B-61EFC6CA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320F6-A945-D180-67C0-6FD8665F8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A9854-9C3C-F5C0-C689-D74B73CC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3A4EC-F956-1C67-FE46-6A5D110D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16F70-BED8-6BA4-B209-44367080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0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3E98E-B7A8-E517-330C-D3BDC0D2B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F5575-85FE-AC86-AF16-ACAAE1B4C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6C7E7-9266-EABF-115C-AA517DB9F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4B2EB-0FCD-3440-AEA7-C03A19A9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8D8B0-7312-1D57-BC6B-8DC14A52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7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ED5B9-634E-FA3E-A675-F701C8A5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53B16-EAA7-5856-412C-C6467B87A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DA728-7E24-24E6-B474-E87F818EC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C375-7EBA-4633-97ED-0904FBFF651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A8C1B-CBC3-BAD2-E3EB-821687D23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4C2D-CFAE-A76C-FC81-5FC249676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28306-0647-4293-8DB7-B3920EB4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0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D95745-98A3-A9B7-886E-0758BBCEF8F3}"/>
              </a:ext>
            </a:extLst>
          </p:cNvPr>
          <p:cNvSpPr/>
          <p:nvPr/>
        </p:nvSpPr>
        <p:spPr>
          <a:xfrm>
            <a:off x="1662023" y="1698266"/>
            <a:ext cx="436275" cy="44297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537149-FCB3-8E12-16CC-1B0D4CC3EED1}"/>
              </a:ext>
            </a:extLst>
          </p:cNvPr>
          <p:cNvSpPr/>
          <p:nvPr/>
        </p:nvSpPr>
        <p:spPr>
          <a:xfrm>
            <a:off x="10093701" y="1698266"/>
            <a:ext cx="436275" cy="4429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DE5C61-771A-2BDB-C682-531367367203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1880161" y="987038"/>
            <a:ext cx="210706" cy="71122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F67BB1-FC1C-8694-B2EF-9F9ACFDB881D}"/>
              </a:ext>
            </a:extLst>
          </p:cNvPr>
          <p:cNvSpPr/>
          <p:nvPr/>
        </p:nvSpPr>
        <p:spPr>
          <a:xfrm>
            <a:off x="1038444" y="253793"/>
            <a:ext cx="2104845" cy="7332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NRF24 Module with new antenna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C3F230-502E-DECC-67B9-83C9C5D4FFB7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10086270" y="987038"/>
            <a:ext cx="225569" cy="71122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B4C597-9BB5-AE8A-9441-3C8ABF3EC9B8}"/>
              </a:ext>
            </a:extLst>
          </p:cNvPr>
          <p:cNvSpPr/>
          <p:nvPr/>
        </p:nvSpPr>
        <p:spPr>
          <a:xfrm>
            <a:off x="9033847" y="253793"/>
            <a:ext cx="2104845" cy="7332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Unmodified NRF24 Module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F00FCA-7E61-055A-E7DC-AB4082189EC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098298" y="1919754"/>
            <a:ext cx="7995403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3FCBCF-D4A3-59E1-CA51-987A394AE415}"/>
              </a:ext>
            </a:extLst>
          </p:cNvPr>
          <p:cNvSpPr txBox="1"/>
          <p:nvPr/>
        </p:nvSpPr>
        <p:spPr>
          <a:xfrm>
            <a:off x="5306862" y="1513600"/>
            <a:ext cx="18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Fixed Distance #2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8A035C-816E-E4B7-269D-E511A57FA365}"/>
              </a:ext>
            </a:extLst>
          </p:cNvPr>
          <p:cNvSpPr/>
          <p:nvPr/>
        </p:nvSpPr>
        <p:spPr>
          <a:xfrm>
            <a:off x="3263188" y="3725538"/>
            <a:ext cx="436275" cy="44297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26C9CC-AA86-58AA-FE0B-1CD9F01F1561}"/>
              </a:ext>
            </a:extLst>
          </p:cNvPr>
          <p:cNvSpPr/>
          <p:nvPr/>
        </p:nvSpPr>
        <p:spPr>
          <a:xfrm>
            <a:off x="8475284" y="3725538"/>
            <a:ext cx="436275" cy="4429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49F77D-E538-314E-F5F5-413EE5635251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 flipH="1">
            <a:off x="3481326" y="2982799"/>
            <a:ext cx="238987" cy="74273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7CD991-10EA-AA1B-788F-BFC2CBF425A4}"/>
              </a:ext>
            </a:extLst>
          </p:cNvPr>
          <p:cNvSpPr/>
          <p:nvPr/>
        </p:nvSpPr>
        <p:spPr>
          <a:xfrm>
            <a:off x="2667890" y="2249554"/>
            <a:ext cx="2104845" cy="7332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NRF24 Module with new antenna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555652-592A-82FC-7DB9-D7C4369F60D5}"/>
              </a:ext>
            </a:extLst>
          </p:cNvPr>
          <p:cNvCxnSpPr>
            <a:cxnSpLocks/>
            <a:stCxn id="26" idx="2"/>
            <a:endCxn id="22" idx="0"/>
          </p:cNvCxnSpPr>
          <p:nvPr/>
        </p:nvCxnSpPr>
        <p:spPr>
          <a:xfrm>
            <a:off x="8496134" y="2982799"/>
            <a:ext cx="197288" cy="74273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1E216B-0EC2-3AF2-9B2F-14729215E8BC}"/>
              </a:ext>
            </a:extLst>
          </p:cNvPr>
          <p:cNvSpPr/>
          <p:nvPr/>
        </p:nvSpPr>
        <p:spPr>
          <a:xfrm>
            <a:off x="7443711" y="2249554"/>
            <a:ext cx="2104845" cy="7332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Unmodified NRF24 Module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ADC5D0-08BB-FBC0-0BF5-AB6409A6B20F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3699463" y="3947026"/>
            <a:ext cx="4775821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42F8F46-9B93-DB5A-061B-1C200485D309}"/>
              </a:ext>
            </a:extLst>
          </p:cNvPr>
          <p:cNvSpPr txBox="1"/>
          <p:nvPr/>
        </p:nvSpPr>
        <p:spPr>
          <a:xfrm>
            <a:off x="5249826" y="3540872"/>
            <a:ext cx="18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Fixed Distance #2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ABF89DC-7673-FC60-3D46-8CA7C7D68E04}"/>
              </a:ext>
            </a:extLst>
          </p:cNvPr>
          <p:cNvSpPr/>
          <p:nvPr/>
        </p:nvSpPr>
        <p:spPr>
          <a:xfrm>
            <a:off x="4167643" y="6145264"/>
            <a:ext cx="436275" cy="44297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C1366D2-835F-58EC-DF34-229322CE6182}"/>
              </a:ext>
            </a:extLst>
          </p:cNvPr>
          <p:cNvSpPr/>
          <p:nvPr/>
        </p:nvSpPr>
        <p:spPr>
          <a:xfrm>
            <a:off x="7516433" y="6145264"/>
            <a:ext cx="436275" cy="4429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72B91C-AED9-0534-85EB-15C60319E11D}"/>
              </a:ext>
            </a:extLst>
          </p:cNvPr>
          <p:cNvCxnSpPr>
            <a:cxnSpLocks/>
            <a:stCxn id="35" idx="2"/>
            <a:endCxn id="32" idx="0"/>
          </p:cNvCxnSpPr>
          <p:nvPr/>
        </p:nvCxnSpPr>
        <p:spPr>
          <a:xfrm flipH="1">
            <a:off x="4385781" y="5337161"/>
            <a:ext cx="149847" cy="80810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48FCB77-50A8-489E-3638-245F6E858D90}"/>
              </a:ext>
            </a:extLst>
          </p:cNvPr>
          <p:cNvSpPr/>
          <p:nvPr/>
        </p:nvSpPr>
        <p:spPr>
          <a:xfrm>
            <a:off x="3483205" y="4603916"/>
            <a:ext cx="2104845" cy="7332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NRF24 Module with new antenna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2C6EE0-EDBE-EF39-83AB-B0160E10CAFE}"/>
              </a:ext>
            </a:extLst>
          </p:cNvPr>
          <p:cNvCxnSpPr>
            <a:cxnSpLocks/>
            <a:stCxn id="37" idx="2"/>
            <a:endCxn id="33" idx="0"/>
          </p:cNvCxnSpPr>
          <p:nvPr/>
        </p:nvCxnSpPr>
        <p:spPr>
          <a:xfrm>
            <a:off x="7448143" y="5337161"/>
            <a:ext cx="286428" cy="80810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C6FA9F-9A2A-D2E8-7E25-302779E64FE0}"/>
              </a:ext>
            </a:extLst>
          </p:cNvPr>
          <p:cNvSpPr/>
          <p:nvPr/>
        </p:nvSpPr>
        <p:spPr>
          <a:xfrm>
            <a:off x="6395720" y="4603916"/>
            <a:ext cx="2104845" cy="7332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Unmodified NRF24 Module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97635B-FD25-EB25-F1F1-19466E2C69F9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4603918" y="6366752"/>
            <a:ext cx="2912515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8EBC286-1FCD-C6BE-19BC-48C1203C8964}"/>
              </a:ext>
            </a:extLst>
          </p:cNvPr>
          <p:cNvSpPr txBox="1"/>
          <p:nvPr/>
        </p:nvSpPr>
        <p:spPr>
          <a:xfrm>
            <a:off x="5385855" y="5960598"/>
            <a:ext cx="18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Fixed Distance #3</a:t>
            </a:r>
          </a:p>
        </p:txBody>
      </p:sp>
    </p:spTree>
    <p:extLst>
      <p:ext uri="{BB962C8B-B14F-4D97-AF65-F5344CB8AC3E}">
        <p14:creationId xmlns:p14="http://schemas.microsoft.com/office/powerpoint/2010/main" val="274428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8" ma:contentTypeDescription="Create a new document." ma:contentTypeScope="" ma:versionID="f70d58e8bb7b566b8999b858925f1118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1d51f28b925c538c9f3c4539f9f14034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638313-1e11-4999-9038-bfa2141b3777" xsi:nil="true"/>
  </documentManagement>
</p:properties>
</file>

<file path=customXml/itemProps1.xml><?xml version="1.0" encoding="utf-8"?>
<ds:datastoreItem xmlns:ds="http://schemas.openxmlformats.org/officeDocument/2006/customXml" ds:itemID="{0FB71C82-5D2E-4FAD-83F2-E47EF7BAFD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F54C9F-DBB1-4F43-88C2-D99ECD673B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BFB003-69D8-475E-A18D-17E0A94E7185}">
  <ds:schemaRefs>
    <ds:schemaRef ds:uri="http://schemas.openxmlformats.org/package/2006/metadata/core-properties"/>
    <ds:schemaRef ds:uri="http://schemas.microsoft.com/office/2006/documentManagement/types"/>
    <ds:schemaRef ds:uri="593646a3-f4b2-4797-891f-a58c41aec49e"/>
    <ds:schemaRef ds:uri="http://purl.org/dc/elements/1.1/"/>
    <ds:schemaRef ds:uri="http://schemas.microsoft.com/office/2006/metadata/properties"/>
    <ds:schemaRef ds:uri="27638313-1e11-4999-9038-bfa2141b3777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10702</TotalTime>
  <Words>36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Vaught, Jacob</dc:creator>
  <cp:lastModifiedBy>Vaught, Jacob</cp:lastModifiedBy>
  <cp:revision>1</cp:revision>
  <dcterms:created xsi:type="dcterms:W3CDTF">2024-01-15T16:37:02Z</dcterms:created>
  <dcterms:modified xsi:type="dcterms:W3CDTF">2024-01-23T02:59:50Z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