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3" r:id="rId7"/>
    <p:sldId id="260" r:id="rId8"/>
    <p:sldId id="261" r:id="rId9"/>
    <p:sldId id="262" r:id="rId10"/>
    <p:sldId id="266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A4E3"/>
    <a:srgbClr val="FFFF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AE251A-D4C2-4761-9344-A9DCC2F68C41}" v="304" dt="2024-03-11T02:44:01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59AE251A-D4C2-4761-9344-A9DCC2F68C41}"/>
    <pc:docChg chg="undo redo custSel addSld delSld modSld">
      <pc:chgData name="Vaught, Jacob" userId="3948bc58-7b81-44a4-9cf0-22ebac0213b4" providerId="ADAL" clId="{59AE251A-D4C2-4761-9344-A9DCC2F68C41}" dt="2024-03-11T02:50:19.292" v="1789" actId="20577"/>
      <pc:docMkLst>
        <pc:docMk/>
      </pc:docMkLst>
      <pc:sldChg chg="modSp mod">
        <pc:chgData name="Vaught, Jacob" userId="3948bc58-7b81-44a4-9cf0-22ebac0213b4" providerId="ADAL" clId="{59AE251A-D4C2-4761-9344-A9DCC2F68C41}" dt="2024-03-09T23:50:51.915" v="621" actId="1076"/>
        <pc:sldMkLst>
          <pc:docMk/>
          <pc:sldMk cId="3861757616" sldId="258"/>
        </pc:sldMkLst>
        <pc:spChg chg="mod">
          <ac:chgData name="Vaught, Jacob" userId="3948bc58-7b81-44a4-9cf0-22ebac0213b4" providerId="ADAL" clId="{59AE251A-D4C2-4761-9344-A9DCC2F68C41}" dt="2024-03-09T23:50:51.915" v="621" actId="1076"/>
          <ac:spMkLst>
            <pc:docMk/>
            <pc:sldMk cId="3861757616" sldId="258"/>
            <ac:spMk id="15" creationId="{A246A401-9311-5EA1-F479-B759F4D3796A}"/>
          </ac:spMkLst>
        </pc:spChg>
        <pc:spChg chg="mod">
          <ac:chgData name="Vaught, Jacob" userId="3948bc58-7b81-44a4-9cf0-22ebac0213b4" providerId="ADAL" clId="{59AE251A-D4C2-4761-9344-A9DCC2F68C41}" dt="2024-03-09T23:50:45.124" v="619" actId="14100"/>
          <ac:spMkLst>
            <pc:docMk/>
            <pc:sldMk cId="3861757616" sldId="258"/>
            <ac:spMk id="24" creationId="{763D9E25-B939-5052-8EE1-389CDB59E03E}"/>
          </ac:spMkLst>
        </pc:spChg>
        <pc:cxnChg chg="mod">
          <ac:chgData name="Vaught, Jacob" userId="3948bc58-7b81-44a4-9cf0-22ebac0213b4" providerId="ADAL" clId="{59AE251A-D4C2-4761-9344-A9DCC2F68C41}" dt="2024-03-09T23:50:51.915" v="621" actId="1076"/>
          <ac:cxnSpMkLst>
            <pc:docMk/>
            <pc:sldMk cId="3861757616" sldId="258"/>
            <ac:cxnSpMk id="17" creationId="{530FBAC6-03FD-1019-69D6-74768E224892}"/>
          </ac:cxnSpMkLst>
        </pc:cxnChg>
        <pc:cxnChg chg="mod">
          <ac:chgData name="Vaught, Jacob" userId="3948bc58-7b81-44a4-9cf0-22ebac0213b4" providerId="ADAL" clId="{59AE251A-D4C2-4761-9344-A9DCC2F68C41}" dt="2024-03-09T23:50:51.915" v="621" actId="1076"/>
          <ac:cxnSpMkLst>
            <pc:docMk/>
            <pc:sldMk cId="3861757616" sldId="258"/>
            <ac:cxnSpMk id="19" creationId="{71B6F72A-AB03-92D5-45D7-F41B338A75AC}"/>
          </ac:cxnSpMkLst>
        </pc:cxnChg>
        <pc:cxnChg chg="mod">
          <ac:chgData name="Vaught, Jacob" userId="3948bc58-7b81-44a4-9cf0-22ebac0213b4" providerId="ADAL" clId="{59AE251A-D4C2-4761-9344-A9DCC2F68C41}" dt="2024-03-09T23:50:51.915" v="621" actId="1076"/>
          <ac:cxnSpMkLst>
            <pc:docMk/>
            <pc:sldMk cId="3861757616" sldId="258"/>
            <ac:cxnSpMk id="32" creationId="{18A21E21-63DE-EC67-B6EF-80FB8F47CF09}"/>
          </ac:cxnSpMkLst>
        </pc:cxnChg>
      </pc:sldChg>
      <pc:sldChg chg="addSp delSp modSp mod setBg">
        <pc:chgData name="Vaught, Jacob" userId="3948bc58-7b81-44a4-9cf0-22ebac0213b4" providerId="ADAL" clId="{59AE251A-D4C2-4761-9344-A9DCC2F68C41}" dt="2024-03-09T04:15:24.042" v="60" actId="26606"/>
        <pc:sldMkLst>
          <pc:docMk/>
          <pc:sldMk cId="2374803068" sldId="260"/>
        </pc:sldMkLst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2" creationId="{DCFA32B2-34B7-2237-233B-719CAB8121BF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3" creationId="{77BA4618-78D6-16D3-7B8C-FDE4860610DA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4" creationId="{10D75098-F7CF-C534-B5D0-1243D5636E8B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5" creationId="{1EBDDDF5-F0F8-804B-067A-22ACE03B36FC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6" creationId="{A8F3120C-0F3C-FD30-878D-2FB1D946CA81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15" creationId="{48FF275D-3E58-9CDF-5570-B0E7AF3A19A9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21" creationId="{4AC421E4-BD7C-67A0-0887-57B9AA801490}"/>
          </ac:spMkLst>
        </pc:spChg>
        <pc:spChg chg="mod or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23" creationId="{28F5D735-6855-DA5C-16C6-9B7B84FF2B17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34" creationId="{8B9E8B53-F397-DE1E-4F6F-E81085113AC4}"/>
          </ac:spMkLst>
        </pc:spChg>
        <pc:spChg chg="mod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35" creationId="{1C45DA4D-2CD7-4690-FF25-68DE9E66096D}"/>
          </ac:spMkLst>
        </pc:spChg>
        <pc:spChg chg="add del">
          <ac:chgData name="Vaught, Jacob" userId="3948bc58-7b81-44a4-9cf0-22ebac0213b4" providerId="ADAL" clId="{59AE251A-D4C2-4761-9344-A9DCC2F68C41}" dt="2024-03-09T04:15:20.844" v="58" actId="26606"/>
          <ac:spMkLst>
            <pc:docMk/>
            <pc:sldMk cId="2374803068" sldId="260"/>
            <ac:spMk id="40" creationId="{E8A8EAB8-D2FF-444D-B34B-7D32F106AD0E}"/>
          </ac:spMkLst>
        </pc:spChg>
        <pc:spChg chg="add del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46" creationId="{FE43805F-24A6-46A4-B19B-54F28347355C}"/>
          </ac:spMkLst>
        </pc:spChg>
        <pc:spChg chg="add del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47" creationId="{700E0F77-E936-4985-B7B1-B9823486AC33}"/>
          </ac:spMkLst>
        </pc:spChg>
        <pc:spChg chg="add del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48" creationId="{95C8260E-968F-44E8-A823-ABB431311926}"/>
          </ac:spMkLst>
        </pc:spChg>
        <pc:spChg chg="add del">
          <ac:chgData name="Vaught, Jacob" userId="3948bc58-7b81-44a4-9cf0-22ebac0213b4" providerId="ADAL" clId="{59AE251A-D4C2-4761-9344-A9DCC2F68C41}" dt="2024-03-09T04:15:24.042" v="60" actId="26606"/>
          <ac:spMkLst>
            <pc:docMk/>
            <pc:sldMk cId="2374803068" sldId="260"/>
            <ac:spMk id="49" creationId="{2C1BBA94-3F40-40AA-8BB9-E69E25E537C1}"/>
          </ac:spMkLst>
        </pc:spChg>
        <pc:cxnChg chg="add del">
          <ac:chgData name="Vaught, Jacob" userId="3948bc58-7b81-44a4-9cf0-22ebac0213b4" providerId="ADAL" clId="{59AE251A-D4C2-4761-9344-A9DCC2F68C41}" dt="2024-03-09T04:15:20.844" v="58" actId="26606"/>
          <ac:cxnSpMkLst>
            <pc:docMk/>
            <pc:sldMk cId="2374803068" sldId="260"/>
            <ac:cxnSpMk id="42" creationId="{EEA38897-7BA3-4408-8083-3235339C4A60}"/>
          </ac:cxnSpMkLst>
        </pc:cxnChg>
        <pc:cxnChg chg="add del">
          <ac:chgData name="Vaught, Jacob" userId="3948bc58-7b81-44a4-9cf0-22ebac0213b4" providerId="ADAL" clId="{59AE251A-D4C2-4761-9344-A9DCC2F68C41}" dt="2024-03-09T04:15:20.844" v="58" actId="26606"/>
          <ac:cxnSpMkLst>
            <pc:docMk/>
            <pc:sldMk cId="2374803068" sldId="260"/>
            <ac:cxnSpMk id="44" creationId="{F11AD06B-AB20-4097-8606-5DA00DBACE88}"/>
          </ac:cxnSpMkLst>
        </pc:cxnChg>
      </pc:sldChg>
      <pc:sldChg chg="modSp mod">
        <pc:chgData name="Vaught, Jacob" userId="3948bc58-7b81-44a4-9cf0-22ebac0213b4" providerId="ADAL" clId="{59AE251A-D4C2-4761-9344-A9DCC2F68C41}" dt="2024-03-09T00:15:37.256" v="0" actId="14100"/>
        <pc:sldMkLst>
          <pc:docMk/>
          <pc:sldMk cId="2928983756" sldId="261"/>
        </pc:sldMkLst>
        <pc:cxnChg chg="mod">
          <ac:chgData name="Vaught, Jacob" userId="3948bc58-7b81-44a4-9cf0-22ebac0213b4" providerId="ADAL" clId="{59AE251A-D4C2-4761-9344-A9DCC2F68C41}" dt="2024-03-09T00:15:37.256" v="0" actId="14100"/>
          <ac:cxnSpMkLst>
            <pc:docMk/>
            <pc:sldMk cId="2928983756" sldId="261"/>
            <ac:cxnSpMk id="110" creationId="{30349276-4604-48A8-2C46-5CBD17EB3DAA}"/>
          </ac:cxnSpMkLst>
        </pc:cxnChg>
      </pc:sldChg>
      <pc:sldChg chg="modSp add del mod">
        <pc:chgData name="Vaught, Jacob" userId="3948bc58-7b81-44a4-9cf0-22ebac0213b4" providerId="ADAL" clId="{59AE251A-D4C2-4761-9344-A9DCC2F68C41}" dt="2024-03-11T02:24:03.393" v="624" actId="2696"/>
        <pc:sldMkLst>
          <pc:docMk/>
          <pc:sldMk cId="3067944892" sldId="262"/>
        </pc:sldMkLst>
        <pc:spChg chg="mod">
          <ac:chgData name="Vaught, Jacob" userId="3948bc58-7b81-44a4-9cf0-22ebac0213b4" providerId="ADAL" clId="{59AE251A-D4C2-4761-9344-A9DCC2F68C41}" dt="2024-03-09T04:17:33.828" v="68" actId="1582"/>
          <ac:spMkLst>
            <pc:docMk/>
            <pc:sldMk cId="3067944892" sldId="262"/>
            <ac:spMk id="3" creationId="{23C4D579-D3B4-91DE-B8E4-EC61C9F0C50C}"/>
          </ac:spMkLst>
        </pc:spChg>
        <pc:spChg chg="mod">
          <ac:chgData name="Vaught, Jacob" userId="3948bc58-7b81-44a4-9cf0-22ebac0213b4" providerId="ADAL" clId="{59AE251A-D4C2-4761-9344-A9DCC2F68C41}" dt="2024-03-09T04:17:54.496" v="71" actId="113"/>
          <ac:spMkLst>
            <pc:docMk/>
            <pc:sldMk cId="3067944892" sldId="262"/>
            <ac:spMk id="44" creationId="{917B1B61-3039-0160-A56C-4DFD20B1CCA9}"/>
          </ac:spMkLst>
        </pc:spChg>
        <pc:cxnChg chg="mod">
          <ac:chgData name="Vaught, Jacob" userId="3948bc58-7b81-44a4-9cf0-22ebac0213b4" providerId="ADAL" clId="{59AE251A-D4C2-4761-9344-A9DCC2F68C41}" dt="2024-03-09T04:17:40.200" v="69" actId="1076"/>
          <ac:cxnSpMkLst>
            <pc:docMk/>
            <pc:sldMk cId="3067944892" sldId="262"/>
            <ac:cxnSpMk id="41" creationId="{DF8EBE36-266B-BA55-A42D-0FD9445BBBE2}"/>
          </ac:cxnSpMkLst>
        </pc:cxnChg>
        <pc:cxnChg chg="mod">
          <ac:chgData name="Vaught, Jacob" userId="3948bc58-7b81-44a4-9cf0-22ebac0213b4" providerId="ADAL" clId="{59AE251A-D4C2-4761-9344-A9DCC2F68C41}" dt="2024-03-09T04:17:40.200" v="69" actId="1076"/>
          <ac:cxnSpMkLst>
            <pc:docMk/>
            <pc:sldMk cId="3067944892" sldId="262"/>
            <ac:cxnSpMk id="46" creationId="{3C415EE9-F49D-24DD-E47D-C31AB3A99AC0}"/>
          </ac:cxnSpMkLst>
        </pc:cxnChg>
      </pc:sldChg>
      <pc:sldChg chg="addSp delSp modSp mod">
        <pc:chgData name="Vaught, Jacob" userId="3948bc58-7b81-44a4-9cf0-22ebac0213b4" providerId="ADAL" clId="{59AE251A-D4C2-4761-9344-A9DCC2F68C41}" dt="2024-03-09T04:40:05.369" v="607" actId="13822"/>
        <pc:sldMkLst>
          <pc:docMk/>
          <pc:sldMk cId="465631754" sldId="263"/>
        </pc:sldMkLst>
        <pc:spChg chg="add del mod">
          <ac:chgData name="Vaught, Jacob" userId="3948bc58-7b81-44a4-9cf0-22ebac0213b4" providerId="ADAL" clId="{59AE251A-D4C2-4761-9344-A9DCC2F68C41}" dt="2024-03-09T04:20:51.120" v="76" actId="478"/>
          <ac:spMkLst>
            <pc:docMk/>
            <pc:sldMk cId="465631754" sldId="263"/>
            <ac:spMk id="8" creationId="{2E5AA210-C235-FEFF-116D-A1328FAD747D}"/>
          </ac:spMkLst>
        </pc:spChg>
        <pc:spChg chg="add del mod">
          <ac:chgData name="Vaught, Jacob" userId="3948bc58-7b81-44a4-9cf0-22ebac0213b4" providerId="ADAL" clId="{59AE251A-D4C2-4761-9344-A9DCC2F68C41}" dt="2024-03-09T04:20:50.290" v="75" actId="478"/>
          <ac:spMkLst>
            <pc:docMk/>
            <pc:sldMk cId="465631754" sldId="263"/>
            <ac:spMk id="9" creationId="{B9F3B385-F08D-CFD2-46CC-18784B9DD974}"/>
          </ac:spMkLst>
        </pc:spChg>
        <pc:spChg chg="add del mod">
          <ac:chgData name="Vaught, Jacob" userId="3948bc58-7b81-44a4-9cf0-22ebac0213b4" providerId="ADAL" clId="{59AE251A-D4C2-4761-9344-A9DCC2F68C41}" dt="2024-03-09T04:20:52.440" v="77" actId="478"/>
          <ac:spMkLst>
            <pc:docMk/>
            <pc:sldMk cId="465631754" sldId="263"/>
            <ac:spMk id="10" creationId="{C8A35556-573E-4533-2915-0528828AC585}"/>
          </ac:spMkLst>
        </pc:spChg>
        <pc:spChg chg="add mod">
          <ac:chgData name="Vaught, Jacob" userId="3948bc58-7b81-44a4-9cf0-22ebac0213b4" providerId="ADAL" clId="{59AE251A-D4C2-4761-9344-A9DCC2F68C41}" dt="2024-03-09T04:33:12.632" v="521" actId="1076"/>
          <ac:spMkLst>
            <pc:docMk/>
            <pc:sldMk cId="465631754" sldId="263"/>
            <ac:spMk id="17" creationId="{4A463F01-6803-56E8-142A-4F262A681731}"/>
          </ac:spMkLst>
        </pc:spChg>
        <pc:spChg chg="add mod">
          <ac:chgData name="Vaught, Jacob" userId="3948bc58-7b81-44a4-9cf0-22ebac0213b4" providerId="ADAL" clId="{59AE251A-D4C2-4761-9344-A9DCC2F68C41}" dt="2024-03-09T04:33:07.736" v="520" actId="1076"/>
          <ac:spMkLst>
            <pc:docMk/>
            <pc:sldMk cId="465631754" sldId="263"/>
            <ac:spMk id="18" creationId="{09D15303-DCDD-A481-64CE-E9F55ABA3ACF}"/>
          </ac:spMkLst>
        </pc:spChg>
        <pc:spChg chg="add mod">
          <ac:chgData name="Vaught, Jacob" userId="3948bc58-7b81-44a4-9cf0-22ebac0213b4" providerId="ADAL" clId="{59AE251A-D4C2-4761-9344-A9DCC2F68C41}" dt="2024-03-09T04:33:03.582" v="519" actId="1076"/>
          <ac:spMkLst>
            <pc:docMk/>
            <pc:sldMk cId="465631754" sldId="263"/>
            <ac:spMk id="19" creationId="{86B83EC6-1A33-0731-9D1B-61BB2C7363F7}"/>
          </ac:spMkLst>
        </pc:spChg>
        <pc:spChg chg="add mod">
          <ac:chgData name="Vaught, Jacob" userId="3948bc58-7b81-44a4-9cf0-22ebac0213b4" providerId="ADAL" clId="{59AE251A-D4C2-4761-9344-A9DCC2F68C41}" dt="2024-03-09T04:33:58.250" v="531" actId="13822"/>
          <ac:spMkLst>
            <pc:docMk/>
            <pc:sldMk cId="465631754" sldId="263"/>
            <ac:spMk id="23" creationId="{08FB593D-CF7B-B2E2-D044-250C3375185F}"/>
          </ac:spMkLst>
        </pc:spChg>
        <pc:spChg chg="add mod">
          <ac:chgData name="Vaught, Jacob" userId="3948bc58-7b81-44a4-9cf0-22ebac0213b4" providerId="ADAL" clId="{59AE251A-D4C2-4761-9344-A9DCC2F68C41}" dt="2024-03-09T04:33:56.681" v="530" actId="13822"/>
          <ac:spMkLst>
            <pc:docMk/>
            <pc:sldMk cId="465631754" sldId="263"/>
            <ac:spMk id="99" creationId="{E5E9C1DF-7563-2D70-5505-DA73CB560867}"/>
          </ac:spMkLst>
        </pc:spChg>
        <pc:spChg chg="add mod">
          <ac:chgData name="Vaught, Jacob" userId="3948bc58-7b81-44a4-9cf0-22ebac0213b4" providerId="ADAL" clId="{59AE251A-D4C2-4761-9344-A9DCC2F68C41}" dt="2024-03-09T04:39:20.107" v="599" actId="13822"/>
          <ac:spMkLst>
            <pc:docMk/>
            <pc:sldMk cId="465631754" sldId="263"/>
            <ac:spMk id="111" creationId="{4453E358-15B0-2567-D1B0-8D0552AFB05D}"/>
          </ac:spMkLst>
        </pc:spChg>
        <pc:picChg chg="add del mod">
          <ac:chgData name="Vaught, Jacob" userId="3948bc58-7b81-44a4-9cf0-22ebac0213b4" providerId="ADAL" clId="{59AE251A-D4C2-4761-9344-A9DCC2F68C41}" dt="2024-03-09T04:09:33.509" v="6" actId="478"/>
          <ac:picMkLst>
            <pc:docMk/>
            <pc:sldMk cId="465631754" sldId="263"/>
            <ac:picMk id="5" creationId="{701E2151-49F6-2094-D656-F6FD01D0649E}"/>
          </ac:picMkLst>
        </pc:picChg>
        <pc:picChg chg="add del mod modCrop">
          <ac:chgData name="Vaught, Jacob" userId="3948bc58-7b81-44a4-9cf0-22ebac0213b4" providerId="ADAL" clId="{59AE251A-D4C2-4761-9344-A9DCC2F68C41}" dt="2024-03-09T04:20:47.773" v="73" actId="478"/>
          <ac:picMkLst>
            <pc:docMk/>
            <pc:sldMk cId="465631754" sldId="263"/>
            <ac:picMk id="7" creationId="{2FDEAD68-F559-FC99-EFE3-EB83EBEA6FA3}"/>
          </ac:picMkLst>
        </pc:picChg>
        <pc:picChg chg="add del mod">
          <ac:chgData name="Vaught, Jacob" userId="3948bc58-7b81-44a4-9cf0-22ebac0213b4" providerId="ADAL" clId="{59AE251A-D4C2-4761-9344-A9DCC2F68C41}" dt="2024-03-09T04:21:16.883" v="81" actId="478"/>
          <ac:picMkLst>
            <pc:docMk/>
            <pc:sldMk cId="465631754" sldId="263"/>
            <ac:picMk id="14" creationId="{4C5EE121-435E-573F-5365-C6444DE05EBE}"/>
          </ac:picMkLst>
        </pc:picChg>
        <pc:picChg chg="add del mod">
          <ac:chgData name="Vaught, Jacob" userId="3948bc58-7b81-44a4-9cf0-22ebac0213b4" providerId="ADAL" clId="{59AE251A-D4C2-4761-9344-A9DCC2F68C41}" dt="2024-03-09T04:33:22.365" v="522" actId="1076"/>
          <ac:picMkLst>
            <pc:docMk/>
            <pc:sldMk cId="465631754" sldId="263"/>
            <ac:picMk id="16" creationId="{0A842C22-8162-CD58-0A4B-09256CA65B3B}"/>
          </ac:picMkLst>
        </pc:picChg>
        <pc:picChg chg="add mod">
          <ac:chgData name="Vaught, Jacob" userId="3948bc58-7b81-44a4-9cf0-22ebac0213b4" providerId="ADAL" clId="{59AE251A-D4C2-4761-9344-A9DCC2F68C41}" dt="2024-03-09T04:26:18.116" v="248"/>
          <ac:picMkLst>
            <pc:docMk/>
            <pc:sldMk cId="465631754" sldId="263"/>
            <ac:picMk id="56" creationId="{0A842C22-8162-CD58-0A4B-09256CA65B3B}"/>
          </ac:picMkLst>
        </pc:picChg>
        <pc:cxnChg chg="add del">
          <ac:chgData name="Vaught, Jacob" userId="3948bc58-7b81-44a4-9cf0-22ebac0213b4" providerId="ADAL" clId="{59AE251A-D4C2-4761-9344-A9DCC2F68C41}" dt="2024-03-09T04:20:48.852" v="74" actId="478"/>
          <ac:cxnSpMkLst>
            <pc:docMk/>
            <pc:sldMk cId="465631754" sldId="263"/>
            <ac:cxnSpMk id="12" creationId="{30BE5053-2BC2-66FB-0EF8-810DFF50A914}"/>
          </ac:cxnSpMkLst>
        </pc:cxnChg>
        <pc:cxnChg chg="add mod">
          <ac:chgData name="Vaught, Jacob" userId="3948bc58-7b81-44a4-9cf0-22ebac0213b4" providerId="ADAL" clId="{59AE251A-D4C2-4761-9344-A9DCC2F68C41}" dt="2024-03-09T04:34:18.565" v="532" actId="14100"/>
          <ac:cxnSpMkLst>
            <pc:docMk/>
            <pc:sldMk cId="465631754" sldId="263"/>
            <ac:cxnSpMk id="21" creationId="{519CD2B5-147F-F1ED-D88F-32414D98439C}"/>
          </ac:cxnSpMkLst>
        </pc:cxnChg>
        <pc:cxnChg chg="add del mod">
          <ac:chgData name="Vaught, Jacob" userId="3948bc58-7b81-44a4-9cf0-22ebac0213b4" providerId="ADAL" clId="{59AE251A-D4C2-4761-9344-A9DCC2F68C41}" dt="2024-03-09T04:29:23.793" v="301" actId="478"/>
          <ac:cxnSpMkLst>
            <pc:docMk/>
            <pc:sldMk cId="465631754" sldId="263"/>
            <ac:cxnSpMk id="25" creationId="{A3FEA528-815C-2685-E83B-BEB575F701DC}"/>
          </ac:cxnSpMkLst>
        </pc:cxnChg>
        <pc:cxnChg chg="add del mod">
          <ac:chgData name="Vaught, Jacob" userId="3948bc58-7b81-44a4-9cf0-22ebac0213b4" providerId="ADAL" clId="{59AE251A-D4C2-4761-9344-A9DCC2F68C41}" dt="2024-03-09T04:29:23.273" v="300" actId="478"/>
          <ac:cxnSpMkLst>
            <pc:docMk/>
            <pc:sldMk cId="465631754" sldId="263"/>
            <ac:cxnSpMk id="28" creationId="{46D8CEB5-6D41-666B-973A-699DF1DA9365}"/>
          </ac:cxnSpMkLst>
        </pc:cxnChg>
        <pc:cxnChg chg="add del mod">
          <ac:chgData name="Vaught, Jacob" userId="3948bc58-7b81-44a4-9cf0-22ebac0213b4" providerId="ADAL" clId="{59AE251A-D4C2-4761-9344-A9DCC2F68C41}" dt="2024-03-09T04:29:15.094" v="287" actId="478"/>
          <ac:cxnSpMkLst>
            <pc:docMk/>
            <pc:sldMk cId="465631754" sldId="263"/>
            <ac:cxnSpMk id="31" creationId="{E63E361C-C835-F91F-DBE1-DAF52184367D}"/>
          </ac:cxnSpMkLst>
        </pc:cxnChg>
        <pc:cxnChg chg="add del mod">
          <ac:chgData name="Vaught, Jacob" userId="3948bc58-7b81-44a4-9cf0-22ebac0213b4" providerId="ADAL" clId="{59AE251A-D4C2-4761-9344-A9DCC2F68C41}" dt="2024-03-09T04:29:19.382" v="295" actId="478"/>
          <ac:cxnSpMkLst>
            <pc:docMk/>
            <pc:sldMk cId="465631754" sldId="263"/>
            <ac:cxnSpMk id="35" creationId="{88795E1F-AD07-8805-045A-5079EE8CBEBB}"/>
          </ac:cxnSpMkLst>
        </pc:cxnChg>
        <pc:cxnChg chg="add del mod">
          <ac:chgData name="Vaught, Jacob" userId="3948bc58-7b81-44a4-9cf0-22ebac0213b4" providerId="ADAL" clId="{59AE251A-D4C2-4761-9344-A9DCC2F68C41}" dt="2024-03-09T04:29:17.530" v="292" actId="478"/>
          <ac:cxnSpMkLst>
            <pc:docMk/>
            <pc:sldMk cId="465631754" sldId="263"/>
            <ac:cxnSpMk id="38" creationId="{5BFA7651-9F8E-94F9-6947-05ADEAC6579E}"/>
          </ac:cxnSpMkLst>
        </pc:cxnChg>
        <pc:cxnChg chg="add del mod">
          <ac:chgData name="Vaught, Jacob" userId="3948bc58-7b81-44a4-9cf0-22ebac0213b4" providerId="ADAL" clId="{59AE251A-D4C2-4761-9344-A9DCC2F68C41}" dt="2024-03-09T04:29:16.656" v="290" actId="478"/>
          <ac:cxnSpMkLst>
            <pc:docMk/>
            <pc:sldMk cId="465631754" sldId="263"/>
            <ac:cxnSpMk id="49" creationId="{DDFFFD76-4E72-6317-4D32-5CF7C22EB5EB}"/>
          </ac:cxnSpMkLst>
        </pc:cxnChg>
        <pc:cxnChg chg="add del mod">
          <ac:chgData name="Vaught, Jacob" userId="3948bc58-7b81-44a4-9cf0-22ebac0213b4" providerId="ADAL" clId="{59AE251A-D4C2-4761-9344-A9DCC2F68C41}" dt="2024-03-09T04:29:22.694" v="299" actId="478"/>
          <ac:cxnSpMkLst>
            <pc:docMk/>
            <pc:sldMk cId="465631754" sldId="263"/>
            <ac:cxnSpMk id="57" creationId="{E62384AF-6C0C-E4E5-5EB9-D230F33559AF}"/>
          </ac:cxnSpMkLst>
        </pc:cxnChg>
        <pc:cxnChg chg="add del mod">
          <ac:chgData name="Vaught, Jacob" userId="3948bc58-7b81-44a4-9cf0-22ebac0213b4" providerId="ADAL" clId="{59AE251A-D4C2-4761-9344-A9DCC2F68C41}" dt="2024-03-09T04:29:21.648" v="298" actId="478"/>
          <ac:cxnSpMkLst>
            <pc:docMk/>
            <pc:sldMk cId="465631754" sldId="263"/>
            <ac:cxnSpMk id="60" creationId="{572D9251-EEB4-8D09-2969-D67F5476D8D2}"/>
          </ac:cxnSpMkLst>
        </pc:cxnChg>
        <pc:cxnChg chg="add del mod">
          <ac:chgData name="Vaught, Jacob" userId="3948bc58-7b81-44a4-9cf0-22ebac0213b4" providerId="ADAL" clId="{59AE251A-D4C2-4761-9344-A9DCC2F68C41}" dt="2024-03-09T04:29:21.023" v="297" actId="478"/>
          <ac:cxnSpMkLst>
            <pc:docMk/>
            <pc:sldMk cId="465631754" sldId="263"/>
            <ac:cxnSpMk id="63" creationId="{480562A6-11A3-3C0B-223B-82F73B1E9D22}"/>
          </ac:cxnSpMkLst>
        </pc:cxnChg>
        <pc:cxnChg chg="add del mod">
          <ac:chgData name="Vaught, Jacob" userId="3948bc58-7b81-44a4-9cf0-22ebac0213b4" providerId="ADAL" clId="{59AE251A-D4C2-4761-9344-A9DCC2F68C41}" dt="2024-03-09T04:29:18.826" v="294" actId="478"/>
          <ac:cxnSpMkLst>
            <pc:docMk/>
            <pc:sldMk cId="465631754" sldId="263"/>
            <ac:cxnSpMk id="66" creationId="{06EA3567-4C38-72FE-E1FA-FB860C9E0A97}"/>
          </ac:cxnSpMkLst>
        </pc:cxnChg>
        <pc:cxnChg chg="add del mod">
          <ac:chgData name="Vaught, Jacob" userId="3948bc58-7b81-44a4-9cf0-22ebac0213b4" providerId="ADAL" clId="{59AE251A-D4C2-4761-9344-A9DCC2F68C41}" dt="2024-03-09T04:29:17.926" v="293" actId="478"/>
          <ac:cxnSpMkLst>
            <pc:docMk/>
            <pc:sldMk cId="465631754" sldId="263"/>
            <ac:cxnSpMk id="69" creationId="{37E8C781-88D1-9DB2-6256-E939807260D9}"/>
          </ac:cxnSpMkLst>
        </pc:cxnChg>
        <pc:cxnChg chg="add del mod">
          <ac:chgData name="Vaught, Jacob" userId="3948bc58-7b81-44a4-9cf0-22ebac0213b4" providerId="ADAL" clId="{59AE251A-D4C2-4761-9344-A9DCC2F68C41}" dt="2024-03-09T04:29:15.604" v="288" actId="478"/>
          <ac:cxnSpMkLst>
            <pc:docMk/>
            <pc:sldMk cId="465631754" sldId="263"/>
            <ac:cxnSpMk id="72" creationId="{28854338-EE7A-5300-3E3B-E07809A78953}"/>
          </ac:cxnSpMkLst>
        </pc:cxnChg>
        <pc:cxnChg chg="add del mod">
          <ac:chgData name="Vaught, Jacob" userId="3948bc58-7b81-44a4-9cf0-22ebac0213b4" providerId="ADAL" clId="{59AE251A-D4C2-4761-9344-A9DCC2F68C41}" dt="2024-03-09T04:29:16.228" v="289" actId="478"/>
          <ac:cxnSpMkLst>
            <pc:docMk/>
            <pc:sldMk cId="465631754" sldId="263"/>
            <ac:cxnSpMk id="77" creationId="{E4D64F4D-0A85-DEA9-AA6A-02A04697D0E5}"/>
          </ac:cxnSpMkLst>
        </pc:cxnChg>
        <pc:cxnChg chg="add del mod">
          <ac:chgData name="Vaught, Jacob" userId="3948bc58-7b81-44a4-9cf0-22ebac0213b4" providerId="ADAL" clId="{59AE251A-D4C2-4761-9344-A9DCC2F68C41}" dt="2024-03-09T04:29:17.092" v="291" actId="478"/>
          <ac:cxnSpMkLst>
            <pc:docMk/>
            <pc:sldMk cId="465631754" sldId="263"/>
            <ac:cxnSpMk id="81" creationId="{25843CD4-4C6D-F84D-B219-00F2E4DBA9C3}"/>
          </ac:cxnSpMkLst>
        </pc:cxnChg>
        <pc:cxnChg chg="add del mod">
          <ac:chgData name="Vaught, Jacob" userId="3948bc58-7b81-44a4-9cf0-22ebac0213b4" providerId="ADAL" clId="{59AE251A-D4C2-4761-9344-A9DCC2F68C41}" dt="2024-03-09T04:29:24.599" v="302" actId="478"/>
          <ac:cxnSpMkLst>
            <pc:docMk/>
            <pc:sldMk cId="465631754" sldId="263"/>
            <ac:cxnSpMk id="84" creationId="{7182C2F4-3C1F-DA77-12EB-82DA29FB651A}"/>
          </ac:cxnSpMkLst>
        </pc:cxnChg>
        <pc:cxnChg chg="add del mod">
          <ac:chgData name="Vaught, Jacob" userId="3948bc58-7b81-44a4-9cf0-22ebac0213b4" providerId="ADAL" clId="{59AE251A-D4C2-4761-9344-A9DCC2F68C41}" dt="2024-03-09T04:29:20.410" v="296" actId="478"/>
          <ac:cxnSpMkLst>
            <pc:docMk/>
            <pc:sldMk cId="465631754" sldId="263"/>
            <ac:cxnSpMk id="87" creationId="{6EAC19F1-B326-8674-6FDD-92A81818BD53}"/>
          </ac:cxnSpMkLst>
        </pc:cxnChg>
        <pc:cxnChg chg="add del mod">
          <ac:chgData name="Vaught, Jacob" userId="3948bc58-7b81-44a4-9cf0-22ebac0213b4" providerId="ADAL" clId="{59AE251A-D4C2-4761-9344-A9DCC2F68C41}" dt="2024-03-09T04:29:25.754" v="303" actId="478"/>
          <ac:cxnSpMkLst>
            <pc:docMk/>
            <pc:sldMk cId="465631754" sldId="263"/>
            <ac:cxnSpMk id="90" creationId="{52CA06FE-0F4B-6AA1-3390-F9E33E3BEAA0}"/>
          </ac:cxnSpMkLst>
        </pc:cxnChg>
        <pc:cxnChg chg="add mod">
          <ac:chgData name="Vaught, Jacob" userId="3948bc58-7b81-44a4-9cf0-22ebac0213b4" providerId="ADAL" clId="{59AE251A-D4C2-4761-9344-A9DCC2F68C41}" dt="2024-03-09T04:33:31.886" v="525" actId="14100"/>
          <ac:cxnSpMkLst>
            <pc:docMk/>
            <pc:sldMk cId="465631754" sldId="263"/>
            <ac:cxnSpMk id="97" creationId="{39C143F9-6EA0-B894-4A43-F2701B5FE9F3}"/>
          </ac:cxnSpMkLst>
        </pc:cxnChg>
        <pc:cxnChg chg="add mod">
          <ac:chgData name="Vaught, Jacob" userId="3948bc58-7b81-44a4-9cf0-22ebac0213b4" providerId="ADAL" clId="{59AE251A-D4C2-4761-9344-A9DCC2F68C41}" dt="2024-03-09T04:33:47.310" v="528" actId="14100"/>
          <ac:cxnSpMkLst>
            <pc:docMk/>
            <pc:sldMk cId="465631754" sldId="263"/>
            <ac:cxnSpMk id="101" creationId="{AA0EE181-40C8-452A-8D8B-1C149778FC03}"/>
          </ac:cxnSpMkLst>
        </pc:cxnChg>
        <pc:cxnChg chg="add mod">
          <ac:chgData name="Vaught, Jacob" userId="3948bc58-7b81-44a4-9cf0-22ebac0213b4" providerId="ADAL" clId="{59AE251A-D4C2-4761-9344-A9DCC2F68C41}" dt="2024-03-09T04:33:50.993" v="529" actId="14100"/>
          <ac:cxnSpMkLst>
            <pc:docMk/>
            <pc:sldMk cId="465631754" sldId="263"/>
            <ac:cxnSpMk id="102" creationId="{8F53F7EB-322A-F30D-1F07-A0FB94CBCF24}"/>
          </ac:cxnSpMkLst>
        </pc:cxnChg>
        <pc:cxnChg chg="add mod">
          <ac:chgData name="Vaught, Jacob" userId="3948bc58-7b81-44a4-9cf0-22ebac0213b4" providerId="ADAL" clId="{59AE251A-D4C2-4761-9344-A9DCC2F68C41}" dt="2024-03-09T04:39:31.142" v="602" actId="13822"/>
          <ac:cxnSpMkLst>
            <pc:docMk/>
            <pc:sldMk cId="465631754" sldId="263"/>
            <ac:cxnSpMk id="113" creationId="{30D30F77-BCC6-92F9-B4B7-5D5345A68509}"/>
          </ac:cxnSpMkLst>
        </pc:cxnChg>
        <pc:cxnChg chg="add del">
          <ac:chgData name="Vaught, Jacob" userId="3948bc58-7b81-44a4-9cf0-22ebac0213b4" providerId="ADAL" clId="{59AE251A-D4C2-4761-9344-A9DCC2F68C41}" dt="2024-03-09T04:39:41.913" v="604" actId="11529"/>
          <ac:cxnSpMkLst>
            <pc:docMk/>
            <pc:sldMk cId="465631754" sldId="263"/>
            <ac:cxnSpMk id="115" creationId="{DA2D72A4-6D17-0042-AD87-3FD597ED37A3}"/>
          </ac:cxnSpMkLst>
        </pc:cxnChg>
        <pc:cxnChg chg="add mod">
          <ac:chgData name="Vaught, Jacob" userId="3948bc58-7b81-44a4-9cf0-22ebac0213b4" providerId="ADAL" clId="{59AE251A-D4C2-4761-9344-A9DCC2F68C41}" dt="2024-03-09T04:40:05.369" v="607" actId="13822"/>
          <ac:cxnSpMkLst>
            <pc:docMk/>
            <pc:sldMk cId="465631754" sldId="263"/>
            <ac:cxnSpMk id="117" creationId="{DCB68610-946B-FB93-E835-1F55B5C7159F}"/>
          </ac:cxnSpMkLst>
        </pc:cxnChg>
        <pc:cxnChg chg="add mod">
          <ac:chgData name="Vaught, Jacob" userId="3948bc58-7b81-44a4-9cf0-22ebac0213b4" providerId="ADAL" clId="{59AE251A-D4C2-4761-9344-A9DCC2F68C41}" dt="2024-03-09T04:40:05.369" v="607" actId="13822"/>
          <ac:cxnSpMkLst>
            <pc:docMk/>
            <pc:sldMk cId="465631754" sldId="263"/>
            <ac:cxnSpMk id="119" creationId="{D29BBAD0-0CAC-C4D6-C32E-231F38E40939}"/>
          </ac:cxnSpMkLst>
        </pc:cxnChg>
      </pc:sldChg>
      <pc:sldChg chg="new del">
        <pc:chgData name="Vaught, Jacob" userId="3948bc58-7b81-44a4-9cf0-22ebac0213b4" providerId="ADAL" clId="{59AE251A-D4C2-4761-9344-A9DCC2F68C41}" dt="2024-03-11T02:33:12.249" v="870" actId="47"/>
        <pc:sldMkLst>
          <pc:docMk/>
          <pc:sldMk cId="1561402013" sldId="264"/>
        </pc:sldMkLst>
      </pc:sldChg>
      <pc:sldChg chg="addSp delSp modSp add del mod">
        <pc:chgData name="Vaught, Jacob" userId="3948bc58-7b81-44a4-9cf0-22ebac0213b4" providerId="ADAL" clId="{59AE251A-D4C2-4761-9344-A9DCC2F68C41}" dt="2024-03-11T02:34:52.478" v="1092" actId="47"/>
        <pc:sldMkLst>
          <pc:docMk/>
          <pc:sldMk cId="1396139678" sldId="265"/>
        </pc:sldMkLst>
        <pc:spChg chg="add mod">
          <ac:chgData name="Vaught, Jacob" userId="3948bc58-7b81-44a4-9cf0-22ebac0213b4" providerId="ADAL" clId="{59AE251A-D4C2-4761-9344-A9DCC2F68C41}" dt="2024-03-11T02:28:55.853" v="765" actId="1076"/>
          <ac:spMkLst>
            <pc:docMk/>
            <pc:sldMk cId="1396139678" sldId="265"/>
            <ac:spMk id="2" creationId="{5877B842-78C8-B6D3-C703-82FBF7DF3A31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3" creationId="{EFE9C104-97F7-A3C2-4D4F-B4B2F62E43D5}"/>
          </ac:spMkLst>
        </pc:spChg>
        <pc:spChg chg="add mod">
          <ac:chgData name="Vaught, Jacob" userId="3948bc58-7b81-44a4-9cf0-22ebac0213b4" providerId="ADAL" clId="{59AE251A-D4C2-4761-9344-A9DCC2F68C41}" dt="2024-03-11T02:28:55.853" v="765" actId="1076"/>
          <ac:spMkLst>
            <pc:docMk/>
            <pc:sldMk cId="1396139678" sldId="265"/>
            <ac:spMk id="4" creationId="{B073D5A4-715E-9FCB-4A9E-2830CD7CAEE9}"/>
          </ac:spMkLst>
        </pc:spChg>
        <pc:spChg chg="add del mod">
          <ac:chgData name="Vaught, Jacob" userId="3948bc58-7b81-44a4-9cf0-22ebac0213b4" providerId="ADAL" clId="{59AE251A-D4C2-4761-9344-A9DCC2F68C41}" dt="2024-03-11T02:27:38.019" v="739" actId="478"/>
          <ac:spMkLst>
            <pc:docMk/>
            <pc:sldMk cId="1396139678" sldId="265"/>
            <ac:spMk id="24" creationId="{965817E5-D98B-EBE3-0C1F-D8608EF4FB3D}"/>
          </ac:spMkLst>
        </pc:spChg>
        <pc:spChg chg="add mod">
          <ac:chgData name="Vaught, Jacob" userId="3948bc58-7b81-44a4-9cf0-22ebac0213b4" providerId="ADAL" clId="{59AE251A-D4C2-4761-9344-A9DCC2F68C41}" dt="2024-03-11T02:28:55.853" v="765" actId="1076"/>
          <ac:spMkLst>
            <pc:docMk/>
            <pc:sldMk cId="1396139678" sldId="265"/>
            <ac:spMk id="25" creationId="{7FC54514-A297-5C6C-9C27-8C9A3F519B39}"/>
          </ac:spMkLst>
        </pc:spChg>
        <pc:spChg chg="add mod">
          <ac:chgData name="Vaught, Jacob" userId="3948bc58-7b81-44a4-9cf0-22ebac0213b4" providerId="ADAL" clId="{59AE251A-D4C2-4761-9344-A9DCC2F68C41}" dt="2024-03-11T02:28:55.853" v="765" actId="1076"/>
          <ac:spMkLst>
            <pc:docMk/>
            <pc:sldMk cId="1396139678" sldId="265"/>
            <ac:spMk id="26" creationId="{1E4AAB65-EE33-6C4A-EAF1-44DB0EAAB714}"/>
          </ac:spMkLst>
        </pc:spChg>
        <pc:spChg chg="add del mod">
          <ac:chgData name="Vaught, Jacob" userId="3948bc58-7b81-44a4-9cf0-22ebac0213b4" providerId="ADAL" clId="{59AE251A-D4C2-4761-9344-A9DCC2F68C41}" dt="2024-03-11T02:28:48.343" v="764" actId="21"/>
          <ac:spMkLst>
            <pc:docMk/>
            <pc:sldMk cId="1396139678" sldId="265"/>
            <ac:spMk id="27" creationId="{F46DA615-49FB-21F8-A25A-1BFABB20AD34}"/>
          </ac:spMkLst>
        </pc:spChg>
        <pc:spChg chg="add del mod">
          <ac:chgData name="Vaught, Jacob" userId="3948bc58-7b81-44a4-9cf0-22ebac0213b4" providerId="ADAL" clId="{59AE251A-D4C2-4761-9344-A9DCC2F68C41}" dt="2024-03-11T02:28:48.343" v="764" actId="21"/>
          <ac:spMkLst>
            <pc:docMk/>
            <pc:sldMk cId="1396139678" sldId="265"/>
            <ac:spMk id="28" creationId="{D6533061-A8C7-FE4F-BF77-B9F7EEAC7C2B}"/>
          </ac:spMkLst>
        </pc:spChg>
        <pc:spChg chg="add del mod">
          <ac:chgData name="Vaught, Jacob" userId="3948bc58-7b81-44a4-9cf0-22ebac0213b4" providerId="ADAL" clId="{59AE251A-D4C2-4761-9344-A9DCC2F68C41}" dt="2024-03-11T02:28:48.343" v="764" actId="21"/>
          <ac:spMkLst>
            <pc:docMk/>
            <pc:sldMk cId="1396139678" sldId="265"/>
            <ac:spMk id="29" creationId="{510BB242-E5BD-4909-21C2-B76E463402F7}"/>
          </ac:spMkLst>
        </pc:spChg>
        <pc:spChg chg="add del mod">
          <ac:chgData name="Vaught, Jacob" userId="3948bc58-7b81-44a4-9cf0-22ebac0213b4" providerId="ADAL" clId="{59AE251A-D4C2-4761-9344-A9DCC2F68C41}" dt="2024-03-11T02:28:48.343" v="764" actId="21"/>
          <ac:spMkLst>
            <pc:docMk/>
            <pc:sldMk cId="1396139678" sldId="265"/>
            <ac:spMk id="32" creationId="{78A1D73D-AC73-1338-A301-CD1F884D0C60}"/>
          </ac:spMkLst>
        </pc:spChg>
        <pc:spChg chg="add del mod">
          <ac:chgData name="Vaught, Jacob" userId="3948bc58-7b81-44a4-9cf0-22ebac0213b4" providerId="ADAL" clId="{59AE251A-D4C2-4761-9344-A9DCC2F68C41}" dt="2024-03-11T02:28:48.343" v="764" actId="21"/>
          <ac:spMkLst>
            <pc:docMk/>
            <pc:sldMk cId="1396139678" sldId="265"/>
            <ac:spMk id="33" creationId="{9EA89F11-2ADE-FD46-86D9-DF49CAECF252}"/>
          </ac:spMkLst>
        </pc:spChg>
        <pc:spChg chg="mod">
          <ac:chgData name="Vaught, Jacob" userId="3948bc58-7b81-44a4-9cf0-22ebac0213b4" providerId="ADAL" clId="{59AE251A-D4C2-4761-9344-A9DCC2F68C41}" dt="2024-03-11T02:28:55.853" v="765" actId="1076"/>
          <ac:spMkLst>
            <pc:docMk/>
            <pc:sldMk cId="1396139678" sldId="265"/>
            <ac:spMk id="44" creationId="{48CFED33-5E17-1517-2912-A1771573D495}"/>
          </ac:spMkLst>
        </pc:spChg>
        <pc:spChg chg="del">
          <ac:chgData name="Vaught, Jacob" userId="3948bc58-7b81-44a4-9cf0-22ebac0213b4" providerId="ADAL" clId="{59AE251A-D4C2-4761-9344-A9DCC2F68C41}" dt="2024-03-11T02:24:22.155" v="629" actId="478"/>
          <ac:spMkLst>
            <pc:docMk/>
            <pc:sldMk cId="1396139678" sldId="265"/>
            <ac:spMk id="49" creationId="{2B43A7E9-562B-4CCD-762D-7DE54ED46263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53" creationId="{76B6200D-FA75-17CE-B561-D5DACB3C8E90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54" creationId="{1C2F8CDE-E064-F6A3-8FA9-2436B302EC96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57" creationId="{3C4F8E1E-078D-5943-BA9A-9927D09AF2E1}"/>
          </ac:spMkLst>
        </pc:spChg>
        <pc:spChg chg="del">
          <ac:chgData name="Vaught, Jacob" userId="3948bc58-7b81-44a4-9cf0-22ebac0213b4" providerId="ADAL" clId="{59AE251A-D4C2-4761-9344-A9DCC2F68C41}" dt="2024-03-11T02:24:17.151" v="627" actId="478"/>
          <ac:spMkLst>
            <pc:docMk/>
            <pc:sldMk cId="1396139678" sldId="265"/>
            <ac:spMk id="59" creationId="{5F282E0D-5A3B-E339-D8EA-AF8F94443AF4}"/>
          </ac:spMkLst>
        </pc:spChg>
        <pc:spChg chg="del">
          <ac:chgData name="Vaught, Jacob" userId="3948bc58-7b81-44a4-9cf0-22ebac0213b4" providerId="ADAL" clId="{59AE251A-D4C2-4761-9344-A9DCC2F68C41}" dt="2024-03-11T02:24:17.151" v="627" actId="478"/>
          <ac:spMkLst>
            <pc:docMk/>
            <pc:sldMk cId="1396139678" sldId="265"/>
            <ac:spMk id="60" creationId="{1F1C9777-4F6C-FB34-297C-0D167779F4A6}"/>
          </ac:spMkLst>
        </pc:spChg>
        <pc:spChg chg="del mod">
          <ac:chgData name="Vaught, Jacob" userId="3948bc58-7b81-44a4-9cf0-22ebac0213b4" providerId="ADAL" clId="{59AE251A-D4C2-4761-9344-A9DCC2F68C41}" dt="2024-03-11T02:28:23.087" v="758" actId="478"/>
          <ac:spMkLst>
            <pc:docMk/>
            <pc:sldMk cId="1396139678" sldId="265"/>
            <ac:spMk id="61" creationId="{8A42DA0B-B5B3-937D-D8B6-C35CA36ACA70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0" creationId="{097366DE-926F-00D4-E2FB-A989D6F19176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1" creationId="{A5B76829-95AD-3147-5DC3-4FF8C2338C59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2" creationId="{ACFAC805-3868-59B9-5AD7-A2E528D12A62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3" creationId="{19DCC884-E259-220F-0928-1C8C76F53715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4" creationId="{923C7C7D-E278-FA39-3931-625777C97818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5" creationId="{7528CF3B-0A81-8FE1-484B-76B106D15BFC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6" creationId="{0D26F996-2172-8556-F9DC-43A9B825399C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7" creationId="{D972B200-C9DD-6EAE-17B8-EEE1053C8869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8" creationId="{2C07FCFB-311C-0780-ABF7-D6510C4536FC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99" creationId="{B87D0845-3081-AF79-D08D-EC4E66E158B7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0" creationId="{88FDB865-97F5-CF5F-6D3B-63B7366DD981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1" creationId="{867E7ACE-3582-1D3F-178C-6311258C1E3C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2" creationId="{E2E7E17A-039F-B6F7-BD7A-A1C17717773F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3" creationId="{CAC07DBA-17B8-CEE9-F6C1-62F03B49ECFF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4" creationId="{B4EFB8BF-6180-39B0-35F8-B6C08E524402}"/>
          </ac:spMkLst>
        </pc:spChg>
        <pc:spChg chg="del">
          <ac:chgData name="Vaught, Jacob" userId="3948bc58-7b81-44a4-9cf0-22ebac0213b4" providerId="ADAL" clId="{59AE251A-D4C2-4761-9344-A9DCC2F68C41}" dt="2024-03-11T02:24:14.311" v="626" actId="478"/>
          <ac:spMkLst>
            <pc:docMk/>
            <pc:sldMk cId="1396139678" sldId="265"/>
            <ac:spMk id="105" creationId="{04D4E5EC-9C16-C9A6-2D59-E1CD5352F0FB}"/>
          </ac:spMkLst>
        </pc:sp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5" creationId="{11DEC3A6-6C80-B8DC-1EAE-5675E2EC4AEF}"/>
          </ac:cxnSpMkLst>
        </pc:cxn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6" creationId="{3960D2B2-687A-4C2E-1CC9-DF04DAE0AC75}"/>
          </ac:cxnSpMkLst>
        </pc:cxnChg>
        <pc:cxnChg chg="add mod">
          <ac:chgData name="Vaught, Jacob" userId="3948bc58-7b81-44a4-9cf0-22ebac0213b4" providerId="ADAL" clId="{59AE251A-D4C2-4761-9344-A9DCC2F68C41}" dt="2024-03-11T02:28:55.853" v="765" actId="1076"/>
          <ac:cxnSpMkLst>
            <pc:docMk/>
            <pc:sldMk cId="1396139678" sldId="265"/>
            <ac:cxnSpMk id="8" creationId="{838260B1-165C-FA90-31AE-B2B28CB1A088}"/>
          </ac:cxnSpMkLst>
        </pc:cxnChg>
        <pc:cxnChg chg="add mod">
          <ac:chgData name="Vaught, Jacob" userId="3948bc58-7b81-44a4-9cf0-22ebac0213b4" providerId="ADAL" clId="{59AE251A-D4C2-4761-9344-A9DCC2F68C41}" dt="2024-03-11T02:28:55.853" v="765" actId="1076"/>
          <ac:cxnSpMkLst>
            <pc:docMk/>
            <pc:sldMk cId="1396139678" sldId="265"/>
            <ac:cxnSpMk id="9" creationId="{921B130A-9434-54FB-2F2A-821F0E591920}"/>
          </ac:cxnSpMkLst>
        </pc:cxn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14" creationId="{D7647274-7179-9B35-0BFE-58BFD563C6AE}"/>
          </ac:cxnSpMkLst>
        </pc:cxnChg>
        <pc:cxnChg chg="add del mod">
          <ac:chgData name="Vaught, Jacob" userId="3948bc58-7b81-44a4-9cf0-22ebac0213b4" providerId="ADAL" clId="{59AE251A-D4C2-4761-9344-A9DCC2F68C41}" dt="2024-03-11T02:28:48.343" v="764" actId="21"/>
          <ac:cxnSpMkLst>
            <pc:docMk/>
            <pc:sldMk cId="1396139678" sldId="265"/>
            <ac:cxnSpMk id="30" creationId="{35BD2D16-DC71-F195-4D42-5360573EFF40}"/>
          </ac:cxnSpMkLst>
        </pc:cxnChg>
        <pc:cxnChg chg="add del mod">
          <ac:chgData name="Vaught, Jacob" userId="3948bc58-7b81-44a4-9cf0-22ebac0213b4" providerId="ADAL" clId="{59AE251A-D4C2-4761-9344-A9DCC2F68C41}" dt="2024-03-11T02:28:48.343" v="764" actId="21"/>
          <ac:cxnSpMkLst>
            <pc:docMk/>
            <pc:sldMk cId="1396139678" sldId="265"/>
            <ac:cxnSpMk id="31" creationId="{208DF537-376B-BCB0-A0BC-5864A8CEF889}"/>
          </ac:cxnSpMkLst>
        </pc:cxn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35" creationId="{51BE116F-C3DA-C714-4C5E-E39D4460E8F3}"/>
          </ac:cxnSpMkLst>
        </pc:cxnChg>
        <pc:cxnChg chg="del mod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41" creationId="{F4FFAECB-E964-94EE-0579-875416895887}"/>
          </ac:cxnSpMkLst>
        </pc:cxnChg>
        <pc:cxnChg chg="del mod">
          <ac:chgData name="Vaught, Jacob" userId="3948bc58-7b81-44a4-9cf0-22ebac0213b4" providerId="ADAL" clId="{59AE251A-D4C2-4761-9344-A9DCC2F68C41}" dt="2024-03-11T02:24:22.155" v="629" actId="478"/>
          <ac:cxnSpMkLst>
            <pc:docMk/>
            <pc:sldMk cId="1396139678" sldId="265"/>
            <ac:cxnSpMk id="46" creationId="{29808E2D-2343-2439-D01E-384D9C9AA818}"/>
          </ac:cxnSpMkLst>
        </pc:cxn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50" creationId="{61D5FB04-92E1-ABC0-B623-1BF81BD24D9B}"/>
          </ac:cxnSpMkLst>
        </pc:cxnChg>
        <pc:cxnChg chg="del">
          <ac:chgData name="Vaught, Jacob" userId="3948bc58-7b81-44a4-9cf0-22ebac0213b4" providerId="ADAL" clId="{59AE251A-D4C2-4761-9344-A9DCC2F68C41}" dt="2024-03-11T02:24:14.311" v="626" actId="478"/>
          <ac:cxnSpMkLst>
            <pc:docMk/>
            <pc:sldMk cId="1396139678" sldId="265"/>
            <ac:cxnSpMk id="51" creationId="{9D6C0054-5C7B-0375-5E98-464CEC73DA4C}"/>
          </ac:cxnSpMkLst>
        </pc:cxnChg>
        <pc:cxnChg chg="del">
          <ac:chgData name="Vaught, Jacob" userId="3948bc58-7b81-44a4-9cf0-22ebac0213b4" providerId="ADAL" clId="{59AE251A-D4C2-4761-9344-A9DCC2F68C41}" dt="2024-03-11T02:24:22.155" v="629" actId="478"/>
          <ac:cxnSpMkLst>
            <pc:docMk/>
            <pc:sldMk cId="1396139678" sldId="265"/>
            <ac:cxnSpMk id="52" creationId="{0692651D-3E50-70C0-E7EC-310766A45629}"/>
          </ac:cxnSpMkLst>
        </pc:cxnChg>
      </pc:sldChg>
      <pc:sldChg chg="addSp delSp modSp add del mod setBg chgLayout">
        <pc:chgData name="Vaught, Jacob" userId="3948bc58-7b81-44a4-9cf0-22ebac0213b4" providerId="ADAL" clId="{59AE251A-D4C2-4761-9344-A9DCC2F68C41}" dt="2024-03-11T02:50:19.292" v="1789" actId="20577"/>
        <pc:sldMkLst>
          <pc:docMk/>
          <pc:sldMk cId="3715492613" sldId="266"/>
        </pc:sldMkLst>
        <pc:spChg chg="mod">
          <ac:chgData name="Vaught, Jacob" userId="3948bc58-7b81-44a4-9cf0-22ebac0213b4" providerId="ADAL" clId="{59AE251A-D4C2-4761-9344-A9DCC2F68C41}" dt="2024-03-11T02:50:18.901" v="1788" actId="20577"/>
          <ac:spMkLst>
            <pc:docMk/>
            <pc:sldMk cId="3715492613" sldId="266"/>
            <ac:spMk id="2" creationId="{9BB4EF08-9C23-BCA8-8F73-B385DE6562B6}"/>
          </ac:spMkLst>
        </pc:spChg>
        <pc:spChg chg="mod">
          <ac:chgData name="Vaught, Jacob" userId="3948bc58-7b81-44a4-9cf0-22ebac0213b4" providerId="ADAL" clId="{59AE251A-D4C2-4761-9344-A9DCC2F68C41}" dt="2024-03-11T02:50:18.244" v="1785" actId="20577"/>
          <ac:spMkLst>
            <pc:docMk/>
            <pc:sldMk cId="3715492613" sldId="266"/>
            <ac:spMk id="4" creationId="{9159876E-FF9B-DC35-7A3E-B75765F585E0}"/>
          </ac:spMkLst>
        </pc:spChg>
        <pc:spChg chg="add mod ord">
          <ac:chgData name="Vaught, Jacob" userId="3948bc58-7b81-44a4-9cf0-22ebac0213b4" providerId="ADAL" clId="{59AE251A-D4C2-4761-9344-A9DCC2F68C41}" dt="2024-03-11T02:36:46.579" v="1146" actId="26606"/>
          <ac:spMkLst>
            <pc:docMk/>
            <pc:sldMk cId="3715492613" sldId="266"/>
            <ac:spMk id="11" creationId="{E8CBF6A6-A97E-8568-14B2-58CB77AE1357}"/>
          </ac:spMkLst>
        </pc:spChg>
        <pc:spChg chg="add del mod ord">
          <ac:chgData name="Vaught, Jacob" userId="3948bc58-7b81-44a4-9cf0-22ebac0213b4" providerId="ADAL" clId="{59AE251A-D4C2-4761-9344-A9DCC2F68C41}" dt="2024-03-11T02:35:28.895" v="1097" actId="478"/>
          <ac:spMkLst>
            <pc:docMk/>
            <pc:sldMk cId="3715492613" sldId="266"/>
            <ac:spMk id="12" creationId="{5AB5E4E8-61EF-4904-6682-028522C26FDE}"/>
          </ac:spMkLst>
        </pc:spChg>
        <pc:spChg chg="add mod">
          <ac:chgData name="Vaught, Jacob" userId="3948bc58-7b81-44a4-9cf0-22ebac0213b4" providerId="ADAL" clId="{59AE251A-D4C2-4761-9344-A9DCC2F68C41}" dt="2024-03-11T02:45:23.597" v="1753" actId="1076"/>
          <ac:spMkLst>
            <pc:docMk/>
            <pc:sldMk cId="3715492613" sldId="266"/>
            <ac:spMk id="13" creationId="{4F22B545-F2B3-8581-A8AE-35ADB819238F}"/>
          </ac:spMkLst>
        </pc:spChg>
        <pc:spChg chg="mod">
          <ac:chgData name="Vaught, Jacob" userId="3948bc58-7b81-44a4-9cf0-22ebac0213b4" providerId="ADAL" clId="{59AE251A-D4C2-4761-9344-A9DCC2F68C41}" dt="2024-03-11T02:50:18.538" v="1786" actId="20577"/>
          <ac:spMkLst>
            <pc:docMk/>
            <pc:sldMk cId="3715492613" sldId="266"/>
            <ac:spMk id="25" creationId="{D5AC671F-CC2E-D281-74F5-CC1590C73F5B}"/>
          </ac:spMkLst>
        </pc:spChg>
        <pc:spChg chg="mod">
          <ac:chgData name="Vaught, Jacob" userId="3948bc58-7b81-44a4-9cf0-22ebac0213b4" providerId="ADAL" clId="{59AE251A-D4C2-4761-9344-A9DCC2F68C41}" dt="2024-03-11T02:50:18.735" v="1787" actId="20577"/>
          <ac:spMkLst>
            <pc:docMk/>
            <pc:sldMk cId="3715492613" sldId="266"/>
            <ac:spMk id="26" creationId="{DF92E84B-CF62-DB0E-3CD9-202F428D11BD}"/>
          </ac:spMkLst>
        </pc:spChg>
        <pc:spChg chg="mod">
          <ac:chgData name="Vaught, Jacob" userId="3948bc58-7b81-44a4-9cf0-22ebac0213b4" providerId="ADAL" clId="{59AE251A-D4C2-4761-9344-A9DCC2F68C41}" dt="2024-03-11T02:50:19.292" v="1789" actId="20577"/>
          <ac:spMkLst>
            <pc:docMk/>
            <pc:sldMk cId="3715492613" sldId="266"/>
            <ac:spMk id="44" creationId="{CA70D192-03E7-850D-00E8-EDB635FC8F41}"/>
          </ac:spMkLst>
        </pc:spChg>
        <pc:spChg chg="add del">
          <ac:chgData name="Vaught, Jacob" userId="3948bc58-7b81-44a4-9cf0-22ebac0213b4" providerId="ADAL" clId="{59AE251A-D4C2-4761-9344-A9DCC2F68C41}" dt="2024-03-11T02:36:46.579" v="1146" actId="26606"/>
          <ac:spMkLst>
            <pc:docMk/>
            <pc:sldMk cId="3715492613" sldId="266"/>
            <ac:spMk id="46" creationId="{5C8908E2-EE49-44D2-9428-A28D2312A8D5}"/>
          </ac:spMkLst>
        </pc:spChg>
        <pc:spChg chg="add del">
          <ac:chgData name="Vaught, Jacob" userId="3948bc58-7b81-44a4-9cf0-22ebac0213b4" providerId="ADAL" clId="{59AE251A-D4C2-4761-9344-A9DCC2F68C41}" dt="2024-03-11T02:36:14.193" v="1142" actId="26606"/>
          <ac:spMkLst>
            <pc:docMk/>
            <pc:sldMk cId="3715492613" sldId="266"/>
            <ac:spMk id="49" creationId="{BACC6370-2D7E-4714-9D71-7542949D7D5D}"/>
          </ac:spMkLst>
        </pc:spChg>
        <pc:spChg chg="add del">
          <ac:chgData name="Vaught, Jacob" userId="3948bc58-7b81-44a4-9cf0-22ebac0213b4" providerId="ADAL" clId="{59AE251A-D4C2-4761-9344-A9DCC2F68C41}" dt="2024-03-11T02:36:46.579" v="1146" actId="26606"/>
          <ac:spMkLst>
            <pc:docMk/>
            <pc:sldMk cId="3715492613" sldId="266"/>
            <ac:spMk id="50" creationId="{7449A6C7-D15F-4AA5-BFA5-71A404B47016}"/>
          </ac:spMkLst>
        </pc:spChg>
        <pc:spChg chg="add del">
          <ac:chgData name="Vaught, Jacob" userId="3948bc58-7b81-44a4-9cf0-22ebac0213b4" providerId="ADAL" clId="{59AE251A-D4C2-4761-9344-A9DCC2F68C41}" dt="2024-03-11T02:36:14.193" v="1142" actId="26606"/>
          <ac:spMkLst>
            <pc:docMk/>
            <pc:sldMk cId="3715492613" sldId="266"/>
            <ac:spMk id="51" creationId="{F68B3F68-107C-434F-AA38-110D5EA91B85}"/>
          </ac:spMkLst>
        </pc:spChg>
        <pc:spChg chg="add del">
          <ac:chgData name="Vaught, Jacob" userId="3948bc58-7b81-44a4-9cf0-22ebac0213b4" providerId="ADAL" clId="{59AE251A-D4C2-4761-9344-A9DCC2F68C41}" dt="2024-03-11T02:36:14.193" v="1142" actId="26606"/>
          <ac:spMkLst>
            <pc:docMk/>
            <pc:sldMk cId="3715492613" sldId="266"/>
            <ac:spMk id="53" creationId="{AAD0DBB9-1A4B-4391-81D4-CB19F9AB918A}"/>
          </ac:spMkLst>
        </pc:spChg>
        <pc:spChg chg="add del">
          <ac:chgData name="Vaught, Jacob" userId="3948bc58-7b81-44a4-9cf0-22ebac0213b4" providerId="ADAL" clId="{59AE251A-D4C2-4761-9344-A9DCC2F68C41}" dt="2024-03-11T02:36:14.193" v="1142" actId="26606"/>
          <ac:spMkLst>
            <pc:docMk/>
            <pc:sldMk cId="3715492613" sldId="266"/>
            <ac:spMk id="55" creationId="{063BBA22-50EA-4C4D-BE05-F1CE4E63AA56}"/>
          </ac:spMkLst>
        </pc:spChg>
        <pc:spChg chg="add del">
          <ac:chgData name="Vaught, Jacob" userId="3948bc58-7b81-44a4-9cf0-22ebac0213b4" providerId="ADAL" clId="{59AE251A-D4C2-4761-9344-A9DCC2F68C41}" dt="2024-03-11T02:36:46.579" v="1146" actId="26606"/>
          <ac:spMkLst>
            <pc:docMk/>
            <pc:sldMk cId="3715492613" sldId="266"/>
            <ac:spMk id="57" creationId="{ED888B23-07FA-482A-96DF-47E31AF1A603}"/>
          </ac:spMkLst>
        </pc:spChg>
        <pc:grpChg chg="add del">
          <ac:chgData name="Vaught, Jacob" userId="3948bc58-7b81-44a4-9cf0-22ebac0213b4" providerId="ADAL" clId="{59AE251A-D4C2-4761-9344-A9DCC2F68C41}" dt="2024-03-11T02:36:46.579" v="1146" actId="26606"/>
          <ac:grpSpMkLst>
            <pc:docMk/>
            <pc:sldMk cId="3715492613" sldId="266"/>
            <ac:grpSpMk id="47" creationId="{05314994-6337-4875-8CF5-652CAFE8342C}"/>
          </ac:grpSpMkLst>
        </pc:grpChg>
        <pc:graphicFrameChg chg="add mod modGraphic">
          <ac:chgData name="Vaught, Jacob" userId="3948bc58-7b81-44a4-9cf0-22ebac0213b4" providerId="ADAL" clId="{59AE251A-D4C2-4761-9344-A9DCC2F68C41}" dt="2024-03-11T02:37:11.452" v="1149" actId="207"/>
          <ac:graphicFrameMkLst>
            <pc:docMk/>
            <pc:sldMk cId="3715492613" sldId="266"/>
            <ac:graphicFrameMk id="10" creationId="{BEB7D83D-7663-F3B3-C301-8CD5DE15F10C}"/>
          </ac:graphicFrameMkLst>
        </pc:graphicFrameChg>
        <pc:cxnChg chg="add del mod">
          <ac:chgData name="Vaught, Jacob" userId="3948bc58-7b81-44a4-9cf0-22ebac0213b4" providerId="ADAL" clId="{59AE251A-D4C2-4761-9344-A9DCC2F68C41}" dt="2024-03-11T02:30:14.649" v="792" actId="11529"/>
          <ac:cxnSpMkLst>
            <pc:docMk/>
            <pc:sldMk cId="3715492613" sldId="266"/>
            <ac:cxnSpMk id="5" creationId="{57BCB1C9-4828-E790-CE15-85781F9CA307}"/>
          </ac:cxnSpMkLst>
        </pc:cxnChg>
        <pc:cxnChg chg="mod">
          <ac:chgData name="Vaught, Jacob" userId="3948bc58-7b81-44a4-9cf0-22ebac0213b4" providerId="ADAL" clId="{59AE251A-D4C2-4761-9344-A9DCC2F68C41}" dt="2024-03-11T02:36:46.579" v="1146" actId="26606"/>
          <ac:cxnSpMkLst>
            <pc:docMk/>
            <pc:sldMk cId="3715492613" sldId="266"/>
            <ac:cxnSpMk id="8" creationId="{88F018FC-9560-FF37-BFB3-FFF8BC9C8746}"/>
          </ac:cxnSpMkLst>
        </pc:cxnChg>
        <pc:cxnChg chg="mod">
          <ac:chgData name="Vaught, Jacob" userId="3948bc58-7b81-44a4-9cf0-22ebac0213b4" providerId="ADAL" clId="{59AE251A-D4C2-4761-9344-A9DCC2F68C41}" dt="2024-03-11T02:36:46.579" v="1146" actId="26606"/>
          <ac:cxnSpMkLst>
            <pc:docMk/>
            <pc:sldMk cId="3715492613" sldId="266"/>
            <ac:cxnSpMk id="9" creationId="{6A04B85C-7FA2-7233-2C1D-C4D3C66FEFD3}"/>
          </ac:cxnSpMkLst>
        </pc:cxnChg>
      </pc:sldChg>
      <pc:sldChg chg="add del">
        <pc:chgData name="Vaught, Jacob" userId="3948bc58-7b81-44a4-9cf0-22ebac0213b4" providerId="ADAL" clId="{59AE251A-D4C2-4761-9344-A9DCC2F68C41}" dt="2024-03-11T02:31:02.115" v="810" actId="47"/>
        <pc:sldMkLst>
          <pc:docMk/>
          <pc:sldMk cId="167932343" sldId="267"/>
        </pc:sldMkLst>
      </pc:sldChg>
      <pc:sldChg chg="modSp add del mod">
        <pc:chgData name="Vaught, Jacob" userId="3948bc58-7b81-44a4-9cf0-22ebac0213b4" providerId="ADAL" clId="{59AE251A-D4C2-4761-9344-A9DCC2F68C41}" dt="2024-03-11T02:33:10.522" v="869" actId="47"/>
        <pc:sldMkLst>
          <pc:docMk/>
          <pc:sldMk cId="2883537295" sldId="268"/>
        </pc:sldMkLst>
        <pc:spChg chg="mod">
          <ac:chgData name="Vaught, Jacob" userId="3948bc58-7b81-44a4-9cf0-22ebac0213b4" providerId="ADAL" clId="{59AE251A-D4C2-4761-9344-A9DCC2F68C41}" dt="2024-03-11T02:31:42.239" v="811" actId="1076"/>
          <ac:spMkLst>
            <pc:docMk/>
            <pc:sldMk cId="2883537295" sldId="268"/>
            <ac:spMk id="2" creationId="{A909D35F-F7BA-758A-DE28-BB3E524E1D3B}"/>
          </ac:spMkLst>
        </pc:spChg>
        <pc:spChg chg="mod">
          <ac:chgData name="Vaught, Jacob" userId="3948bc58-7b81-44a4-9cf0-22ebac0213b4" providerId="ADAL" clId="{59AE251A-D4C2-4761-9344-A9DCC2F68C41}" dt="2024-03-11T02:31:42.239" v="811" actId="1076"/>
          <ac:spMkLst>
            <pc:docMk/>
            <pc:sldMk cId="2883537295" sldId="268"/>
            <ac:spMk id="4" creationId="{EC26702D-BEA2-5103-FFD5-C82B955FA906}"/>
          </ac:spMkLst>
        </pc:spChg>
        <pc:spChg chg="mod">
          <ac:chgData name="Vaught, Jacob" userId="3948bc58-7b81-44a4-9cf0-22ebac0213b4" providerId="ADAL" clId="{59AE251A-D4C2-4761-9344-A9DCC2F68C41}" dt="2024-03-11T02:31:42.239" v="811" actId="1076"/>
          <ac:spMkLst>
            <pc:docMk/>
            <pc:sldMk cId="2883537295" sldId="268"/>
            <ac:spMk id="25" creationId="{3E9D153C-6718-9E3C-10D3-9CA3CD122981}"/>
          </ac:spMkLst>
        </pc:spChg>
        <pc:spChg chg="mod">
          <ac:chgData name="Vaught, Jacob" userId="3948bc58-7b81-44a4-9cf0-22ebac0213b4" providerId="ADAL" clId="{59AE251A-D4C2-4761-9344-A9DCC2F68C41}" dt="2024-03-11T02:31:42.239" v="811" actId="1076"/>
          <ac:spMkLst>
            <pc:docMk/>
            <pc:sldMk cId="2883537295" sldId="268"/>
            <ac:spMk id="26" creationId="{FEBBE296-1A60-9D92-A7D1-AB7AD463CE24}"/>
          </ac:spMkLst>
        </pc:spChg>
        <pc:spChg chg="mod">
          <ac:chgData name="Vaught, Jacob" userId="3948bc58-7b81-44a4-9cf0-22ebac0213b4" providerId="ADAL" clId="{59AE251A-D4C2-4761-9344-A9DCC2F68C41}" dt="2024-03-11T02:31:42.239" v="811" actId="1076"/>
          <ac:spMkLst>
            <pc:docMk/>
            <pc:sldMk cId="2883537295" sldId="268"/>
            <ac:spMk id="44" creationId="{1C24A4B7-DC4C-D2D3-D61C-FA27D751E18D}"/>
          </ac:spMkLst>
        </pc:spChg>
        <pc:cxnChg chg="mod">
          <ac:chgData name="Vaught, Jacob" userId="3948bc58-7b81-44a4-9cf0-22ebac0213b4" providerId="ADAL" clId="{59AE251A-D4C2-4761-9344-A9DCC2F68C41}" dt="2024-03-11T02:31:42.239" v="811" actId="1076"/>
          <ac:cxnSpMkLst>
            <pc:docMk/>
            <pc:sldMk cId="2883537295" sldId="268"/>
            <ac:cxnSpMk id="8" creationId="{D2691CEB-094B-44A7-5D09-2A4269F648F2}"/>
          </ac:cxnSpMkLst>
        </pc:cxnChg>
        <pc:cxnChg chg="mod">
          <ac:chgData name="Vaught, Jacob" userId="3948bc58-7b81-44a4-9cf0-22ebac0213b4" providerId="ADAL" clId="{59AE251A-D4C2-4761-9344-A9DCC2F68C41}" dt="2024-03-11T02:31:42.239" v="811" actId="1076"/>
          <ac:cxnSpMkLst>
            <pc:docMk/>
            <pc:sldMk cId="2883537295" sldId="268"/>
            <ac:cxnSpMk id="9" creationId="{F5C1F8E2-C1C0-303F-9117-F6D0B5AD2543}"/>
          </ac:cxnSpMkLst>
        </pc:cxnChg>
      </pc:sldChg>
      <pc:sldChg chg="addSp modSp add del mod">
        <pc:chgData name="Vaught, Jacob" userId="3948bc58-7b81-44a4-9cf0-22ebac0213b4" providerId="ADAL" clId="{59AE251A-D4C2-4761-9344-A9DCC2F68C41}" dt="2024-03-11T02:45:13.800" v="1751" actId="47"/>
        <pc:sldMkLst>
          <pc:docMk/>
          <pc:sldMk cId="1002357756" sldId="269"/>
        </pc:sldMkLst>
        <pc:spChg chg="add mod">
          <ac:chgData name="Vaught, Jacob" userId="3948bc58-7b81-44a4-9cf0-22ebac0213b4" providerId="ADAL" clId="{59AE251A-D4C2-4761-9344-A9DCC2F68C41}" dt="2024-03-11T02:34:14.922" v="1088" actId="1076"/>
          <ac:spMkLst>
            <pc:docMk/>
            <pc:sldMk cId="1002357756" sldId="269"/>
            <ac:spMk id="3" creationId="{602D4595-0EC1-D934-386B-2F83CF764BDE}"/>
          </ac:spMkLst>
        </pc:spChg>
      </pc:sldChg>
      <pc:sldChg chg="new del">
        <pc:chgData name="Vaught, Jacob" userId="3948bc58-7b81-44a4-9cf0-22ebac0213b4" providerId="ADAL" clId="{59AE251A-D4C2-4761-9344-A9DCC2F68C41}" dt="2024-03-11T02:34:44.443" v="1091" actId="47"/>
        <pc:sldMkLst>
          <pc:docMk/>
          <pc:sldMk cId="728404827" sldId="270"/>
        </pc:sldMkLst>
      </pc:sldChg>
      <pc:sldChg chg="add del">
        <pc:chgData name="Vaught, Jacob" userId="3948bc58-7b81-44a4-9cf0-22ebac0213b4" providerId="ADAL" clId="{59AE251A-D4C2-4761-9344-A9DCC2F68C41}" dt="2024-03-11T02:45:13.319" v="1750" actId="47"/>
        <pc:sldMkLst>
          <pc:docMk/>
          <pc:sldMk cId="928649887" sldId="271"/>
        </pc:sldMkLst>
      </pc:sldChg>
      <pc:sldChg chg="add del">
        <pc:chgData name="Vaught, Jacob" userId="3948bc58-7b81-44a4-9cf0-22ebac0213b4" providerId="ADAL" clId="{59AE251A-D4C2-4761-9344-A9DCC2F68C41}" dt="2024-03-11T02:45:14.163" v="1752" actId="47"/>
        <pc:sldMkLst>
          <pc:docMk/>
          <pc:sldMk cId="2763003585" sldId="272"/>
        </pc:sldMkLst>
      </pc:sldChg>
      <pc:sldChg chg="addSp modSp add mod">
        <pc:chgData name="Vaught, Jacob" userId="3948bc58-7b81-44a4-9cf0-22ebac0213b4" providerId="ADAL" clId="{59AE251A-D4C2-4761-9344-A9DCC2F68C41}" dt="2024-03-11T02:43:02.034" v="1618" actId="20577"/>
        <pc:sldMkLst>
          <pc:docMk/>
          <pc:sldMk cId="2153954371" sldId="273"/>
        </pc:sldMkLst>
        <pc:spChg chg="mod">
          <ac:chgData name="Vaught, Jacob" userId="3948bc58-7b81-44a4-9cf0-22ebac0213b4" providerId="ADAL" clId="{59AE251A-D4C2-4761-9344-A9DCC2F68C41}" dt="2024-03-11T02:38:02.241" v="1196" actId="20577"/>
          <ac:spMkLst>
            <pc:docMk/>
            <pc:sldMk cId="2153954371" sldId="273"/>
            <ac:spMk id="2" creationId="{F4230785-CDE3-60CF-1CF8-857D180B65E6}"/>
          </ac:spMkLst>
        </pc:spChg>
        <pc:spChg chg="add mod">
          <ac:chgData name="Vaught, Jacob" userId="3948bc58-7b81-44a4-9cf0-22ebac0213b4" providerId="ADAL" clId="{59AE251A-D4C2-4761-9344-A9DCC2F68C41}" dt="2024-03-11T02:43:02.034" v="1618" actId="20577"/>
          <ac:spMkLst>
            <pc:docMk/>
            <pc:sldMk cId="2153954371" sldId="273"/>
            <ac:spMk id="3" creationId="{5B5B2A51-ADB3-64FB-F8D5-1D803AAE3652}"/>
          </ac:spMkLst>
        </pc:spChg>
        <pc:spChg chg="mod">
          <ac:chgData name="Vaught, Jacob" userId="3948bc58-7b81-44a4-9cf0-22ebac0213b4" providerId="ADAL" clId="{59AE251A-D4C2-4761-9344-A9DCC2F68C41}" dt="2024-03-11T02:38:09.265" v="1200" actId="404"/>
          <ac:spMkLst>
            <pc:docMk/>
            <pc:sldMk cId="2153954371" sldId="273"/>
            <ac:spMk id="4" creationId="{E9DE09E5-FF77-E1B3-750C-4DD93FCE591A}"/>
          </ac:spMkLst>
        </pc:spChg>
        <pc:spChg chg="mod">
          <ac:chgData name="Vaught, Jacob" userId="3948bc58-7b81-44a4-9cf0-22ebac0213b4" providerId="ADAL" clId="{59AE251A-D4C2-4761-9344-A9DCC2F68C41}" dt="2024-03-11T02:39:28.296" v="1261" actId="1076"/>
          <ac:spMkLst>
            <pc:docMk/>
            <pc:sldMk cId="2153954371" sldId="273"/>
            <ac:spMk id="13" creationId="{9EB470C6-E1CC-3811-B718-0F65983EF020}"/>
          </ac:spMkLst>
        </pc:spChg>
      </pc:sldChg>
      <pc:sldChg chg="modSp add mod">
        <pc:chgData name="Vaught, Jacob" userId="3948bc58-7b81-44a4-9cf0-22ebac0213b4" providerId="ADAL" clId="{59AE251A-D4C2-4761-9344-A9DCC2F68C41}" dt="2024-03-11T02:44:01.868" v="1639" actId="20577"/>
        <pc:sldMkLst>
          <pc:docMk/>
          <pc:sldMk cId="1690779304" sldId="274"/>
        </pc:sldMkLst>
        <pc:spChg chg="mod">
          <ac:chgData name="Vaught, Jacob" userId="3948bc58-7b81-44a4-9cf0-22ebac0213b4" providerId="ADAL" clId="{59AE251A-D4C2-4761-9344-A9DCC2F68C41}" dt="2024-03-11T02:43:20.236" v="1624" actId="20577"/>
          <ac:spMkLst>
            <pc:docMk/>
            <pc:sldMk cId="1690779304" sldId="274"/>
            <ac:spMk id="2" creationId="{CA0DDC77-7A8C-A407-A73C-B01987F96157}"/>
          </ac:spMkLst>
        </pc:spChg>
        <pc:spChg chg="mod">
          <ac:chgData name="Vaught, Jacob" userId="3948bc58-7b81-44a4-9cf0-22ebac0213b4" providerId="ADAL" clId="{59AE251A-D4C2-4761-9344-A9DCC2F68C41}" dt="2024-03-11T02:44:01.868" v="1639" actId="20577"/>
          <ac:spMkLst>
            <pc:docMk/>
            <pc:sldMk cId="1690779304" sldId="274"/>
            <ac:spMk id="3" creationId="{BA865523-7D35-EAF0-F535-C7090118A4B5}"/>
          </ac:spMkLst>
        </pc:spChg>
        <pc:spChg chg="mod">
          <ac:chgData name="Vaught, Jacob" userId="3948bc58-7b81-44a4-9cf0-22ebac0213b4" providerId="ADAL" clId="{59AE251A-D4C2-4761-9344-A9DCC2F68C41}" dt="2024-03-11T02:43:29.657" v="1632" actId="20577"/>
          <ac:spMkLst>
            <pc:docMk/>
            <pc:sldMk cId="1690779304" sldId="274"/>
            <ac:spMk id="13" creationId="{98744961-6BFC-B709-A920-5C54FED6FEEF}"/>
          </ac:spMkLst>
        </pc:spChg>
        <pc:spChg chg="mod">
          <ac:chgData name="Vaught, Jacob" userId="3948bc58-7b81-44a4-9cf0-22ebac0213b4" providerId="ADAL" clId="{59AE251A-D4C2-4761-9344-A9DCC2F68C41}" dt="2024-03-11T02:43:16.366" v="1622" actId="20577"/>
          <ac:spMkLst>
            <pc:docMk/>
            <pc:sldMk cId="1690779304" sldId="274"/>
            <ac:spMk id="26" creationId="{3979D996-C46B-7854-EB16-FD705523B767}"/>
          </ac:spMkLst>
        </pc:spChg>
        <pc:spChg chg="mod">
          <ac:chgData name="Vaught, Jacob" userId="3948bc58-7b81-44a4-9cf0-22ebac0213b4" providerId="ADAL" clId="{59AE251A-D4C2-4761-9344-A9DCC2F68C41}" dt="2024-03-11T02:43:18.583" v="1623" actId="20577"/>
          <ac:spMkLst>
            <pc:docMk/>
            <pc:sldMk cId="1690779304" sldId="274"/>
            <ac:spMk id="44" creationId="{D038C3D0-E6B6-3CCC-7F43-4E941F620D63}"/>
          </ac:spMkLst>
        </pc:spChg>
      </pc:sldChg>
      <pc:sldChg chg="modSp add mod">
        <pc:chgData name="Vaught, Jacob" userId="3948bc58-7b81-44a4-9cf0-22ebac0213b4" providerId="ADAL" clId="{59AE251A-D4C2-4761-9344-A9DCC2F68C41}" dt="2024-03-11T02:44:15.516" v="1645" actId="20577"/>
        <pc:sldMkLst>
          <pc:docMk/>
          <pc:sldMk cId="860029402" sldId="275"/>
        </pc:sldMkLst>
        <pc:spChg chg="mod">
          <ac:chgData name="Vaught, Jacob" userId="3948bc58-7b81-44a4-9cf0-22ebac0213b4" providerId="ADAL" clId="{59AE251A-D4C2-4761-9344-A9DCC2F68C41}" dt="2024-03-11T02:44:15.516" v="1645" actId="20577"/>
          <ac:spMkLst>
            <pc:docMk/>
            <pc:sldMk cId="860029402" sldId="275"/>
            <ac:spMk id="4" creationId="{75C3ABBF-7CD2-2927-D576-0446DAB450CC}"/>
          </ac:spMkLst>
        </pc:spChg>
        <pc:spChg chg="mod">
          <ac:chgData name="Vaught, Jacob" userId="3948bc58-7b81-44a4-9cf0-22ebac0213b4" providerId="ADAL" clId="{59AE251A-D4C2-4761-9344-A9DCC2F68C41}" dt="2024-03-11T02:44:08.791" v="1642" actId="20577"/>
          <ac:spMkLst>
            <pc:docMk/>
            <pc:sldMk cId="860029402" sldId="275"/>
            <ac:spMk id="25" creationId="{1DA4C0E3-53B3-D902-DAC3-0E94BDE99A06}"/>
          </ac:spMkLst>
        </pc:spChg>
      </pc:sldChg>
      <pc:sldChg chg="delSp modSp add mod">
        <pc:chgData name="Vaught, Jacob" userId="3948bc58-7b81-44a4-9cf0-22ebac0213b4" providerId="ADAL" clId="{59AE251A-D4C2-4761-9344-A9DCC2F68C41}" dt="2024-03-11T02:45:08.696" v="1749" actId="478"/>
        <pc:sldMkLst>
          <pc:docMk/>
          <pc:sldMk cId="147786361" sldId="276"/>
        </pc:sldMkLst>
        <pc:spChg chg="mod">
          <ac:chgData name="Vaught, Jacob" userId="3948bc58-7b81-44a4-9cf0-22ebac0213b4" providerId="ADAL" clId="{59AE251A-D4C2-4761-9344-A9DCC2F68C41}" dt="2024-03-11T02:44:21.327" v="1647" actId="20577"/>
          <ac:spMkLst>
            <pc:docMk/>
            <pc:sldMk cId="147786361" sldId="276"/>
            <ac:spMk id="2" creationId="{8943DB60-8327-8176-BD00-7F7A8401056E}"/>
          </ac:spMkLst>
        </pc:spChg>
        <pc:spChg chg="del">
          <ac:chgData name="Vaught, Jacob" userId="3948bc58-7b81-44a4-9cf0-22ebac0213b4" providerId="ADAL" clId="{59AE251A-D4C2-4761-9344-A9DCC2F68C41}" dt="2024-03-11T02:45:08.696" v="1749" actId="478"/>
          <ac:spMkLst>
            <pc:docMk/>
            <pc:sldMk cId="147786361" sldId="276"/>
            <ac:spMk id="3" creationId="{BE0E7636-8863-F97A-F0CD-967B7C5C485C}"/>
          </ac:spMkLst>
        </pc:spChg>
        <pc:spChg chg="mod">
          <ac:chgData name="Vaught, Jacob" userId="3948bc58-7b81-44a4-9cf0-22ebac0213b4" providerId="ADAL" clId="{59AE251A-D4C2-4761-9344-A9DCC2F68C41}" dt="2024-03-11T02:44:23.432" v="1648" actId="20577"/>
          <ac:spMkLst>
            <pc:docMk/>
            <pc:sldMk cId="147786361" sldId="276"/>
            <ac:spMk id="4" creationId="{011E991E-9833-5D4B-717A-B55067CF3B0D}"/>
          </ac:spMkLst>
        </pc:spChg>
        <pc:spChg chg="mod">
          <ac:chgData name="Vaught, Jacob" userId="3948bc58-7b81-44a4-9cf0-22ebac0213b4" providerId="ADAL" clId="{59AE251A-D4C2-4761-9344-A9DCC2F68C41}" dt="2024-03-11T02:45:05.544" v="1748" actId="20577"/>
          <ac:spMkLst>
            <pc:docMk/>
            <pc:sldMk cId="147786361" sldId="276"/>
            <ac:spMk id="13" creationId="{37448C79-B484-1D85-43E7-BE08648E3A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17DA-B5DE-7F54-6E5F-31D383F08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5CD7D-FD9D-8E87-B3FA-13978E8AB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293B8-E454-8F3D-F672-564369FB3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BA2DF-8E71-2056-548A-5D18CD0CF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3718D-2BA9-8455-A95D-3F771A0A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4A1A-8F58-B879-9E4F-7D1808C1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DA53A-B4F9-7C50-153D-6B9C8921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1B6D9-43C2-7D5D-895B-0082D667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D0E3A-D985-FD53-EF00-7246FE12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FA27A-BF80-C016-588A-5B8B6ABE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B808-2B84-42AA-F607-2639918BE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FD124-81C6-886B-F2E1-98DB6C2E1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700F4-82F2-36E8-0633-39AA854F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4B39-5FC4-F405-6B31-3B6E6D47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DE002-9338-3706-71A4-DF298523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2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767D-A8D3-E5F8-40CA-AB6253D0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BDCF6-9A46-872E-CEE6-F1122C22C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5FAE3-2C00-AAD5-DD85-BB068898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A7756-0AA5-1BE3-9AD9-698E518D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04946-5E8F-C6A7-AC1B-8FDB71C5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C1396-28B6-AECE-3E4C-2ACF75C4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6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96D0-7345-BCAA-6086-4B982D8B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97F40-25A6-807A-4609-13B0ED6FD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07BE1-34E6-4DA6-6077-99ACC7BA8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52DCA-C146-4B94-4C96-8984A7B8C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435FA-51A2-6320-47B3-EE40F4524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13D6E-3398-30A8-ACF4-7AB471D09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57346-CABB-C4CC-729D-555EDC5A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CC195-CD71-957F-EF36-431A230A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7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D483-F601-F042-F23A-C4F7DAF1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471-BC02-8CF4-89FA-74C239EB6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6B801-D0E8-9193-BCAD-CD2FA78D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8C90E-4F0B-45FA-09A1-A789A700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77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75014-9C67-8CA0-1E96-747AD1C3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1E311-AFA2-DF5C-9E6F-820F3131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9501-FC6D-65F6-33C5-AFA6558D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6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27AC-3596-5DD4-416A-1CCEF8AE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37E47-9968-8AD1-41BE-05B506CD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C8D8A-E321-173D-EA35-EB6BA9770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6F239-8626-83A7-5155-BF96D5B2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14527-D4C4-AFED-CF68-2FD47600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FBF85-D3C7-ECA9-9FA9-AA826C48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3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DE13-CCF5-94CE-19FA-EE5E1634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1AC45-E458-B8CF-237E-6FD53CEF6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065C1-8FA0-2277-C613-B6B5661F6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CDBBF-8355-F7DC-0A5E-E58CFB07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2B80E-0CD3-D55D-AFA3-004D8BA5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17D1F-AA2D-0EBC-C7CE-0CB33341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2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BFB5-6261-79F4-CC66-5CAA5D26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44062-4BB8-1442-1E71-C53EEA4AB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F6443-1C8B-EE50-D79E-DE46B16F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8B7D-8F14-03C8-9B42-7CFDA3DD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9A970-0BF2-DEDC-FE5F-76D38A11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7A34D-534E-1031-EA62-AFA5FCA6F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D78AA-0DDF-EA26-3547-C716FB66F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9B472-5D9D-B67E-86FB-00457F354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52AC1-8A44-3C0B-7CE2-8F7167A9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5E32E-C36B-79BE-A4EF-522B0F29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6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31C93-06BB-B1D5-0FBD-939597991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889EE-20B7-23B5-8FCC-99344E6F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8653B-46C3-E358-1463-90F6F2D0A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4529D-ABE5-4768-8D8D-001DBF936BD1}" type="datetimeFigureOut">
              <a:rPr lang="en-US" smtClean="0"/>
              <a:t>3/7/2024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C40D2-9860-DBF2-0C34-2C689365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A2256-E895-57E4-B15B-BF242CBC9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ED5A47-D41F-4FF0-AE1C-439947518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3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nielmuellerkomorowska.com/2021/01/05/introduction-to-t-sne-in-python-with-scikit-lear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87F6D2-DC43-61C5-E961-3C9676CF99AA}"/>
              </a:ext>
            </a:extLst>
          </p:cNvPr>
          <p:cNvSpPr/>
          <p:nvPr/>
        </p:nvSpPr>
        <p:spPr>
          <a:xfrm>
            <a:off x="4676235" y="1190445"/>
            <a:ext cx="2201174" cy="629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Height &lt;= 160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606F07-4FC2-164B-5023-3F07E10D3B96}"/>
              </a:ext>
            </a:extLst>
          </p:cNvPr>
          <p:cNvSpPr/>
          <p:nvPr/>
        </p:nvSpPr>
        <p:spPr>
          <a:xfrm>
            <a:off x="3448408" y="3085381"/>
            <a:ext cx="2201174" cy="62972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Predict Female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10F27F-D804-9DC0-9FD6-7097E1F91960}"/>
              </a:ext>
            </a:extLst>
          </p:cNvPr>
          <p:cNvSpPr/>
          <p:nvPr/>
        </p:nvSpPr>
        <p:spPr>
          <a:xfrm>
            <a:off x="5904064" y="3085381"/>
            <a:ext cx="2201174" cy="62972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Weight &lt;= 80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E823DA-821F-3637-3CF7-BB32E3F56BF1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4548995" y="1820173"/>
            <a:ext cx="1227827" cy="12652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E0420E-5A47-8878-6BF5-0F2BA3DF853A}"/>
              </a:ext>
            </a:extLst>
          </p:cNvPr>
          <p:cNvSpPr txBox="1"/>
          <p:nvPr/>
        </p:nvSpPr>
        <p:spPr>
          <a:xfrm>
            <a:off x="4899085" y="2268111"/>
            <a:ext cx="5276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Yes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107D32-DAF6-C623-83E6-B3C599291BA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776822" y="1820173"/>
            <a:ext cx="1227829" cy="12652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C36748-DB95-1E92-20DE-2E4A5A03E1ED}"/>
              </a:ext>
            </a:extLst>
          </p:cNvPr>
          <p:cNvSpPr txBox="1"/>
          <p:nvPr/>
        </p:nvSpPr>
        <p:spPr>
          <a:xfrm>
            <a:off x="6126913" y="2268111"/>
            <a:ext cx="5276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DA5100-C46B-CF58-56E5-3986AED7CDA7}"/>
              </a:ext>
            </a:extLst>
          </p:cNvPr>
          <p:cNvSpPr/>
          <p:nvPr/>
        </p:nvSpPr>
        <p:spPr>
          <a:xfrm>
            <a:off x="4421754" y="4980317"/>
            <a:ext cx="2455655" cy="629728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Predict Female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81D372-B7A4-A247-14CE-638ED8038E5A}"/>
              </a:ext>
            </a:extLst>
          </p:cNvPr>
          <p:cNvSpPr/>
          <p:nvPr/>
        </p:nvSpPr>
        <p:spPr>
          <a:xfrm>
            <a:off x="7131891" y="4980317"/>
            <a:ext cx="2455654" cy="62972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Predict Male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EFE763-2CD8-00D8-EB91-DD5F2E757F9D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5649582" y="3715109"/>
            <a:ext cx="1355067" cy="12652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66BD288-DD1B-1545-7E69-42C6BAFB9619}"/>
              </a:ext>
            </a:extLst>
          </p:cNvPr>
          <p:cNvSpPr txBox="1"/>
          <p:nvPr/>
        </p:nvSpPr>
        <p:spPr>
          <a:xfrm>
            <a:off x="6085937" y="4163047"/>
            <a:ext cx="5276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Yes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08A8A0-630B-9166-158D-0423D73D96B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004649" y="3715109"/>
            <a:ext cx="1355069" cy="126520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6C63AD-D9BA-A43F-B5D0-F8C7889DFC7C}"/>
              </a:ext>
            </a:extLst>
          </p:cNvPr>
          <p:cNvSpPr txBox="1"/>
          <p:nvPr/>
        </p:nvSpPr>
        <p:spPr>
          <a:xfrm>
            <a:off x="7395716" y="4163047"/>
            <a:ext cx="5276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29D58-50A8-A81D-F4FC-23F20A8AC275}"/>
              </a:ext>
            </a:extLst>
          </p:cNvPr>
          <p:cNvSpPr txBox="1"/>
          <p:nvPr/>
        </p:nvSpPr>
        <p:spPr>
          <a:xfrm>
            <a:off x="3005230" y="233462"/>
            <a:ext cx="55431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Decision Tree Diagram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32D11-55B9-9203-F956-67AEF3021786}"/>
              </a:ext>
            </a:extLst>
          </p:cNvPr>
          <p:cNvSpPr/>
          <p:nvPr/>
        </p:nvSpPr>
        <p:spPr>
          <a:xfrm>
            <a:off x="2078966" y="163902"/>
            <a:ext cx="7660257" cy="57106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8AAD-7D4E-6670-674B-ABCE2172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75E14A-96F8-4A24-1BC1-BE26D898FF3D}"/>
              </a:ext>
            </a:extLst>
          </p:cNvPr>
          <p:cNvSpPr/>
          <p:nvPr/>
        </p:nvSpPr>
        <p:spPr>
          <a:xfrm>
            <a:off x="2361478" y="1411538"/>
            <a:ext cx="2201174" cy="62972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Decision Tree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6A3D88-82B9-BE33-0723-51D446F2D75D}"/>
              </a:ext>
            </a:extLst>
          </p:cNvPr>
          <p:cNvSpPr/>
          <p:nvPr/>
        </p:nvSpPr>
        <p:spPr>
          <a:xfrm>
            <a:off x="4995412" y="1411538"/>
            <a:ext cx="2201174" cy="62972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Decision Tree 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46A401-9311-5EA1-F479-B759F4D3796A}"/>
              </a:ext>
            </a:extLst>
          </p:cNvPr>
          <p:cNvSpPr/>
          <p:nvPr/>
        </p:nvSpPr>
        <p:spPr>
          <a:xfrm>
            <a:off x="3736104" y="3601138"/>
            <a:ext cx="4719785" cy="858719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OUTPUT</a:t>
            </a:r>
          </a:p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[Most Common Result or Average]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0FBAC6-03FD-1019-69D6-74768E224892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3999095" y="1504236"/>
            <a:ext cx="1559872" cy="263393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B6F72A-AB03-92D5-45D7-F41B338A75AC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5400000">
            <a:off x="6634252" y="1503012"/>
            <a:ext cx="1559872" cy="263638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955E658-2C8D-07FE-E9AA-B9A5E5381F9B}"/>
              </a:ext>
            </a:extLst>
          </p:cNvPr>
          <p:cNvSpPr txBox="1"/>
          <p:nvPr/>
        </p:nvSpPr>
        <p:spPr>
          <a:xfrm>
            <a:off x="3140444" y="504399"/>
            <a:ext cx="5911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Random Forest Diagram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3D9E25-B939-5052-8EE1-389CDB59E03E}"/>
              </a:ext>
            </a:extLst>
          </p:cNvPr>
          <p:cNvSpPr/>
          <p:nvPr/>
        </p:nvSpPr>
        <p:spPr>
          <a:xfrm>
            <a:off x="2265870" y="504399"/>
            <a:ext cx="7660257" cy="49420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5908AF-B8E2-7DD5-CDCF-BADEEF5D3E9A}"/>
              </a:ext>
            </a:extLst>
          </p:cNvPr>
          <p:cNvSpPr/>
          <p:nvPr/>
        </p:nvSpPr>
        <p:spPr>
          <a:xfrm>
            <a:off x="7631791" y="1411538"/>
            <a:ext cx="2201174" cy="629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Cambria Math" panose="02040503050406030204" pitchFamily="18" charset="0"/>
                <a:ea typeface="Cambria Math" panose="02040503050406030204" pitchFamily="18" charset="0"/>
              </a:rPr>
              <a:t>Decision Tree 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21E21-63DE-EC67-B6EF-80FB8F47CF09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6095997" y="2041266"/>
            <a:ext cx="2" cy="15598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75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270322-34F1-055C-A93F-A8F11E818FE3}"/>
              </a:ext>
            </a:extLst>
          </p:cNvPr>
          <p:cNvSpPr txBox="1"/>
          <p:nvPr/>
        </p:nvSpPr>
        <p:spPr>
          <a:xfrm>
            <a:off x="3990619" y="35803"/>
            <a:ext cx="41989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Neural Networks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842C22-8162-CD58-0A4B-09256CA65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54" y="2131016"/>
            <a:ext cx="10934700" cy="44365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463F01-6803-56E8-142A-4F262A681731}"/>
              </a:ext>
            </a:extLst>
          </p:cNvPr>
          <p:cNvSpPr txBox="1"/>
          <p:nvPr/>
        </p:nvSpPr>
        <p:spPr>
          <a:xfrm>
            <a:off x="285279" y="6496437"/>
            <a:ext cx="1603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Neurons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D15303-DCDD-A481-64CE-E9F55ABA3ACF}"/>
              </a:ext>
            </a:extLst>
          </p:cNvPr>
          <p:cNvSpPr txBox="1"/>
          <p:nvPr/>
        </p:nvSpPr>
        <p:spPr>
          <a:xfrm>
            <a:off x="5185016" y="5973856"/>
            <a:ext cx="181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Hidden Neurons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83EC6-1A33-0731-9D1B-61BB2C7363F7}"/>
              </a:ext>
            </a:extLst>
          </p:cNvPr>
          <p:cNvSpPr txBox="1"/>
          <p:nvPr/>
        </p:nvSpPr>
        <p:spPr>
          <a:xfrm>
            <a:off x="10266166" y="5311848"/>
            <a:ext cx="1789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Neurons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9CD2B5-147F-F1ED-D88F-32414D98439C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630440" y="2045416"/>
            <a:ext cx="314240" cy="851693"/>
          </a:xfrm>
          <a:prstGeom prst="straightConnector1">
            <a:avLst/>
          </a:prstGeom>
          <a:ln w="63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8FB593D-CF7B-B2E2-D044-250C3375185F}"/>
              </a:ext>
            </a:extLst>
          </p:cNvPr>
          <p:cNvSpPr/>
          <p:nvPr/>
        </p:nvSpPr>
        <p:spPr>
          <a:xfrm>
            <a:off x="2710240" y="887176"/>
            <a:ext cx="2468880" cy="11582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“connection”/ pathway has a weight associated with it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9C143F9-6EA0-B894-4A43-F2701B5FE9F3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944680" y="2045416"/>
            <a:ext cx="3397041" cy="2897055"/>
          </a:xfrm>
          <a:prstGeom prst="straightConnector1">
            <a:avLst/>
          </a:prstGeom>
          <a:ln w="63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E5E9C1DF-7563-2D70-5505-DA73CB560867}"/>
              </a:ext>
            </a:extLst>
          </p:cNvPr>
          <p:cNvSpPr/>
          <p:nvPr/>
        </p:nvSpPr>
        <p:spPr>
          <a:xfrm>
            <a:off x="8624945" y="1030860"/>
            <a:ext cx="2932509" cy="180087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is decided by comparing final layer neuron outputs. The neuron with the highest value indicates the predicted class.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A0EE181-40C8-452A-8D8B-1C149778FC03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10091200" y="2831730"/>
            <a:ext cx="957185" cy="1051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F53F7EB-322A-F30D-1F07-A0FB94CBCF24}"/>
              </a:ext>
            </a:extLst>
          </p:cNvPr>
          <p:cNvCxnSpPr>
            <a:cxnSpLocks/>
            <a:stCxn id="99" idx="2"/>
          </p:cNvCxnSpPr>
          <p:nvPr/>
        </p:nvCxnSpPr>
        <p:spPr>
          <a:xfrm>
            <a:off x="10091200" y="2831730"/>
            <a:ext cx="957185" cy="1594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4453E358-15B0-2567-D1B0-8D0552AFB05D}"/>
              </a:ext>
            </a:extLst>
          </p:cNvPr>
          <p:cNvSpPr/>
          <p:nvPr/>
        </p:nvSpPr>
        <p:spPr>
          <a:xfrm>
            <a:off x="6051126" y="887176"/>
            <a:ext cx="1603388" cy="160669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neuron’s value is the sum of input values to it.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0D30F77-BCC6-92F9-B4B7-5D5345A68509}"/>
              </a:ext>
            </a:extLst>
          </p:cNvPr>
          <p:cNvCxnSpPr>
            <a:stCxn id="111" idx="2"/>
          </p:cNvCxnSpPr>
          <p:nvPr/>
        </p:nvCxnSpPr>
        <p:spPr>
          <a:xfrm>
            <a:off x="6852820" y="2493867"/>
            <a:ext cx="4101873" cy="1996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CB68610-946B-FB93-E835-1F55B5C7159F}"/>
              </a:ext>
            </a:extLst>
          </p:cNvPr>
          <p:cNvCxnSpPr>
            <a:stCxn id="111" idx="2"/>
          </p:cNvCxnSpPr>
          <p:nvPr/>
        </p:nvCxnSpPr>
        <p:spPr>
          <a:xfrm flipH="1">
            <a:off x="6219731" y="2493867"/>
            <a:ext cx="633089" cy="71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9BBAD0-0CAC-C4D6-C32E-231F38E40939}"/>
              </a:ext>
            </a:extLst>
          </p:cNvPr>
          <p:cNvCxnSpPr>
            <a:stCxn id="111" idx="2"/>
          </p:cNvCxnSpPr>
          <p:nvPr/>
        </p:nvCxnSpPr>
        <p:spPr>
          <a:xfrm flipH="1">
            <a:off x="1086973" y="2493867"/>
            <a:ext cx="5765847" cy="2739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3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27248-7039-5022-249F-5C08DC44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DDDF5-F0F8-804B-067A-22ACE03B36FC}"/>
              </a:ext>
            </a:extLst>
          </p:cNvPr>
          <p:cNvSpPr/>
          <p:nvPr/>
        </p:nvSpPr>
        <p:spPr>
          <a:xfrm>
            <a:off x="476251" y="1249613"/>
            <a:ext cx="2201174" cy="62972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>
                <a:latin typeface="Cambria Math" panose="02040503050406030204" pitchFamily="18" charset="0"/>
                <a:ea typeface="Cambria Math" panose="02040503050406030204" pitchFamily="18" charset="0"/>
              </a:rPr>
              <a:t>Image Input</a:t>
            </a:r>
            <a:endParaRPr lang="en-US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F3120C-0F3C-FD30-878D-2FB1D946CA81}"/>
              </a:ext>
            </a:extLst>
          </p:cNvPr>
          <p:cNvSpPr/>
          <p:nvPr/>
        </p:nvSpPr>
        <p:spPr>
          <a:xfrm>
            <a:off x="1208418" y="1949198"/>
            <a:ext cx="2938014" cy="62972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>
                <a:latin typeface="Cambria Math" panose="02040503050406030204" pitchFamily="18" charset="0"/>
                <a:ea typeface="Cambria Math" panose="02040503050406030204" pitchFamily="18" charset="0"/>
              </a:rPr>
              <a:t>Convolution Layer</a:t>
            </a:r>
            <a:endParaRPr lang="en-US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FF275D-3E58-9CDF-5570-B0E7AF3A19A9}"/>
              </a:ext>
            </a:extLst>
          </p:cNvPr>
          <p:cNvSpPr/>
          <p:nvPr/>
        </p:nvSpPr>
        <p:spPr>
          <a:xfrm>
            <a:off x="6920791" y="4066991"/>
            <a:ext cx="2425461" cy="629728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Flattened Vector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5D735-6855-DA5C-16C6-9B7B84FF2B17}"/>
              </a:ext>
            </a:extLst>
          </p:cNvPr>
          <p:cNvSpPr txBox="1"/>
          <p:nvPr/>
        </p:nvSpPr>
        <p:spPr>
          <a:xfrm>
            <a:off x="2286435" y="35803"/>
            <a:ext cx="760733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latin typeface="Cambria Math" panose="02040503050406030204" pitchFamily="18" charset="0"/>
                <a:ea typeface="Cambria Math" panose="02040503050406030204" pitchFamily="18" charset="0"/>
              </a:rPr>
              <a:t>Convolutional Neural Networks</a:t>
            </a:r>
          </a:p>
          <a:p>
            <a:pPr algn="ctr"/>
            <a:r>
              <a:rPr lang="en-US" sz="2400" b="1">
                <a:latin typeface="Cambria Math" panose="02040503050406030204" pitchFamily="18" charset="0"/>
                <a:ea typeface="Cambria Math" panose="02040503050406030204" pitchFamily="18" charset="0"/>
              </a:rPr>
              <a:t>Broad Overview</a:t>
            </a:r>
            <a:endParaRPr lang="en-US" sz="2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FA32B2-34B7-2237-233B-719CAB8121BF}"/>
              </a:ext>
            </a:extLst>
          </p:cNvPr>
          <p:cNvSpPr/>
          <p:nvPr/>
        </p:nvSpPr>
        <p:spPr>
          <a:xfrm>
            <a:off x="2202755" y="2655129"/>
            <a:ext cx="3887351" cy="629728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>
                <a:latin typeface="Cambria Math" panose="02040503050406030204" pitchFamily="18" charset="0"/>
                <a:ea typeface="Cambria Math" panose="02040503050406030204" pitchFamily="18" charset="0"/>
              </a:rPr>
              <a:t>Rectified Linear Unit (ReLU)</a:t>
            </a:r>
            <a:endParaRPr lang="en-US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BA4618-78D6-16D3-7B8C-FDE4860610DA}"/>
              </a:ext>
            </a:extLst>
          </p:cNvPr>
          <p:cNvSpPr/>
          <p:nvPr/>
        </p:nvSpPr>
        <p:spPr>
          <a:xfrm>
            <a:off x="4046689" y="3361060"/>
            <a:ext cx="4086833" cy="62972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Pooling Layer (reducing size)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D75098-F7CF-C534-B5D0-1243D5636E8B}"/>
              </a:ext>
            </a:extLst>
          </p:cNvPr>
          <p:cNvSpPr/>
          <p:nvPr/>
        </p:nvSpPr>
        <p:spPr>
          <a:xfrm>
            <a:off x="8133521" y="4772922"/>
            <a:ext cx="2425461" cy="62972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Neural Network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C421E4-BD7C-67A0-0887-57B9AA801490}"/>
              </a:ext>
            </a:extLst>
          </p:cNvPr>
          <p:cNvSpPr/>
          <p:nvPr/>
        </p:nvSpPr>
        <p:spPr>
          <a:xfrm>
            <a:off x="9458395" y="5478853"/>
            <a:ext cx="2201174" cy="62972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>
                <a:latin typeface="Cambria Math" panose="02040503050406030204" pitchFamily="18" charset="0"/>
                <a:ea typeface="Cambria Math" panose="02040503050406030204" pitchFamily="18" charset="0"/>
              </a:rPr>
              <a:t>Result</a:t>
            </a:r>
            <a:endParaRPr lang="en-US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9E8B53-F397-DE1E-4F6F-E81085113AC4}"/>
              </a:ext>
            </a:extLst>
          </p:cNvPr>
          <p:cNvSpPr/>
          <p:nvPr/>
        </p:nvSpPr>
        <p:spPr>
          <a:xfrm>
            <a:off x="1140737" y="1914525"/>
            <a:ext cx="10518832" cy="2116931"/>
          </a:xfrm>
          <a:prstGeom prst="roundRect">
            <a:avLst>
              <a:gd name="adj" fmla="val 5548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C45DA4D-2CD7-4690-FF25-68DE9E66096D}"/>
              </a:ext>
            </a:extLst>
          </p:cNvPr>
          <p:cNvSpPr/>
          <p:nvPr/>
        </p:nvSpPr>
        <p:spPr>
          <a:xfrm>
            <a:off x="7239000" y="1913663"/>
            <a:ext cx="4420569" cy="629729"/>
          </a:xfrm>
          <a:prstGeom prst="roundRect">
            <a:avLst>
              <a:gd name="adj" fmla="val 1370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This section will feed into another section like itself if there are additional layers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80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C779-7360-1F4B-AA64-9EB85220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9B2C177-D601-877C-6862-D31F3DC1DDFA}"/>
              </a:ext>
            </a:extLst>
          </p:cNvPr>
          <p:cNvSpPr/>
          <p:nvPr/>
        </p:nvSpPr>
        <p:spPr>
          <a:xfrm>
            <a:off x="3177184" y="2500075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3" name="Picture 12" descr="A black and white image of a letter&#10;&#10;Description automatically generated with medium confidence">
            <a:extLst>
              <a:ext uri="{FF2B5EF4-FFF2-40B4-BE49-F238E27FC236}">
                <a16:creationId xmlns:a16="http://schemas.microsoft.com/office/drawing/2014/main" id="{6A8A2370-A939-4C06-E24B-6889C897D0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664" t="6595" r="51164" b="7170"/>
          <a:stretch/>
        </p:blipFill>
        <p:spPr>
          <a:xfrm>
            <a:off x="310479" y="2580237"/>
            <a:ext cx="2399169" cy="2399169"/>
          </a:xfrm>
          <a:prstGeom prst="rect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3C134E-87F2-5DB3-AECE-303EDC9D410C}"/>
              </a:ext>
            </a:extLst>
          </p:cNvPr>
          <p:cNvSpPr/>
          <p:nvPr/>
        </p:nvSpPr>
        <p:spPr>
          <a:xfrm>
            <a:off x="1412432" y="4303585"/>
            <a:ext cx="266700" cy="26987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5099D8-29A4-5A9A-59C6-40CFC84D5BA7}"/>
              </a:ext>
            </a:extLst>
          </p:cNvPr>
          <p:cNvSpPr/>
          <p:nvPr/>
        </p:nvSpPr>
        <p:spPr>
          <a:xfrm>
            <a:off x="3255239" y="25802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F1A40E-81E4-AFED-9F91-A9F5C382B661}"/>
              </a:ext>
            </a:extLst>
          </p:cNvPr>
          <p:cNvSpPr/>
          <p:nvPr/>
        </p:nvSpPr>
        <p:spPr>
          <a:xfrm>
            <a:off x="3331439" y="26564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905327-08C1-72BC-9DE8-92D5B87738A9}"/>
              </a:ext>
            </a:extLst>
          </p:cNvPr>
          <p:cNvSpPr/>
          <p:nvPr/>
        </p:nvSpPr>
        <p:spPr>
          <a:xfrm>
            <a:off x="3407639" y="27326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4649EA-47A2-AA3C-0D05-FC83EEEFB5A9}"/>
              </a:ext>
            </a:extLst>
          </p:cNvPr>
          <p:cNvSpPr/>
          <p:nvPr/>
        </p:nvSpPr>
        <p:spPr>
          <a:xfrm>
            <a:off x="3483839" y="28088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4B8AD7-1A0C-36AC-EAB5-DDA8B74D2D77}"/>
              </a:ext>
            </a:extLst>
          </p:cNvPr>
          <p:cNvSpPr/>
          <p:nvPr/>
        </p:nvSpPr>
        <p:spPr>
          <a:xfrm>
            <a:off x="3560039" y="28850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FF721A-3695-C101-1D23-F5EBA3F2EEAC}"/>
              </a:ext>
            </a:extLst>
          </p:cNvPr>
          <p:cNvSpPr/>
          <p:nvPr/>
        </p:nvSpPr>
        <p:spPr>
          <a:xfrm>
            <a:off x="3632529" y="29650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EF16F9-BAC1-B58B-D9CA-E2A98F82C66B}"/>
              </a:ext>
            </a:extLst>
          </p:cNvPr>
          <p:cNvSpPr/>
          <p:nvPr/>
        </p:nvSpPr>
        <p:spPr>
          <a:xfrm>
            <a:off x="3710584" y="30412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DF9387-F15E-FFD1-61C5-92035EC2932B}"/>
              </a:ext>
            </a:extLst>
          </p:cNvPr>
          <p:cNvSpPr/>
          <p:nvPr/>
        </p:nvSpPr>
        <p:spPr>
          <a:xfrm>
            <a:off x="3786784" y="31174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9AFF58-E351-6761-038F-8447CC753EBE}"/>
              </a:ext>
            </a:extLst>
          </p:cNvPr>
          <p:cNvSpPr/>
          <p:nvPr/>
        </p:nvSpPr>
        <p:spPr>
          <a:xfrm>
            <a:off x="3861129" y="31936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C5A399-58BF-7AAD-2417-2C8EB022E1F4}"/>
              </a:ext>
            </a:extLst>
          </p:cNvPr>
          <p:cNvSpPr/>
          <p:nvPr/>
        </p:nvSpPr>
        <p:spPr>
          <a:xfrm>
            <a:off x="3939184" y="3273854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BA4F95-5328-DCBB-1492-CC8E4871D358}"/>
              </a:ext>
            </a:extLst>
          </p:cNvPr>
          <p:cNvSpPr/>
          <p:nvPr/>
        </p:nvSpPr>
        <p:spPr>
          <a:xfrm>
            <a:off x="4013529" y="334687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236B9D-B755-D45F-DC3F-72DE0B065DC3}"/>
              </a:ext>
            </a:extLst>
          </p:cNvPr>
          <p:cNvSpPr/>
          <p:nvPr/>
        </p:nvSpPr>
        <p:spPr>
          <a:xfrm>
            <a:off x="4091584" y="3419890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CF4BAC-F71A-090D-717B-C3510B9BA765}"/>
              </a:ext>
            </a:extLst>
          </p:cNvPr>
          <p:cNvSpPr/>
          <p:nvPr/>
        </p:nvSpPr>
        <p:spPr>
          <a:xfrm>
            <a:off x="4169639" y="3494637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B54190-29A6-14C9-B238-19457BE6F200}"/>
              </a:ext>
            </a:extLst>
          </p:cNvPr>
          <p:cNvSpPr/>
          <p:nvPr/>
        </p:nvSpPr>
        <p:spPr>
          <a:xfrm>
            <a:off x="4243984" y="35746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45E813-7775-1C51-05A1-4838C6E0BB1A}"/>
              </a:ext>
            </a:extLst>
          </p:cNvPr>
          <p:cNvSpPr/>
          <p:nvPr/>
        </p:nvSpPr>
        <p:spPr>
          <a:xfrm>
            <a:off x="4318329" y="3650892"/>
            <a:ext cx="1828800" cy="18288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B52DCA-A6C6-82C0-C564-6ABD72B5FCD0}"/>
              </a:ext>
            </a:extLst>
          </p:cNvPr>
          <p:cNvSpPr/>
          <p:nvPr/>
        </p:nvSpPr>
        <p:spPr>
          <a:xfrm>
            <a:off x="5132321" y="4873947"/>
            <a:ext cx="71438" cy="69163"/>
          </a:xfrm>
          <a:prstGeom prst="rect">
            <a:avLst/>
          </a:prstGeom>
          <a:solidFill>
            <a:srgbClr val="FFFF00">
              <a:alpha val="30196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09B774-D970-8EBF-D9AA-6C9507137C8E}"/>
              </a:ext>
            </a:extLst>
          </p:cNvPr>
          <p:cNvCxnSpPr>
            <a:cxnSpLocks/>
          </p:cNvCxnSpPr>
          <p:nvPr/>
        </p:nvCxnSpPr>
        <p:spPr>
          <a:xfrm flipH="1" flipV="1">
            <a:off x="1679132" y="4303585"/>
            <a:ext cx="3453189" cy="566507"/>
          </a:xfrm>
          <a:prstGeom prst="line">
            <a:avLst/>
          </a:prstGeom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F97F274-FC8E-0A9C-20FB-801D30985843}"/>
              </a:ext>
            </a:extLst>
          </p:cNvPr>
          <p:cNvCxnSpPr>
            <a:cxnSpLocks/>
          </p:cNvCxnSpPr>
          <p:nvPr/>
        </p:nvCxnSpPr>
        <p:spPr>
          <a:xfrm flipH="1" flipV="1">
            <a:off x="1679132" y="4573460"/>
            <a:ext cx="3453189" cy="369650"/>
          </a:xfrm>
          <a:prstGeom prst="line">
            <a:avLst/>
          </a:prstGeom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0206E60-4C16-5278-007C-B2FF67CF4307}"/>
              </a:ext>
            </a:extLst>
          </p:cNvPr>
          <p:cNvCxnSpPr>
            <a:cxnSpLocks/>
          </p:cNvCxnSpPr>
          <p:nvPr/>
        </p:nvCxnSpPr>
        <p:spPr>
          <a:xfrm>
            <a:off x="2935984" y="923453"/>
            <a:ext cx="0" cy="4834551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0B98326-614A-51B3-A931-EF089E1E5703}"/>
              </a:ext>
            </a:extLst>
          </p:cNvPr>
          <p:cNvCxnSpPr>
            <a:cxnSpLocks/>
          </p:cNvCxnSpPr>
          <p:nvPr/>
        </p:nvCxnSpPr>
        <p:spPr>
          <a:xfrm>
            <a:off x="6320471" y="923453"/>
            <a:ext cx="0" cy="4834551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95B2923-285A-3D87-490D-B1DCB191867E}"/>
              </a:ext>
            </a:extLst>
          </p:cNvPr>
          <p:cNvSpPr/>
          <p:nvPr/>
        </p:nvSpPr>
        <p:spPr>
          <a:xfrm>
            <a:off x="6493814" y="2500075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66AD248-4F13-3700-2DF1-28819EF7267E}"/>
              </a:ext>
            </a:extLst>
          </p:cNvPr>
          <p:cNvSpPr/>
          <p:nvPr/>
        </p:nvSpPr>
        <p:spPr>
          <a:xfrm>
            <a:off x="6571869" y="25802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3D6C8F-B07C-74D4-B47D-F21C19CB3E74}"/>
              </a:ext>
            </a:extLst>
          </p:cNvPr>
          <p:cNvSpPr/>
          <p:nvPr/>
        </p:nvSpPr>
        <p:spPr>
          <a:xfrm>
            <a:off x="6648069" y="26564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42CCB2-83C8-2ED3-49E3-DA647F3F5129}"/>
              </a:ext>
            </a:extLst>
          </p:cNvPr>
          <p:cNvSpPr/>
          <p:nvPr/>
        </p:nvSpPr>
        <p:spPr>
          <a:xfrm>
            <a:off x="6724269" y="27326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2C04AB-002F-7233-DC58-97B39A36B9A1}"/>
              </a:ext>
            </a:extLst>
          </p:cNvPr>
          <p:cNvSpPr/>
          <p:nvPr/>
        </p:nvSpPr>
        <p:spPr>
          <a:xfrm>
            <a:off x="6800469" y="28088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7E607E5-E6C3-D4ED-08D2-5B94604F9EBE}"/>
              </a:ext>
            </a:extLst>
          </p:cNvPr>
          <p:cNvSpPr/>
          <p:nvPr/>
        </p:nvSpPr>
        <p:spPr>
          <a:xfrm>
            <a:off x="6876669" y="28850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750D56B-1AA7-D9BF-194B-67DA8D8640E7}"/>
              </a:ext>
            </a:extLst>
          </p:cNvPr>
          <p:cNvSpPr/>
          <p:nvPr/>
        </p:nvSpPr>
        <p:spPr>
          <a:xfrm>
            <a:off x="6949159" y="29650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76DCD4D-4AD9-68BC-7D4F-1AF9C33A6379}"/>
              </a:ext>
            </a:extLst>
          </p:cNvPr>
          <p:cNvSpPr/>
          <p:nvPr/>
        </p:nvSpPr>
        <p:spPr>
          <a:xfrm>
            <a:off x="7027214" y="30412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3C89E8D-3518-CB21-D6BE-3F401596A287}"/>
              </a:ext>
            </a:extLst>
          </p:cNvPr>
          <p:cNvSpPr/>
          <p:nvPr/>
        </p:nvSpPr>
        <p:spPr>
          <a:xfrm>
            <a:off x="7103414" y="31174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3272560-855A-3A08-F85E-40FCF6B0FFAD}"/>
              </a:ext>
            </a:extLst>
          </p:cNvPr>
          <p:cNvSpPr/>
          <p:nvPr/>
        </p:nvSpPr>
        <p:spPr>
          <a:xfrm>
            <a:off x="7177759" y="31936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22EC34-3B4C-757F-709E-E3D3DA963BA3}"/>
              </a:ext>
            </a:extLst>
          </p:cNvPr>
          <p:cNvSpPr/>
          <p:nvPr/>
        </p:nvSpPr>
        <p:spPr>
          <a:xfrm>
            <a:off x="7255814" y="3273854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2283B96-BBD7-72B7-8A58-D617838F0CF7}"/>
              </a:ext>
            </a:extLst>
          </p:cNvPr>
          <p:cNvSpPr/>
          <p:nvPr/>
        </p:nvSpPr>
        <p:spPr>
          <a:xfrm>
            <a:off x="7330159" y="334687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BEDFD62-85F9-3A57-9763-1D265A86718D}"/>
              </a:ext>
            </a:extLst>
          </p:cNvPr>
          <p:cNvSpPr/>
          <p:nvPr/>
        </p:nvSpPr>
        <p:spPr>
          <a:xfrm>
            <a:off x="7408214" y="3419890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EC5777B-B817-B32C-9BBE-7E97C14B1FA4}"/>
              </a:ext>
            </a:extLst>
          </p:cNvPr>
          <p:cNvSpPr/>
          <p:nvPr/>
        </p:nvSpPr>
        <p:spPr>
          <a:xfrm>
            <a:off x="7486269" y="3494637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3CD4C1C-FCEB-F01F-5408-3E04BFAD28F1}"/>
              </a:ext>
            </a:extLst>
          </p:cNvPr>
          <p:cNvSpPr/>
          <p:nvPr/>
        </p:nvSpPr>
        <p:spPr>
          <a:xfrm>
            <a:off x="7560614" y="35746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54E421-2BCF-8330-E962-01D06AE57813}"/>
              </a:ext>
            </a:extLst>
          </p:cNvPr>
          <p:cNvSpPr/>
          <p:nvPr/>
        </p:nvSpPr>
        <p:spPr>
          <a:xfrm>
            <a:off x="7634959" y="3650892"/>
            <a:ext cx="1828800" cy="1828800"/>
          </a:xfrm>
          <a:prstGeom prst="rect">
            <a:avLst/>
          </a:prstGeom>
          <a:solidFill>
            <a:srgbClr val="EEA4E3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0FBF431-22A6-D364-9717-FBB892489700}"/>
              </a:ext>
            </a:extLst>
          </p:cNvPr>
          <p:cNvSpPr/>
          <p:nvPr/>
        </p:nvSpPr>
        <p:spPr>
          <a:xfrm>
            <a:off x="9778895" y="3410620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514E6A6-4D63-32E9-2E05-86B307225C63}"/>
              </a:ext>
            </a:extLst>
          </p:cNvPr>
          <p:cNvSpPr/>
          <p:nvPr/>
        </p:nvSpPr>
        <p:spPr>
          <a:xfrm>
            <a:off x="9856950" y="34907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1F6CCEE-0860-8FD2-5791-4F936443A92F}"/>
              </a:ext>
            </a:extLst>
          </p:cNvPr>
          <p:cNvSpPr/>
          <p:nvPr/>
        </p:nvSpPr>
        <p:spPr>
          <a:xfrm>
            <a:off x="9933150" y="35669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EF3FB93-5737-6D4D-7990-E4C62C1C573B}"/>
              </a:ext>
            </a:extLst>
          </p:cNvPr>
          <p:cNvSpPr/>
          <p:nvPr/>
        </p:nvSpPr>
        <p:spPr>
          <a:xfrm>
            <a:off x="10009350" y="36431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B442BBE-FAE9-ABDE-E755-AC68750E8E08}"/>
              </a:ext>
            </a:extLst>
          </p:cNvPr>
          <p:cNvSpPr/>
          <p:nvPr/>
        </p:nvSpPr>
        <p:spPr>
          <a:xfrm>
            <a:off x="10085550" y="37193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03BC8ED-ABCE-4209-0DCE-554D9B1D8C62}"/>
              </a:ext>
            </a:extLst>
          </p:cNvPr>
          <p:cNvSpPr/>
          <p:nvPr/>
        </p:nvSpPr>
        <p:spPr>
          <a:xfrm>
            <a:off x="10161750" y="37955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D45EEAF-40DA-EE22-53B4-DA94B2099ED9}"/>
              </a:ext>
            </a:extLst>
          </p:cNvPr>
          <p:cNvSpPr/>
          <p:nvPr/>
        </p:nvSpPr>
        <p:spPr>
          <a:xfrm>
            <a:off x="10234240" y="38756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DA33952-B530-F9E2-521C-446537AFC465}"/>
              </a:ext>
            </a:extLst>
          </p:cNvPr>
          <p:cNvSpPr/>
          <p:nvPr/>
        </p:nvSpPr>
        <p:spPr>
          <a:xfrm>
            <a:off x="10312295" y="39518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43818BB-B226-8BC0-7CAC-BFA5E8993E49}"/>
              </a:ext>
            </a:extLst>
          </p:cNvPr>
          <p:cNvSpPr/>
          <p:nvPr/>
        </p:nvSpPr>
        <p:spPr>
          <a:xfrm>
            <a:off x="10388495" y="40280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E62D24B-8CD5-59EF-A075-39D232E8925F}"/>
              </a:ext>
            </a:extLst>
          </p:cNvPr>
          <p:cNvSpPr/>
          <p:nvPr/>
        </p:nvSpPr>
        <p:spPr>
          <a:xfrm>
            <a:off x="10462840" y="41042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E68AA0C-5835-CDF4-1F7E-E1E662E678C3}"/>
              </a:ext>
            </a:extLst>
          </p:cNvPr>
          <p:cNvSpPr/>
          <p:nvPr/>
        </p:nvSpPr>
        <p:spPr>
          <a:xfrm>
            <a:off x="10540895" y="418439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D6C06C8-0744-89BA-E97A-5B8F3758815D}"/>
              </a:ext>
            </a:extLst>
          </p:cNvPr>
          <p:cNvSpPr/>
          <p:nvPr/>
        </p:nvSpPr>
        <p:spPr>
          <a:xfrm>
            <a:off x="10615240" y="425741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105BE87-16A8-09A9-6F4F-20892C914615}"/>
              </a:ext>
            </a:extLst>
          </p:cNvPr>
          <p:cNvSpPr/>
          <p:nvPr/>
        </p:nvSpPr>
        <p:spPr>
          <a:xfrm>
            <a:off x="10693295" y="4330435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460DF61-0840-FA71-FFD0-D5FC1AF5CB85}"/>
              </a:ext>
            </a:extLst>
          </p:cNvPr>
          <p:cNvSpPr/>
          <p:nvPr/>
        </p:nvSpPr>
        <p:spPr>
          <a:xfrm>
            <a:off x="10771350" y="440518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2CD3FD1-F26B-4CAB-6849-5485E3121CA2}"/>
              </a:ext>
            </a:extLst>
          </p:cNvPr>
          <p:cNvSpPr/>
          <p:nvPr/>
        </p:nvSpPr>
        <p:spPr>
          <a:xfrm>
            <a:off x="10845695" y="44852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109FC7F-DF2E-BC86-C5CF-82363BC50347}"/>
              </a:ext>
            </a:extLst>
          </p:cNvPr>
          <p:cNvSpPr/>
          <p:nvPr/>
        </p:nvSpPr>
        <p:spPr>
          <a:xfrm>
            <a:off x="10920040" y="456143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931A8D3-BCF8-F50C-E071-B42ABAF8A7E9}"/>
              </a:ext>
            </a:extLst>
          </p:cNvPr>
          <p:cNvCxnSpPr>
            <a:cxnSpLocks/>
          </p:cNvCxnSpPr>
          <p:nvPr/>
        </p:nvCxnSpPr>
        <p:spPr>
          <a:xfrm>
            <a:off x="9637101" y="923453"/>
            <a:ext cx="0" cy="4834551"/>
          </a:xfrm>
          <a:prstGeom prst="line">
            <a:avLst/>
          </a:prstGeom>
          <a:ln w="38100"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954C5B1-FE2C-EC5F-4724-293356EB5638}"/>
              </a:ext>
            </a:extLst>
          </p:cNvPr>
          <p:cNvSpPr/>
          <p:nvPr/>
        </p:nvSpPr>
        <p:spPr>
          <a:xfrm>
            <a:off x="9307721" y="3657587"/>
            <a:ext cx="146304" cy="146304"/>
          </a:xfrm>
          <a:prstGeom prst="rect">
            <a:avLst/>
          </a:prstGeom>
          <a:solidFill>
            <a:srgbClr val="FFFF00">
              <a:alpha val="30196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3A270EE-40F3-6709-3835-3634E7D9C923}"/>
              </a:ext>
            </a:extLst>
          </p:cNvPr>
          <p:cNvSpPr/>
          <p:nvPr/>
        </p:nvSpPr>
        <p:spPr>
          <a:xfrm>
            <a:off x="11752395" y="4572436"/>
            <a:ext cx="71438" cy="69163"/>
          </a:xfrm>
          <a:prstGeom prst="rect">
            <a:avLst/>
          </a:prstGeom>
          <a:solidFill>
            <a:srgbClr val="FFFF00">
              <a:alpha val="30196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B5451B3-F568-0EBF-7B99-70F5D4E1D46B}"/>
              </a:ext>
            </a:extLst>
          </p:cNvPr>
          <p:cNvCxnSpPr>
            <a:cxnSpLocks/>
          </p:cNvCxnSpPr>
          <p:nvPr/>
        </p:nvCxnSpPr>
        <p:spPr>
          <a:xfrm flipH="1" flipV="1">
            <a:off x="9463759" y="3656889"/>
            <a:ext cx="2288636" cy="910950"/>
          </a:xfrm>
          <a:prstGeom prst="line">
            <a:avLst/>
          </a:prstGeom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0349276-4604-48A8-2C46-5CBD17EB3DAA}"/>
              </a:ext>
            </a:extLst>
          </p:cNvPr>
          <p:cNvCxnSpPr>
            <a:cxnSpLocks/>
          </p:cNvCxnSpPr>
          <p:nvPr/>
        </p:nvCxnSpPr>
        <p:spPr>
          <a:xfrm flipH="1" flipV="1">
            <a:off x="9463759" y="3805839"/>
            <a:ext cx="2288636" cy="835760"/>
          </a:xfrm>
          <a:prstGeom prst="line">
            <a:avLst/>
          </a:prstGeom>
          <a:ln w="9525">
            <a:solidFill>
              <a:srgbClr val="FF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C6543B3F-19EE-25AC-8914-047E18AC42D9}"/>
              </a:ext>
            </a:extLst>
          </p:cNvPr>
          <p:cNvCxnSpPr>
            <a:cxnSpLocks/>
            <a:stCxn id="33" idx="2"/>
            <a:endCxn id="89" idx="2"/>
          </p:cNvCxnSpPr>
          <p:nvPr/>
        </p:nvCxnSpPr>
        <p:spPr>
          <a:xfrm rot="16200000" flipH="1">
            <a:off x="6891044" y="3821377"/>
            <a:ext cx="12700" cy="3316630"/>
          </a:xfrm>
          <a:prstGeom prst="curvedConnector3">
            <a:avLst>
              <a:gd name="adj1" fmla="val 4722764"/>
            </a:avLst>
          </a:prstGeom>
          <a:ln w="28575">
            <a:solidFill>
              <a:schemeClr val="accent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76FA15D9-8B42-CC6D-2734-5F325B043134}"/>
              </a:ext>
            </a:extLst>
          </p:cNvPr>
          <p:cNvSpPr txBox="1"/>
          <p:nvPr/>
        </p:nvSpPr>
        <p:spPr>
          <a:xfrm>
            <a:off x="311950" y="838051"/>
            <a:ext cx="2440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Input Image [28x28]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1316502-A717-1218-8D20-AA0CEEA989C2}"/>
              </a:ext>
            </a:extLst>
          </p:cNvPr>
          <p:cNvCxnSpPr>
            <a:cxnSpLocks/>
            <a:stCxn id="126" idx="0"/>
          </p:cNvCxnSpPr>
          <p:nvPr/>
        </p:nvCxnSpPr>
        <p:spPr>
          <a:xfrm flipH="1" flipV="1">
            <a:off x="1688866" y="4584572"/>
            <a:ext cx="226690" cy="61706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01CE9593-DC7A-D2FD-4575-8BE1BA23F5E2}"/>
              </a:ext>
            </a:extLst>
          </p:cNvPr>
          <p:cNvSpPr txBox="1"/>
          <p:nvPr/>
        </p:nvSpPr>
        <p:spPr>
          <a:xfrm>
            <a:off x="1304864" y="5201638"/>
            <a:ext cx="1221384" cy="64633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Filter [3x3]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1FFFD13-23C6-38E4-7301-001478739C22}"/>
              </a:ext>
            </a:extLst>
          </p:cNvPr>
          <p:cNvSpPr txBox="1"/>
          <p:nvPr/>
        </p:nvSpPr>
        <p:spPr>
          <a:xfrm>
            <a:off x="5947709" y="6079543"/>
            <a:ext cx="1911101" cy="64633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Process</a:t>
            </a:r>
          </a:p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[de-linearization]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C1FF27C-BA57-8842-5BC3-683C288B7465}"/>
              </a:ext>
            </a:extLst>
          </p:cNvPr>
          <p:cNvSpPr/>
          <p:nvPr/>
        </p:nvSpPr>
        <p:spPr>
          <a:xfrm>
            <a:off x="3139934" y="1462812"/>
            <a:ext cx="3007195" cy="878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Each filter, also known as a "kernel," generates a distinct "feature map."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2DED1FE-651C-5D53-AFA1-8C5788215A12}"/>
              </a:ext>
            </a:extLst>
          </p:cNvPr>
          <p:cNvCxnSpPr>
            <a:cxnSpLocks/>
            <a:stCxn id="45" idx="0"/>
            <a:endCxn id="134" idx="2"/>
          </p:cNvCxnSpPr>
          <p:nvPr/>
        </p:nvCxnSpPr>
        <p:spPr>
          <a:xfrm flipV="1">
            <a:off x="4091584" y="2341376"/>
            <a:ext cx="551948" cy="158699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2B3D39A-EC4D-9BD1-0680-55A332DC77D1}"/>
              </a:ext>
            </a:extLst>
          </p:cNvPr>
          <p:cNvCxnSpPr>
            <a:cxnSpLocks/>
            <a:stCxn id="134" idx="2"/>
            <a:endCxn id="17" idx="0"/>
          </p:cNvCxnSpPr>
          <p:nvPr/>
        </p:nvCxnSpPr>
        <p:spPr>
          <a:xfrm flipH="1">
            <a:off x="4169639" y="2341376"/>
            <a:ext cx="473893" cy="2388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83033AA-5D9B-76E2-CE77-78CDD66B8037}"/>
              </a:ext>
            </a:extLst>
          </p:cNvPr>
          <p:cNvCxnSpPr>
            <a:cxnSpLocks/>
            <a:stCxn id="134" idx="2"/>
            <a:endCxn id="18" idx="0"/>
          </p:cNvCxnSpPr>
          <p:nvPr/>
        </p:nvCxnSpPr>
        <p:spPr>
          <a:xfrm flipH="1">
            <a:off x="4245839" y="2341376"/>
            <a:ext cx="397693" cy="3150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7313EE3-8D44-7B88-BCDC-4E0676D37AED}"/>
              </a:ext>
            </a:extLst>
          </p:cNvPr>
          <p:cNvCxnSpPr>
            <a:cxnSpLocks/>
            <a:stCxn id="134" idx="2"/>
            <a:endCxn id="33" idx="0"/>
          </p:cNvCxnSpPr>
          <p:nvPr/>
        </p:nvCxnSpPr>
        <p:spPr>
          <a:xfrm>
            <a:off x="4643532" y="2341376"/>
            <a:ext cx="589197" cy="13095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B85AA0C-6E94-5AFF-0403-2D19879B0D83}"/>
              </a:ext>
            </a:extLst>
          </p:cNvPr>
          <p:cNvCxnSpPr>
            <a:cxnSpLocks/>
            <a:stCxn id="134" idx="2"/>
            <a:endCxn id="32" idx="0"/>
          </p:cNvCxnSpPr>
          <p:nvPr/>
        </p:nvCxnSpPr>
        <p:spPr>
          <a:xfrm>
            <a:off x="4643532" y="2341376"/>
            <a:ext cx="514852" cy="1233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EEB30643-AA88-20D6-BD3A-9B9580A94344}"/>
              </a:ext>
            </a:extLst>
          </p:cNvPr>
          <p:cNvCxnSpPr>
            <a:cxnSpLocks/>
            <a:stCxn id="134" idx="2"/>
            <a:endCxn id="31" idx="0"/>
          </p:cNvCxnSpPr>
          <p:nvPr/>
        </p:nvCxnSpPr>
        <p:spPr>
          <a:xfrm>
            <a:off x="4643532" y="2341376"/>
            <a:ext cx="440507" cy="1153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8386F34-A175-17B6-55F9-A370A557471E}"/>
              </a:ext>
            </a:extLst>
          </p:cNvPr>
          <p:cNvCxnSpPr>
            <a:cxnSpLocks/>
            <a:stCxn id="134" idx="2"/>
            <a:endCxn id="30" idx="0"/>
          </p:cNvCxnSpPr>
          <p:nvPr/>
        </p:nvCxnSpPr>
        <p:spPr>
          <a:xfrm>
            <a:off x="4643532" y="2341376"/>
            <a:ext cx="362452" cy="107851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A9B3694-3756-886E-B4A6-4AE187C79331}"/>
              </a:ext>
            </a:extLst>
          </p:cNvPr>
          <p:cNvCxnSpPr>
            <a:cxnSpLocks/>
            <a:stCxn id="134" idx="2"/>
            <a:endCxn id="29" idx="0"/>
          </p:cNvCxnSpPr>
          <p:nvPr/>
        </p:nvCxnSpPr>
        <p:spPr>
          <a:xfrm>
            <a:off x="4643532" y="2341376"/>
            <a:ext cx="284397" cy="100549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BB2DEBB-8133-D9EC-4D05-9181DFC0A4B5}"/>
              </a:ext>
            </a:extLst>
          </p:cNvPr>
          <p:cNvCxnSpPr>
            <a:cxnSpLocks/>
            <a:stCxn id="134" idx="2"/>
            <a:endCxn id="28" idx="0"/>
          </p:cNvCxnSpPr>
          <p:nvPr/>
        </p:nvCxnSpPr>
        <p:spPr>
          <a:xfrm>
            <a:off x="4643532" y="2341376"/>
            <a:ext cx="210052" cy="93247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39ED3758-BAB9-E319-3058-3FD1B64E04B6}"/>
              </a:ext>
            </a:extLst>
          </p:cNvPr>
          <p:cNvCxnSpPr>
            <a:cxnSpLocks/>
            <a:stCxn id="134" idx="2"/>
            <a:endCxn id="27" idx="0"/>
          </p:cNvCxnSpPr>
          <p:nvPr/>
        </p:nvCxnSpPr>
        <p:spPr>
          <a:xfrm>
            <a:off x="4643532" y="2341376"/>
            <a:ext cx="131997" cy="852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F0EE9BD2-DEBF-51E3-2F6F-4A38772E4D3C}"/>
              </a:ext>
            </a:extLst>
          </p:cNvPr>
          <p:cNvCxnSpPr>
            <a:cxnSpLocks/>
            <a:stCxn id="134" idx="2"/>
            <a:endCxn id="26" idx="0"/>
          </p:cNvCxnSpPr>
          <p:nvPr/>
        </p:nvCxnSpPr>
        <p:spPr>
          <a:xfrm>
            <a:off x="4643532" y="2341376"/>
            <a:ext cx="57652" cy="7761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B6B20A7-BDF2-4EE0-2D8A-0D18DA01B7B2}"/>
              </a:ext>
            </a:extLst>
          </p:cNvPr>
          <p:cNvCxnSpPr>
            <a:cxnSpLocks/>
            <a:stCxn id="134" idx="2"/>
            <a:endCxn id="25" idx="0"/>
          </p:cNvCxnSpPr>
          <p:nvPr/>
        </p:nvCxnSpPr>
        <p:spPr>
          <a:xfrm flipH="1">
            <a:off x="4624984" y="2341376"/>
            <a:ext cx="18548" cy="6999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2E50F89-044C-5F7B-2808-5CDA49F62483}"/>
              </a:ext>
            </a:extLst>
          </p:cNvPr>
          <p:cNvCxnSpPr>
            <a:cxnSpLocks/>
            <a:stCxn id="134" idx="2"/>
            <a:endCxn id="24" idx="0"/>
          </p:cNvCxnSpPr>
          <p:nvPr/>
        </p:nvCxnSpPr>
        <p:spPr>
          <a:xfrm flipH="1">
            <a:off x="4546929" y="2341376"/>
            <a:ext cx="96603" cy="6237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363BC7C-CFE2-59DC-2961-FA5BF48003CE}"/>
              </a:ext>
            </a:extLst>
          </p:cNvPr>
          <p:cNvCxnSpPr>
            <a:cxnSpLocks/>
            <a:stCxn id="134" idx="2"/>
            <a:endCxn id="22" idx="0"/>
          </p:cNvCxnSpPr>
          <p:nvPr/>
        </p:nvCxnSpPr>
        <p:spPr>
          <a:xfrm flipH="1">
            <a:off x="4474439" y="2341376"/>
            <a:ext cx="169093" cy="5436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2C31942-B03D-CFDF-B09B-832015C03041}"/>
              </a:ext>
            </a:extLst>
          </p:cNvPr>
          <p:cNvCxnSpPr>
            <a:cxnSpLocks/>
            <a:stCxn id="134" idx="2"/>
            <a:endCxn id="20" idx="0"/>
          </p:cNvCxnSpPr>
          <p:nvPr/>
        </p:nvCxnSpPr>
        <p:spPr>
          <a:xfrm flipH="1">
            <a:off x="4398239" y="2341376"/>
            <a:ext cx="245293" cy="4674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9C1B091-77D9-06EE-4B08-36B4B4679D20}"/>
              </a:ext>
            </a:extLst>
          </p:cNvPr>
          <p:cNvCxnSpPr>
            <a:cxnSpLocks/>
            <a:stCxn id="134" idx="2"/>
            <a:endCxn id="19" idx="0"/>
          </p:cNvCxnSpPr>
          <p:nvPr/>
        </p:nvCxnSpPr>
        <p:spPr>
          <a:xfrm flipH="1">
            <a:off x="4322039" y="2341376"/>
            <a:ext cx="321493" cy="391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78B3F3B8-2BA4-2BCA-C4B9-8ACF77F9DE4B}"/>
              </a:ext>
            </a:extLst>
          </p:cNvPr>
          <p:cNvSpPr txBox="1"/>
          <p:nvPr/>
        </p:nvSpPr>
        <p:spPr>
          <a:xfrm>
            <a:off x="3001106" y="838051"/>
            <a:ext cx="3241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Convolved Layer(s) [24x24]</a:t>
            </a: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67926D35-0DA4-1CA1-ADB2-D348942BC65B}"/>
              </a:ext>
            </a:extLst>
          </p:cNvPr>
          <p:cNvSpPr/>
          <p:nvPr/>
        </p:nvSpPr>
        <p:spPr>
          <a:xfrm>
            <a:off x="6453919" y="1250862"/>
            <a:ext cx="3077696" cy="108403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, defined as f(x) = max(0, x), adds non-linearity and lowers overfitting.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048A6871-EAF3-35EF-9D2B-C1093EF08B0A}"/>
              </a:ext>
            </a:extLst>
          </p:cNvPr>
          <p:cNvCxnSpPr>
            <a:cxnSpLocks/>
            <a:endCxn id="213" idx="2"/>
          </p:cNvCxnSpPr>
          <p:nvPr/>
        </p:nvCxnSpPr>
        <p:spPr>
          <a:xfrm flipV="1">
            <a:off x="7405568" y="2334898"/>
            <a:ext cx="587199" cy="158699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33E3034-756E-74DE-2721-060F98544D8B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483623" y="2334898"/>
            <a:ext cx="509144" cy="2388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BE258BF-220B-8E58-65BA-F53E6A81EBAC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559823" y="2334898"/>
            <a:ext cx="432944" cy="3150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B83BCEDB-E6F5-3444-3F53-239AB6C2E3E9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553946" cy="13095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BFB4770-410E-B56A-FCB7-065769E05785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479601" cy="1233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BDF115C-6137-D05A-A45C-EB640D599E64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405256" cy="1153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21A2BD3-FCF1-0C5B-F497-36F84CE379B1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327201" cy="107851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4E21F7C-B715-AA66-F70C-5C758F5DF328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249146" cy="100549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09C63A7A-1F7A-7B4A-FE8D-1C2178151143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174801" cy="93247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B79316D-46E9-A5DB-48FA-BCC5F1BF2611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96746" cy="852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56770A10-8550-7E2D-C532-F728D105D748}"/>
              </a:ext>
            </a:extLst>
          </p:cNvPr>
          <p:cNvCxnSpPr>
            <a:cxnSpLocks/>
            <a:stCxn id="213" idx="2"/>
          </p:cNvCxnSpPr>
          <p:nvPr/>
        </p:nvCxnSpPr>
        <p:spPr>
          <a:xfrm>
            <a:off x="7992767" y="2334898"/>
            <a:ext cx="22401" cy="7761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E571B61-B999-0D05-C016-5A50F8510483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938968" y="2334898"/>
            <a:ext cx="53799" cy="6999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043CFEFF-CE9F-8C10-09CA-4A7C9B63C714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860913" y="2334898"/>
            <a:ext cx="131854" cy="6237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14E6D2D-BC36-8DD7-58DC-BCD9CAF9045E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788423" y="2334898"/>
            <a:ext cx="204344" cy="5436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04BE0BD8-9461-B546-C597-8CE7634A386E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712223" y="2334898"/>
            <a:ext cx="280544" cy="4674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A348AB07-CF60-B933-1076-6786009CC1FC}"/>
              </a:ext>
            </a:extLst>
          </p:cNvPr>
          <p:cNvCxnSpPr>
            <a:cxnSpLocks/>
            <a:stCxn id="213" idx="2"/>
          </p:cNvCxnSpPr>
          <p:nvPr/>
        </p:nvCxnSpPr>
        <p:spPr>
          <a:xfrm flipH="1">
            <a:off x="7636023" y="2334898"/>
            <a:ext cx="356744" cy="391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AE620532-1F1C-091C-A5BE-FD58F7198130}"/>
              </a:ext>
            </a:extLst>
          </p:cNvPr>
          <p:cNvSpPr txBox="1"/>
          <p:nvPr/>
        </p:nvSpPr>
        <p:spPr>
          <a:xfrm>
            <a:off x="6534041" y="865464"/>
            <a:ext cx="2683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Layer(s) [24x24]</a:t>
            </a:r>
          </a:p>
        </p:txBody>
      </p:sp>
      <p:sp>
        <p:nvSpPr>
          <p:cNvPr id="312" name="Rectangle: Rounded Corners 311">
            <a:extLst>
              <a:ext uri="{FF2B5EF4-FFF2-40B4-BE49-F238E27FC236}">
                <a16:creationId xmlns:a16="http://schemas.microsoft.com/office/drawing/2014/main" id="{5A907C61-99F0-537D-2B3E-2E5564D9E739}"/>
              </a:ext>
            </a:extLst>
          </p:cNvPr>
          <p:cNvSpPr/>
          <p:nvPr/>
        </p:nvSpPr>
        <p:spPr>
          <a:xfrm>
            <a:off x="9785791" y="1705936"/>
            <a:ext cx="2233900" cy="153897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Pooling reduces feature map sizes by selecting prominent features from each map.</a:t>
            </a: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8169710F-C080-DAAB-688F-3D5C43D1384A}"/>
              </a:ext>
            </a:extLst>
          </p:cNvPr>
          <p:cNvCxnSpPr>
            <a:cxnSpLocks/>
            <a:endCxn id="312" idx="2"/>
          </p:cNvCxnSpPr>
          <p:nvPr/>
        </p:nvCxnSpPr>
        <p:spPr>
          <a:xfrm flipV="1">
            <a:off x="10256520" y="3244912"/>
            <a:ext cx="646221" cy="158699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3B84F405-1F95-65E1-499E-898C6112423F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334575" y="3244912"/>
            <a:ext cx="568166" cy="2388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4AF2CF0-5BE9-9975-3D14-82815CC5CA41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410775" y="3244912"/>
            <a:ext cx="491966" cy="3150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A8ABF88D-1B10-AB39-C884-10E6D51AC027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494924" cy="13095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2940C21B-1FD9-F5BF-51FB-6B8F5AFAC0C3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420579" cy="1233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E43F4C6-0FFA-4927-0D0B-59DFD7152CB9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346234" cy="1153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65B06C25-F631-6E27-1551-D68A07BA8B21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268179" cy="107851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97E43158-FBE9-8315-50FC-4C9668E1F5EA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190124" cy="100549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5D16DCD0-1A81-73C3-888F-D28ED0971534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115779" cy="932478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1293E054-2BB6-592A-A25E-2CE17C56710C}"/>
              </a:ext>
            </a:extLst>
          </p:cNvPr>
          <p:cNvCxnSpPr>
            <a:cxnSpLocks/>
            <a:stCxn id="312" idx="2"/>
          </p:cNvCxnSpPr>
          <p:nvPr/>
        </p:nvCxnSpPr>
        <p:spPr>
          <a:xfrm>
            <a:off x="10902741" y="3244912"/>
            <a:ext cx="37724" cy="8523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CA0F9B47-1F8D-EAAD-3192-B6E342F20CE6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866120" y="3244912"/>
            <a:ext cx="36621" cy="7761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364DE1CD-04CE-1881-FEE4-DE36DC929FD1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789920" y="3244912"/>
            <a:ext cx="112821" cy="6999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9F9E5FBF-FC51-A194-BE9E-CFDC582BEC97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711865" y="3244912"/>
            <a:ext cx="190876" cy="62371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E1986E9-2549-1A67-11DF-F768533B6AE5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639375" y="3244912"/>
            <a:ext cx="263366" cy="5436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61B45D3B-807D-9F60-C00F-A2D1903E2122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563175" y="3244912"/>
            <a:ext cx="339566" cy="4674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E6AD7829-F412-70A9-3877-9CCDC61F366D}"/>
              </a:ext>
            </a:extLst>
          </p:cNvPr>
          <p:cNvCxnSpPr>
            <a:cxnSpLocks/>
            <a:stCxn id="312" idx="2"/>
          </p:cNvCxnSpPr>
          <p:nvPr/>
        </p:nvCxnSpPr>
        <p:spPr>
          <a:xfrm flipH="1">
            <a:off x="10486975" y="3244912"/>
            <a:ext cx="415766" cy="39126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B6254EAE-2610-ED2A-A084-3360F18E7E8F}"/>
              </a:ext>
            </a:extLst>
          </p:cNvPr>
          <p:cNvSpPr txBox="1"/>
          <p:nvPr/>
        </p:nvSpPr>
        <p:spPr>
          <a:xfrm>
            <a:off x="9601676" y="896242"/>
            <a:ext cx="2590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Pooled Layer(s) [12x12]</a:t>
            </a:r>
          </a:p>
        </p:txBody>
      </p:sp>
      <p:cxnSp>
        <p:nvCxnSpPr>
          <p:cNvPr id="426" name="Straight Arrow Connector 111">
            <a:extLst>
              <a:ext uri="{FF2B5EF4-FFF2-40B4-BE49-F238E27FC236}">
                <a16:creationId xmlns:a16="http://schemas.microsoft.com/office/drawing/2014/main" id="{0D084607-E583-B6A2-3F04-438C8F9BB5EC}"/>
              </a:ext>
            </a:extLst>
          </p:cNvPr>
          <p:cNvCxnSpPr>
            <a:cxnSpLocks/>
            <a:stCxn id="89" idx="2"/>
            <a:endCxn id="105" idx="2"/>
          </p:cNvCxnSpPr>
          <p:nvPr/>
        </p:nvCxnSpPr>
        <p:spPr>
          <a:xfrm rot="5400000" flipH="1" flipV="1">
            <a:off x="9961371" y="4063824"/>
            <a:ext cx="3855" cy="2827881"/>
          </a:xfrm>
          <a:prstGeom prst="curvedConnector3">
            <a:avLst>
              <a:gd name="adj1" fmla="val -16733048"/>
            </a:avLst>
          </a:prstGeom>
          <a:ln w="28575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B453F5A2-7A3B-8540-C763-5C8575AA152C}"/>
              </a:ext>
            </a:extLst>
          </p:cNvPr>
          <p:cNvSpPr txBox="1"/>
          <p:nvPr/>
        </p:nvSpPr>
        <p:spPr>
          <a:xfrm>
            <a:off x="8899245" y="6128269"/>
            <a:ext cx="2119275" cy="646331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Pooling 2x2 blocks to 1x1 blocks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85E803A5-6740-AC2E-D5D4-8EFE87568612}"/>
              </a:ext>
            </a:extLst>
          </p:cNvPr>
          <p:cNvSpPr txBox="1"/>
          <p:nvPr/>
        </p:nvSpPr>
        <p:spPr>
          <a:xfrm>
            <a:off x="2286435" y="35803"/>
            <a:ext cx="76073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92898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FED5-7BA4-B68D-61B0-3C9D0B11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80C341-F21E-F25F-2C71-8548DD289883}"/>
              </a:ext>
            </a:extLst>
          </p:cNvPr>
          <p:cNvCxnSpPr>
            <a:cxnSpLocks/>
          </p:cNvCxnSpPr>
          <p:nvPr/>
        </p:nvCxnSpPr>
        <p:spPr>
          <a:xfrm flipV="1">
            <a:off x="1508564" y="2969531"/>
            <a:ext cx="1827146" cy="460756"/>
          </a:xfrm>
          <a:prstGeom prst="line">
            <a:avLst/>
          </a:prstGeom>
          <a:ln>
            <a:solidFill>
              <a:schemeClr val="accent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02BCC1-C456-2DC4-BD82-22DCDAF79E7B}"/>
              </a:ext>
            </a:extLst>
          </p:cNvPr>
          <p:cNvCxnSpPr>
            <a:cxnSpLocks/>
          </p:cNvCxnSpPr>
          <p:nvPr/>
        </p:nvCxnSpPr>
        <p:spPr>
          <a:xfrm>
            <a:off x="1508565" y="2520863"/>
            <a:ext cx="1827147" cy="445194"/>
          </a:xfrm>
          <a:prstGeom prst="line">
            <a:avLst/>
          </a:prstGeom>
          <a:ln>
            <a:solidFill>
              <a:schemeClr val="accent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77C6A95-EA4A-F715-4982-10CCF04DA716}"/>
              </a:ext>
            </a:extLst>
          </p:cNvPr>
          <p:cNvSpPr/>
          <p:nvPr/>
        </p:nvSpPr>
        <p:spPr>
          <a:xfrm>
            <a:off x="596020" y="2514327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071F1B7-0773-5685-901F-D13218458307}"/>
              </a:ext>
            </a:extLst>
          </p:cNvPr>
          <p:cNvSpPr/>
          <p:nvPr/>
        </p:nvSpPr>
        <p:spPr>
          <a:xfrm>
            <a:off x="674075" y="25944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37C8D39-003E-2D0C-DD6B-11EEC3B5777D}"/>
              </a:ext>
            </a:extLst>
          </p:cNvPr>
          <p:cNvSpPr/>
          <p:nvPr/>
        </p:nvSpPr>
        <p:spPr>
          <a:xfrm>
            <a:off x="750275" y="26706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9706B3F-3F09-61C2-8508-9C2902A435C0}"/>
              </a:ext>
            </a:extLst>
          </p:cNvPr>
          <p:cNvSpPr/>
          <p:nvPr/>
        </p:nvSpPr>
        <p:spPr>
          <a:xfrm>
            <a:off x="826475" y="27468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843C972-7247-813C-40E4-97DA2EB8E445}"/>
              </a:ext>
            </a:extLst>
          </p:cNvPr>
          <p:cNvSpPr/>
          <p:nvPr/>
        </p:nvSpPr>
        <p:spPr>
          <a:xfrm>
            <a:off x="902675" y="28230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A702924-A7CF-EEC2-A52E-6BA579ABBF92}"/>
              </a:ext>
            </a:extLst>
          </p:cNvPr>
          <p:cNvSpPr/>
          <p:nvPr/>
        </p:nvSpPr>
        <p:spPr>
          <a:xfrm>
            <a:off x="978875" y="28992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5388031-F4F1-BF5A-0BFB-D24FEE105AB7}"/>
              </a:ext>
            </a:extLst>
          </p:cNvPr>
          <p:cNvSpPr/>
          <p:nvPr/>
        </p:nvSpPr>
        <p:spPr>
          <a:xfrm>
            <a:off x="1051365" y="29793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3099847-4936-8E93-BDF8-8B5E489A2E80}"/>
              </a:ext>
            </a:extLst>
          </p:cNvPr>
          <p:cNvSpPr/>
          <p:nvPr/>
        </p:nvSpPr>
        <p:spPr>
          <a:xfrm>
            <a:off x="1129420" y="30555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04A4C9-B560-6957-1002-14742D8A68F6}"/>
              </a:ext>
            </a:extLst>
          </p:cNvPr>
          <p:cNvSpPr/>
          <p:nvPr/>
        </p:nvSpPr>
        <p:spPr>
          <a:xfrm>
            <a:off x="1205620" y="31317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0D72AF4-F08D-1308-7DFB-A7EA995E58E6}"/>
              </a:ext>
            </a:extLst>
          </p:cNvPr>
          <p:cNvSpPr/>
          <p:nvPr/>
        </p:nvSpPr>
        <p:spPr>
          <a:xfrm>
            <a:off x="1279965" y="32079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71BC49D-75F8-2EAF-AD58-8D785B15401B}"/>
              </a:ext>
            </a:extLst>
          </p:cNvPr>
          <p:cNvSpPr/>
          <p:nvPr/>
        </p:nvSpPr>
        <p:spPr>
          <a:xfrm>
            <a:off x="1358020" y="3288106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07A61AD-2B8B-BCED-EA5F-38E390E39D2E}"/>
              </a:ext>
            </a:extLst>
          </p:cNvPr>
          <p:cNvSpPr/>
          <p:nvPr/>
        </p:nvSpPr>
        <p:spPr>
          <a:xfrm>
            <a:off x="1432365" y="336112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6025256-A90A-1DD4-EE1E-2AB63E05652A}"/>
              </a:ext>
            </a:extLst>
          </p:cNvPr>
          <p:cNvSpPr/>
          <p:nvPr/>
        </p:nvSpPr>
        <p:spPr>
          <a:xfrm>
            <a:off x="1510420" y="3434142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4EEC011-8B39-EF20-9B13-B3A8876F6A9B}"/>
              </a:ext>
            </a:extLst>
          </p:cNvPr>
          <p:cNvSpPr/>
          <p:nvPr/>
        </p:nvSpPr>
        <p:spPr>
          <a:xfrm>
            <a:off x="1588475" y="3508889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866DE48-1D02-E6E7-64E5-0AFA40ACF7A6}"/>
              </a:ext>
            </a:extLst>
          </p:cNvPr>
          <p:cNvSpPr/>
          <p:nvPr/>
        </p:nvSpPr>
        <p:spPr>
          <a:xfrm>
            <a:off x="1662820" y="35889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F0D567F-9FBD-FBFD-5A6E-039E2DF239A7}"/>
              </a:ext>
            </a:extLst>
          </p:cNvPr>
          <p:cNvSpPr/>
          <p:nvPr/>
        </p:nvSpPr>
        <p:spPr>
          <a:xfrm>
            <a:off x="1737165" y="3665144"/>
            <a:ext cx="914400" cy="914400"/>
          </a:xfrm>
          <a:prstGeom prst="rect">
            <a:avLst/>
          </a:prstGeom>
          <a:solidFill>
            <a:srgbClr val="A6CAEC">
              <a:alpha val="69804"/>
            </a:srgb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23C4D579-D3B4-91DE-B8E4-EC61C9F0C50C}"/>
              </a:ext>
            </a:extLst>
          </p:cNvPr>
          <p:cNvSpPr/>
          <p:nvPr/>
        </p:nvSpPr>
        <p:spPr>
          <a:xfrm rot="10800000" flipV="1">
            <a:off x="3335712" y="2971932"/>
            <a:ext cx="1644209" cy="1143000"/>
          </a:xfrm>
          <a:prstGeom prst="parallelogram">
            <a:avLst>
              <a:gd name="adj" fmla="val 96289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943894-CF68-2891-9EAB-0B98A5FF53BA}"/>
              </a:ext>
            </a:extLst>
          </p:cNvPr>
          <p:cNvCxnSpPr>
            <a:cxnSpLocks/>
          </p:cNvCxnSpPr>
          <p:nvPr/>
        </p:nvCxnSpPr>
        <p:spPr>
          <a:xfrm flipV="1">
            <a:off x="2651565" y="4107926"/>
            <a:ext cx="1775580" cy="471618"/>
          </a:xfrm>
          <a:prstGeom prst="line">
            <a:avLst/>
          </a:prstGeom>
          <a:ln>
            <a:solidFill>
              <a:schemeClr val="accent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66B9A0-3909-6E48-1049-1ABB5382BA93}"/>
              </a:ext>
            </a:extLst>
          </p:cNvPr>
          <p:cNvCxnSpPr>
            <a:cxnSpLocks/>
          </p:cNvCxnSpPr>
          <p:nvPr/>
        </p:nvCxnSpPr>
        <p:spPr>
          <a:xfrm>
            <a:off x="2651565" y="3661289"/>
            <a:ext cx="1775580" cy="446637"/>
          </a:xfrm>
          <a:prstGeom prst="line">
            <a:avLst/>
          </a:prstGeom>
          <a:ln>
            <a:solidFill>
              <a:schemeClr val="accent6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8EBE36-266B-BA55-A42D-0FD9445BBBE2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4416932" y="3423179"/>
            <a:ext cx="2941019" cy="0"/>
          </a:xfrm>
          <a:prstGeom prst="straightConnector1">
            <a:avLst/>
          </a:prstGeom>
          <a:ln w="7620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917B1B61-3039-0160-A56C-4DFD20B1CCA9}"/>
              </a:ext>
            </a:extLst>
          </p:cNvPr>
          <p:cNvSpPr/>
          <p:nvPr/>
        </p:nvSpPr>
        <p:spPr>
          <a:xfrm>
            <a:off x="7357951" y="2514327"/>
            <a:ext cx="1827146" cy="1817703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NEURAL NETWORK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C415EE9-F49D-24DD-E47D-C31AB3A99AC0}"/>
              </a:ext>
            </a:extLst>
          </p:cNvPr>
          <p:cNvCxnSpPr>
            <a:cxnSpLocks/>
            <a:stCxn id="44" idx="6"/>
            <a:endCxn id="49" idx="1"/>
          </p:cNvCxnSpPr>
          <p:nvPr/>
        </p:nvCxnSpPr>
        <p:spPr>
          <a:xfrm flipV="1">
            <a:off x="9185097" y="3421905"/>
            <a:ext cx="1098910" cy="1274"/>
          </a:xfrm>
          <a:prstGeom prst="straightConnector1">
            <a:avLst/>
          </a:prstGeom>
          <a:ln w="762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B629851-996D-3E6A-B3F2-5E61AF7337EF}"/>
              </a:ext>
            </a:extLst>
          </p:cNvPr>
          <p:cNvSpPr/>
          <p:nvPr/>
        </p:nvSpPr>
        <p:spPr>
          <a:xfrm>
            <a:off x="10284007" y="3157132"/>
            <a:ext cx="1231271" cy="52954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OUTPUT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BD40C5-EACE-39B3-2EA6-8EDEC96178CC}"/>
              </a:ext>
            </a:extLst>
          </p:cNvPr>
          <p:cNvCxnSpPr>
            <a:cxnSpLocks/>
          </p:cNvCxnSpPr>
          <p:nvPr/>
        </p:nvCxnSpPr>
        <p:spPr>
          <a:xfrm>
            <a:off x="3006903" y="943848"/>
            <a:ext cx="0" cy="4834551"/>
          </a:xfrm>
          <a:prstGeom prst="line">
            <a:avLst/>
          </a:prstGeom>
          <a:ln w="38100">
            <a:solidFill>
              <a:schemeClr val="accent4"/>
            </a:solidFill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FBFC52-A2D1-CE21-661A-85FA5C129EA5}"/>
              </a:ext>
            </a:extLst>
          </p:cNvPr>
          <p:cNvCxnSpPr>
            <a:cxnSpLocks/>
          </p:cNvCxnSpPr>
          <p:nvPr/>
        </p:nvCxnSpPr>
        <p:spPr>
          <a:xfrm>
            <a:off x="6809859" y="990566"/>
            <a:ext cx="0" cy="4834551"/>
          </a:xfrm>
          <a:prstGeom prst="line">
            <a:avLst/>
          </a:prstGeom>
          <a:ln w="38100">
            <a:solidFill>
              <a:schemeClr val="accent4"/>
            </a:solidFill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3E9E782-CEFA-A89E-2FBB-64B340735C83}"/>
              </a:ext>
            </a:extLst>
          </p:cNvPr>
          <p:cNvCxnSpPr>
            <a:cxnSpLocks/>
          </p:cNvCxnSpPr>
          <p:nvPr/>
        </p:nvCxnSpPr>
        <p:spPr>
          <a:xfrm>
            <a:off x="9700652" y="1019268"/>
            <a:ext cx="0" cy="4834551"/>
          </a:xfrm>
          <a:prstGeom prst="line">
            <a:avLst/>
          </a:prstGeom>
          <a:ln w="38100">
            <a:solidFill>
              <a:schemeClr val="accent4"/>
            </a:solidFill>
            <a:prstDash val="lg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8C1ACC1-3A51-28B2-F6F7-E5DF0DE389F5}"/>
              </a:ext>
            </a:extLst>
          </p:cNvPr>
          <p:cNvSpPr txBox="1"/>
          <p:nvPr/>
        </p:nvSpPr>
        <p:spPr>
          <a:xfrm>
            <a:off x="213658" y="937082"/>
            <a:ext cx="2589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Feature Maps [12x12]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35C5F6-DCBC-39BE-7332-E8E2536B5EC7}"/>
              </a:ext>
            </a:extLst>
          </p:cNvPr>
          <p:cNvSpPr txBox="1"/>
          <p:nvPr/>
        </p:nvSpPr>
        <p:spPr>
          <a:xfrm>
            <a:off x="3038708" y="921898"/>
            <a:ext cx="3739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Vectorized Feature Maps[128x1]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30E208-D3E6-B33C-5D8E-ABD727228C2F}"/>
              </a:ext>
            </a:extLst>
          </p:cNvPr>
          <p:cNvSpPr txBox="1"/>
          <p:nvPr/>
        </p:nvSpPr>
        <p:spPr>
          <a:xfrm>
            <a:off x="3121736" y="4508522"/>
            <a:ext cx="36188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Vectorization typically converts 2D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feature maps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to a 1D format and aligns them sequentially. Often, a final pooling step is applied to simplify the model.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41A84-776E-9EFF-5F6F-C4E2133B8286}"/>
              </a:ext>
            </a:extLst>
          </p:cNvPr>
          <p:cNvSpPr txBox="1"/>
          <p:nvPr/>
        </p:nvSpPr>
        <p:spPr>
          <a:xfrm>
            <a:off x="6813228" y="937082"/>
            <a:ext cx="2887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Classification of Features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A38E2B-EEBA-1161-60C7-A63744A42CE1}"/>
              </a:ext>
            </a:extLst>
          </p:cNvPr>
          <p:cNvSpPr txBox="1"/>
          <p:nvPr/>
        </p:nvSpPr>
        <p:spPr>
          <a:xfrm>
            <a:off x="9700652" y="946251"/>
            <a:ext cx="2573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Classification Results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42B63A-B37E-2D2F-05B3-54FB209FF8C5}"/>
              </a:ext>
            </a:extLst>
          </p:cNvPr>
          <p:cNvSpPr txBox="1"/>
          <p:nvPr/>
        </p:nvSpPr>
        <p:spPr>
          <a:xfrm>
            <a:off x="2286435" y="35803"/>
            <a:ext cx="76073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Convolutional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06794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0BB8-9716-E034-56E5-CFA2847E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CA70D192-03E7-850D-00E8-EDB635FC8F41}"/>
              </a:ext>
            </a:extLst>
          </p:cNvPr>
          <p:cNvSpPr/>
          <p:nvPr/>
        </p:nvSpPr>
        <p:spPr>
          <a:xfrm>
            <a:off x="780621" y="1596053"/>
            <a:ext cx="1371600" cy="1371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</a:t>
            </a:r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</a:rPr>
              <a:t>#1 = 0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B4EF08-9C23-BCA8-8F73-B385DE6562B6}"/>
              </a:ext>
            </a:extLst>
          </p:cNvPr>
          <p:cNvSpPr/>
          <p:nvPr/>
        </p:nvSpPr>
        <p:spPr>
          <a:xfrm>
            <a:off x="780621" y="3369385"/>
            <a:ext cx="1371600" cy="1371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#2 = 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59876E-FF9B-DC35-7A3E-B75765F585E0}"/>
              </a:ext>
            </a:extLst>
          </p:cNvPr>
          <p:cNvSpPr/>
          <p:nvPr/>
        </p:nvSpPr>
        <p:spPr>
          <a:xfrm>
            <a:off x="5262723" y="2233943"/>
            <a:ext cx="1828800" cy="18288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Output= 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F018FC-9560-FF37-BFB3-FFF8BC9C8746}"/>
              </a:ext>
            </a:extLst>
          </p:cNvPr>
          <p:cNvCxnSpPr>
            <a:cxnSpLocks/>
            <a:stCxn id="44" idx="6"/>
            <a:endCxn id="4" idx="2"/>
          </p:cNvCxnSpPr>
          <p:nvPr/>
        </p:nvCxnSpPr>
        <p:spPr>
          <a:xfrm>
            <a:off x="2152221" y="2281853"/>
            <a:ext cx="3110502" cy="866490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04B85C-7FA2-7233-2C1D-C4D3C66FEFD3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2152221" y="3148343"/>
            <a:ext cx="3110502" cy="90684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AC671F-CC2E-D281-74F5-CC1590C73F5B}"/>
              </a:ext>
            </a:extLst>
          </p:cNvPr>
          <p:cNvSpPr/>
          <p:nvPr/>
        </p:nvSpPr>
        <p:spPr>
          <a:xfrm>
            <a:off x="2676457" y="2482719"/>
            <a:ext cx="1859680" cy="4429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#1= 0.1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F92E84B-CF62-DB0E-3CD9-202F428D11BD}"/>
              </a:ext>
            </a:extLst>
          </p:cNvPr>
          <p:cNvSpPr/>
          <p:nvPr/>
        </p:nvSpPr>
        <p:spPr>
          <a:xfrm>
            <a:off x="2676457" y="3411407"/>
            <a:ext cx="1859680" cy="4429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#2 = 0.1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B7D83D-7663-F3B3-C301-8CD5DE15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55516"/>
              </p:ext>
            </p:extLst>
          </p:nvPr>
        </p:nvGraphicFramePr>
        <p:xfrm>
          <a:off x="8084745" y="2159051"/>
          <a:ext cx="31345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837">
                  <a:extLst>
                    <a:ext uri="{9D8B030D-6E8A-4147-A177-3AD203B41FA5}">
                      <a16:colId xmlns:a16="http://schemas.microsoft.com/office/drawing/2014/main" val="2325825284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785055232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176761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7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7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54621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E8CBF6A6-A97E-8568-14B2-58CB77AE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/>
              <a:t>Data #1</a:t>
            </a:r>
            <a:br>
              <a:rPr lang="en-US" sz="3200"/>
            </a:br>
            <a:r>
              <a:rPr lang="en-US" sz="1600"/>
              <a:t>Output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2B545-F2B3-8581-A8AE-35ADB819238F}"/>
              </a:ext>
            </a:extLst>
          </p:cNvPr>
          <p:cNvSpPr txBox="1"/>
          <p:nvPr/>
        </p:nvSpPr>
        <p:spPr>
          <a:xfrm>
            <a:off x="1093236" y="5355126"/>
            <a:ext cx="101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answer from the system is the correct one, the weights are ‘correct’ and no backpropagation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3715492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1CEE-BBBB-C58B-67E0-4F445014E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FA48D80D-11A2-3469-D975-F875502F8538}"/>
              </a:ext>
            </a:extLst>
          </p:cNvPr>
          <p:cNvSpPr/>
          <p:nvPr/>
        </p:nvSpPr>
        <p:spPr>
          <a:xfrm>
            <a:off x="780621" y="1596053"/>
            <a:ext cx="1371600" cy="1371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</a:rPr>
              <a:t>Input #1 = 0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4230785-CDE3-60CF-1CF8-857D180B65E6}"/>
              </a:ext>
            </a:extLst>
          </p:cNvPr>
          <p:cNvSpPr/>
          <p:nvPr/>
        </p:nvSpPr>
        <p:spPr>
          <a:xfrm>
            <a:off x="780621" y="3369385"/>
            <a:ext cx="1371600" cy="1371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#2 =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DE09E5-FF77-E1B3-750C-4DD93FCE591A}"/>
              </a:ext>
            </a:extLst>
          </p:cNvPr>
          <p:cNvSpPr/>
          <p:nvPr/>
        </p:nvSpPr>
        <p:spPr>
          <a:xfrm>
            <a:off x="5262723" y="2233943"/>
            <a:ext cx="1828800" cy="18288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 = 0.1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5D2D0D-1ABE-2C35-B06B-B6228D154548}"/>
              </a:ext>
            </a:extLst>
          </p:cNvPr>
          <p:cNvCxnSpPr>
            <a:cxnSpLocks/>
            <a:stCxn id="44" idx="6"/>
            <a:endCxn id="4" idx="2"/>
          </p:cNvCxnSpPr>
          <p:nvPr/>
        </p:nvCxnSpPr>
        <p:spPr>
          <a:xfrm>
            <a:off x="2152221" y="2281853"/>
            <a:ext cx="3110502" cy="866490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D56AAC-DD6F-5A7F-EE3F-4B48213CCD08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2152221" y="3148343"/>
            <a:ext cx="3110502" cy="90684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366B9CA-2F4D-3D62-E874-63DC91E72DE2}"/>
              </a:ext>
            </a:extLst>
          </p:cNvPr>
          <p:cNvSpPr/>
          <p:nvPr/>
        </p:nvSpPr>
        <p:spPr>
          <a:xfrm>
            <a:off x="2676457" y="2482719"/>
            <a:ext cx="1859680" cy="4429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Weight #1= 0.1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CDE0F2-823E-BE0D-8984-2EEDF423245A}"/>
              </a:ext>
            </a:extLst>
          </p:cNvPr>
          <p:cNvSpPr/>
          <p:nvPr/>
        </p:nvSpPr>
        <p:spPr>
          <a:xfrm>
            <a:off x="2676457" y="3411407"/>
            <a:ext cx="1859680" cy="4429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Weight #2 = 0.1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E398C7-65E5-0F30-CE89-DB8993A19730}"/>
              </a:ext>
            </a:extLst>
          </p:cNvPr>
          <p:cNvGraphicFramePr>
            <a:graphicFrameLocks noGrp="1"/>
          </p:cNvGraphicFramePr>
          <p:nvPr/>
        </p:nvGraphicFramePr>
        <p:xfrm>
          <a:off x="8084745" y="2159051"/>
          <a:ext cx="31345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837">
                  <a:extLst>
                    <a:ext uri="{9D8B030D-6E8A-4147-A177-3AD203B41FA5}">
                      <a16:colId xmlns:a16="http://schemas.microsoft.com/office/drawing/2014/main" val="2325825284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785055232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176761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7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7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54621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3AEA8E90-BB4A-FC6F-1A84-A68E5C5B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/>
              <a:t>Data #1</a:t>
            </a:r>
            <a:br>
              <a:rPr lang="en-US" sz="3200"/>
            </a:br>
            <a:r>
              <a:rPr lang="en-US" sz="1600"/>
              <a:t>Output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470C6-E1CC-3811-B718-0F65983EF020}"/>
              </a:ext>
            </a:extLst>
          </p:cNvPr>
          <p:cNvSpPr txBox="1"/>
          <p:nvPr/>
        </p:nvSpPr>
        <p:spPr>
          <a:xfrm>
            <a:off x="1093236" y="4748543"/>
            <a:ext cx="101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answer from the system is the WRONG one, the weights are incorrect, and the system needs to adjust the weights.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5B2A51-ADB3-64FB-F8D5-1D803AAE3652}"/>
                  </a:ext>
                </a:extLst>
              </p:cNvPr>
              <p:cNvSpPr txBox="1"/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From the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knowing that I1=0, and O = 0, we can calculate W2 as: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𝑂𝑢𝑡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This is the fundamental of Back-propagation.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5B2A51-ADB3-64FB-F8D5-1D803AAE3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blipFill>
                <a:blip r:embed="rId2"/>
                <a:stretch>
                  <a:fillRect l="-478" t="-3053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95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946E-74D6-7DCF-A834-73661FA0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D038C3D0-E6B6-3CCC-7F43-4E941F620D63}"/>
              </a:ext>
            </a:extLst>
          </p:cNvPr>
          <p:cNvSpPr/>
          <p:nvPr/>
        </p:nvSpPr>
        <p:spPr>
          <a:xfrm>
            <a:off x="780621" y="1596053"/>
            <a:ext cx="1371600" cy="1371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#1 = 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0DDC77-7A8C-A407-A73C-B01987F96157}"/>
              </a:ext>
            </a:extLst>
          </p:cNvPr>
          <p:cNvSpPr/>
          <p:nvPr/>
        </p:nvSpPr>
        <p:spPr>
          <a:xfrm>
            <a:off x="780621" y="3369385"/>
            <a:ext cx="1371600" cy="1371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#2 = 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4E93A5-E51A-0034-8590-C47E1978CCAF}"/>
              </a:ext>
            </a:extLst>
          </p:cNvPr>
          <p:cNvSpPr/>
          <p:nvPr/>
        </p:nvSpPr>
        <p:spPr>
          <a:xfrm>
            <a:off x="5262723" y="2233943"/>
            <a:ext cx="1828800" cy="18288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 = 0.1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69BB21-EBC1-ABC0-5360-F44746125F17}"/>
              </a:ext>
            </a:extLst>
          </p:cNvPr>
          <p:cNvCxnSpPr>
            <a:cxnSpLocks/>
            <a:stCxn id="44" idx="6"/>
            <a:endCxn id="4" idx="2"/>
          </p:cNvCxnSpPr>
          <p:nvPr/>
        </p:nvCxnSpPr>
        <p:spPr>
          <a:xfrm>
            <a:off x="2152221" y="2281853"/>
            <a:ext cx="3110502" cy="866490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69FFF0-C96E-4E8B-4C56-96840BBF234E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2152221" y="3148343"/>
            <a:ext cx="3110502" cy="90684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7CE6D6-44F4-1C64-1C18-4DBA0D70176D}"/>
              </a:ext>
            </a:extLst>
          </p:cNvPr>
          <p:cNvSpPr/>
          <p:nvPr/>
        </p:nvSpPr>
        <p:spPr>
          <a:xfrm>
            <a:off x="2676457" y="2482719"/>
            <a:ext cx="1859680" cy="4429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Weight #1= 0.1</a:t>
            </a:r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79D996-C46B-7854-EB16-FD705523B767}"/>
              </a:ext>
            </a:extLst>
          </p:cNvPr>
          <p:cNvSpPr/>
          <p:nvPr/>
        </p:nvSpPr>
        <p:spPr>
          <a:xfrm>
            <a:off x="2676457" y="3411407"/>
            <a:ext cx="1859680" cy="4429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#2 = 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875BB4-9200-3365-C80D-85FFC2CE88F9}"/>
              </a:ext>
            </a:extLst>
          </p:cNvPr>
          <p:cNvGraphicFramePr>
            <a:graphicFrameLocks noGrp="1"/>
          </p:cNvGraphicFramePr>
          <p:nvPr/>
        </p:nvGraphicFramePr>
        <p:xfrm>
          <a:off x="8084745" y="2159051"/>
          <a:ext cx="31345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837">
                  <a:extLst>
                    <a:ext uri="{9D8B030D-6E8A-4147-A177-3AD203B41FA5}">
                      <a16:colId xmlns:a16="http://schemas.microsoft.com/office/drawing/2014/main" val="2325825284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785055232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176761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7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7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54621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30DF3DE8-12A6-E72E-4DA3-7D98A599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/>
              <a:t>Data #1</a:t>
            </a:r>
            <a:br>
              <a:rPr lang="en-US" sz="3200"/>
            </a:br>
            <a:r>
              <a:rPr lang="en-US" sz="1600"/>
              <a:t>Output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44961-6BFC-B709-A920-5C54FED6FEEF}"/>
              </a:ext>
            </a:extLst>
          </p:cNvPr>
          <p:cNvSpPr txBox="1"/>
          <p:nvPr/>
        </p:nvSpPr>
        <p:spPr>
          <a:xfrm>
            <a:off x="1093236" y="4748543"/>
            <a:ext cx="101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answer from the system is the WRONG one, the weights are incorrect, and the system needs to adjust the weights again.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865523-7D35-EAF0-F535-C7090118A4B5}"/>
                  </a:ext>
                </a:extLst>
              </p:cNvPr>
              <p:cNvSpPr txBox="1"/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From the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knowing that I2=0, and O = 1, we can calculate W1 as: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𝑂𝑢𝑡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865523-7D35-EAF0-F535-C7090118A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blipFill>
                <a:blip r:embed="rId2"/>
                <a:stretch>
                  <a:fillRect l="-478" t="-3053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77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9B24-7BE2-2792-8F01-CBA8B7FB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1AE51333-AE7E-1CC7-60E1-9B2E4FDDF50C}"/>
              </a:ext>
            </a:extLst>
          </p:cNvPr>
          <p:cNvSpPr/>
          <p:nvPr/>
        </p:nvSpPr>
        <p:spPr>
          <a:xfrm>
            <a:off x="780621" y="1596053"/>
            <a:ext cx="1371600" cy="1371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#1 = 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E15E40-6AED-5377-981C-9D6AFC7F8419}"/>
              </a:ext>
            </a:extLst>
          </p:cNvPr>
          <p:cNvSpPr/>
          <p:nvPr/>
        </p:nvSpPr>
        <p:spPr>
          <a:xfrm>
            <a:off x="780621" y="3369385"/>
            <a:ext cx="1371600" cy="1371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#2 = 0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5C3ABBF-7CD2-2927-D576-0446DAB450CC}"/>
              </a:ext>
            </a:extLst>
          </p:cNvPr>
          <p:cNvSpPr/>
          <p:nvPr/>
        </p:nvSpPr>
        <p:spPr>
          <a:xfrm>
            <a:off x="5262723" y="2233943"/>
            <a:ext cx="1828800" cy="18288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 = 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E7A098-E50D-BFAD-FBEE-3F472ACFA37A}"/>
              </a:ext>
            </a:extLst>
          </p:cNvPr>
          <p:cNvCxnSpPr>
            <a:cxnSpLocks/>
            <a:stCxn id="44" idx="6"/>
            <a:endCxn id="4" idx="2"/>
          </p:cNvCxnSpPr>
          <p:nvPr/>
        </p:nvCxnSpPr>
        <p:spPr>
          <a:xfrm>
            <a:off x="2152221" y="2281853"/>
            <a:ext cx="3110502" cy="866490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133536-9B66-402D-9751-FBA028FC184F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2152221" y="3148343"/>
            <a:ext cx="3110502" cy="90684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A4C0E3-53B3-D902-DAC3-0E94BDE99A06}"/>
              </a:ext>
            </a:extLst>
          </p:cNvPr>
          <p:cNvSpPr/>
          <p:nvPr/>
        </p:nvSpPr>
        <p:spPr>
          <a:xfrm>
            <a:off x="2676457" y="2482719"/>
            <a:ext cx="1859680" cy="4429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#1=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E7E4529-595A-4569-61A7-298205CC32C1}"/>
              </a:ext>
            </a:extLst>
          </p:cNvPr>
          <p:cNvSpPr/>
          <p:nvPr/>
        </p:nvSpPr>
        <p:spPr>
          <a:xfrm>
            <a:off x="2676457" y="3411407"/>
            <a:ext cx="1859680" cy="4429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#2 = 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5D0BDF8-BDD2-5660-520C-17385DA39467}"/>
              </a:ext>
            </a:extLst>
          </p:cNvPr>
          <p:cNvGraphicFramePr>
            <a:graphicFrameLocks noGrp="1"/>
          </p:cNvGraphicFramePr>
          <p:nvPr/>
        </p:nvGraphicFramePr>
        <p:xfrm>
          <a:off x="8084745" y="2159051"/>
          <a:ext cx="31345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837">
                  <a:extLst>
                    <a:ext uri="{9D8B030D-6E8A-4147-A177-3AD203B41FA5}">
                      <a16:colId xmlns:a16="http://schemas.microsoft.com/office/drawing/2014/main" val="2325825284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785055232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176761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7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7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54621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F94D6987-F792-9BC8-8036-F8DE1F044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/>
              <a:t>Data #1</a:t>
            </a:r>
            <a:br>
              <a:rPr lang="en-US" sz="3200"/>
            </a:br>
            <a:r>
              <a:rPr lang="en-US" sz="1600"/>
              <a:t>Output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8B25F-CC1B-8823-ACBD-145E3A9F438F}"/>
              </a:ext>
            </a:extLst>
          </p:cNvPr>
          <p:cNvSpPr txBox="1"/>
          <p:nvPr/>
        </p:nvSpPr>
        <p:spPr>
          <a:xfrm>
            <a:off x="1093236" y="4748543"/>
            <a:ext cx="101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answer from the system is the WRONG one, the weights are incorrect, and the system needs to adjust the weights again.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1D901-37A7-F621-7288-B080AEED4CFA}"/>
                  </a:ext>
                </a:extLst>
              </p:cNvPr>
              <p:cNvSpPr txBox="1"/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From the formula: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and knowing that I2=0, and O = 1, we can calculate W1 as: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𝑂𝑢𝑡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E1D901-37A7-F621-7288-B080AEED4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164" y="5604095"/>
                <a:ext cx="10191829" cy="797078"/>
              </a:xfrm>
              <a:prstGeom prst="rect">
                <a:avLst/>
              </a:prstGeom>
              <a:blipFill>
                <a:blip r:embed="rId2"/>
                <a:stretch>
                  <a:fillRect l="-478" t="-3053" b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029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B23F1-395E-8FF5-210A-555F8E36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1236FBF7-BA9C-30C8-C73F-75D018ECA171}"/>
              </a:ext>
            </a:extLst>
          </p:cNvPr>
          <p:cNvSpPr/>
          <p:nvPr/>
        </p:nvSpPr>
        <p:spPr>
          <a:xfrm>
            <a:off x="780621" y="1596053"/>
            <a:ext cx="1371600" cy="1371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#1 = 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943DB60-8327-8176-BD00-7F7A8401056E}"/>
              </a:ext>
            </a:extLst>
          </p:cNvPr>
          <p:cNvSpPr/>
          <p:nvPr/>
        </p:nvSpPr>
        <p:spPr>
          <a:xfrm>
            <a:off x="780621" y="3369385"/>
            <a:ext cx="1371600" cy="1371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Input #2 = 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1E991E-9833-5D4B-717A-B55067CF3B0D}"/>
              </a:ext>
            </a:extLst>
          </p:cNvPr>
          <p:cNvSpPr/>
          <p:nvPr/>
        </p:nvSpPr>
        <p:spPr>
          <a:xfrm>
            <a:off x="5262723" y="2233943"/>
            <a:ext cx="1828800" cy="182880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Output =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22A3F2-B5F0-836A-CD6C-5BD3DADC597D}"/>
              </a:ext>
            </a:extLst>
          </p:cNvPr>
          <p:cNvCxnSpPr>
            <a:cxnSpLocks/>
            <a:stCxn id="44" idx="6"/>
            <a:endCxn id="4" idx="2"/>
          </p:cNvCxnSpPr>
          <p:nvPr/>
        </p:nvCxnSpPr>
        <p:spPr>
          <a:xfrm>
            <a:off x="2152221" y="2281853"/>
            <a:ext cx="3110502" cy="866490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6169EC-CF39-7EBF-C062-70C3A1001269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2152221" y="3148343"/>
            <a:ext cx="3110502" cy="90684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F73FFC8-5501-8F5F-9011-56AD0736EEBB}"/>
              </a:ext>
            </a:extLst>
          </p:cNvPr>
          <p:cNvSpPr/>
          <p:nvPr/>
        </p:nvSpPr>
        <p:spPr>
          <a:xfrm>
            <a:off x="2676457" y="2482719"/>
            <a:ext cx="1859680" cy="44291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#1=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6FB47B1-7A71-0E52-BA2A-176BCB8632F9}"/>
              </a:ext>
            </a:extLst>
          </p:cNvPr>
          <p:cNvSpPr/>
          <p:nvPr/>
        </p:nvSpPr>
        <p:spPr>
          <a:xfrm>
            <a:off x="2676457" y="3411407"/>
            <a:ext cx="1859680" cy="44291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Weight #2 = 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C11135-E516-FC6E-D780-938EBED5D677}"/>
              </a:ext>
            </a:extLst>
          </p:cNvPr>
          <p:cNvGraphicFramePr>
            <a:graphicFrameLocks noGrp="1"/>
          </p:cNvGraphicFramePr>
          <p:nvPr/>
        </p:nvGraphicFramePr>
        <p:xfrm>
          <a:off x="8084745" y="2159051"/>
          <a:ext cx="313451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837">
                  <a:extLst>
                    <a:ext uri="{9D8B030D-6E8A-4147-A177-3AD203B41FA5}">
                      <a16:colId xmlns:a16="http://schemas.microsoft.com/office/drawing/2014/main" val="2325825284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785055232"/>
                    </a:ext>
                  </a:extLst>
                </a:gridCol>
                <a:gridCol w="1044837">
                  <a:extLst>
                    <a:ext uri="{9D8B030D-6E8A-4147-A177-3AD203B41FA5}">
                      <a16:colId xmlns:a16="http://schemas.microsoft.com/office/drawing/2014/main" val="1176761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Input 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7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975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1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7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546212"/>
                  </a:ext>
                </a:extLst>
              </a:tr>
            </a:tbl>
          </a:graphicData>
        </a:graphic>
      </p:graphicFrame>
      <p:sp>
        <p:nvSpPr>
          <p:cNvPr id="11" name="Title 10">
            <a:extLst>
              <a:ext uri="{FF2B5EF4-FFF2-40B4-BE49-F238E27FC236}">
                <a16:creationId xmlns:a16="http://schemas.microsoft.com/office/drawing/2014/main" id="{9752BA0C-F7F4-0806-F7AD-49A1201F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/>
              <a:t>Data #1</a:t>
            </a:r>
            <a:br>
              <a:rPr lang="en-US" sz="3200"/>
            </a:br>
            <a:r>
              <a:rPr lang="en-US" sz="1600"/>
              <a:t>Output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48C79-B484-1D85-43E7-BE08648E3A9E}"/>
              </a:ext>
            </a:extLst>
          </p:cNvPr>
          <p:cNvSpPr txBox="1"/>
          <p:nvPr/>
        </p:nvSpPr>
        <p:spPr>
          <a:xfrm>
            <a:off x="1093236" y="4748543"/>
            <a:ext cx="1016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the answer from the system is the correct one, and we have exhausted our data set, we can conclude the model is completely trained.</a:t>
            </a:r>
          </a:p>
        </p:txBody>
      </p:sp>
    </p:spTree>
    <p:extLst>
      <p:ext uri="{BB962C8B-B14F-4D97-AF65-F5344CB8AC3E}">
        <p14:creationId xmlns:p14="http://schemas.microsoft.com/office/powerpoint/2010/main" val="14778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8" ma:contentTypeDescription="Create a new document." ma:contentTypeScope="" ma:versionID="f70d58e8bb7b566b8999b858925f111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1d51f28b925c538c9f3c4539f9f14034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Props1.xml><?xml version="1.0" encoding="utf-8"?>
<ds:datastoreItem xmlns:ds="http://schemas.openxmlformats.org/officeDocument/2006/customXml" ds:itemID="{85A411D5-7B97-4612-B2D4-03EF32C100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638313-1e11-4999-9038-bfa2141b3777"/>
    <ds:schemaRef ds:uri="593646a3-f4b2-4797-891f-a58c41aec4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47FF2F-34FA-4C46-8627-51A080EC8C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2FD434-9329-4905-8BDC-9BF5CED32E46}">
  <ds:schemaRefs>
    <ds:schemaRef ds:uri="27638313-1e11-4999-9038-bfa2141b377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593646a3-f4b2-4797-891f-a58c41aec49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4731</TotalTime>
  <Words>762</Words>
  <Application>Microsoft Office PowerPoint</Application>
  <PresentationFormat>Widescreen</PresentationFormat>
  <Paragraphs>169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#1 Output</vt:lpstr>
      <vt:lpstr>Data #1 Output</vt:lpstr>
      <vt:lpstr>Data #1 Output</vt:lpstr>
      <vt:lpstr>Data #1 Output</vt:lpstr>
      <vt:lpstr>Data #1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1</cp:revision>
  <dcterms:created xsi:type="dcterms:W3CDTF">2024-03-07T19:58:27Z</dcterms:created>
  <dcterms:modified xsi:type="dcterms:W3CDTF">2024-03-11T02:50:20Z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