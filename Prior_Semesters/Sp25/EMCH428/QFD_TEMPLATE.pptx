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4D"/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3"/>
    <p:restoredTop sz="75422" autoAdjust="0"/>
  </p:normalViewPr>
  <p:slideViewPr>
    <p:cSldViewPr>
      <p:cViewPr varScale="1">
        <p:scale>
          <a:sx n="151" d="100"/>
          <a:sy n="151" d="100"/>
        </p:scale>
        <p:origin x="200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B2781835-199E-7644-9E6B-CF82CB79AAB8}"/>
    <pc:docChg chg="undo custSel modSld">
      <pc:chgData name="Vaught, Jacob" userId="3948bc58-7b81-44a4-9cf0-22ebac0213b4" providerId="ADAL" clId="{B2781835-199E-7644-9E6B-CF82CB79AAB8}" dt="2024-10-11T17:14:35.409" v="3" actId="1076"/>
      <pc:docMkLst>
        <pc:docMk/>
      </pc:docMkLst>
      <pc:sldChg chg="modSp mod">
        <pc:chgData name="Vaught, Jacob" userId="3948bc58-7b81-44a4-9cf0-22ebac0213b4" providerId="ADAL" clId="{B2781835-199E-7644-9E6B-CF82CB79AAB8}" dt="2024-10-11T17:14:35.409" v="3" actId="1076"/>
        <pc:sldMkLst>
          <pc:docMk/>
          <pc:sldMk cId="4068141764" sldId="256"/>
        </pc:sldMkLst>
        <pc:grpChg chg="mod">
          <ac:chgData name="Vaught, Jacob" userId="3948bc58-7b81-44a4-9cf0-22ebac0213b4" providerId="ADAL" clId="{B2781835-199E-7644-9E6B-CF82CB79AAB8}" dt="2024-10-11T17:14:35.409" v="3" actId="1076"/>
          <ac:grpSpMkLst>
            <pc:docMk/>
            <pc:sldMk cId="4068141764" sldId="256"/>
            <ac:grpSpMk id="120" creationId="{8A4F7D71-74C9-9E03-3867-49DDECC260F0}"/>
          </ac:grpSpMkLst>
        </pc:grpChg>
        <pc:grpChg chg="mod">
          <ac:chgData name="Vaught, Jacob" userId="3948bc58-7b81-44a4-9cf0-22ebac0213b4" providerId="ADAL" clId="{B2781835-199E-7644-9E6B-CF82CB79AAB8}" dt="2024-10-11T17:14:34.952" v="2" actId="1076"/>
          <ac:grpSpMkLst>
            <pc:docMk/>
            <pc:sldMk cId="4068141764" sldId="256"/>
            <ac:grpSpMk id="123" creationId="{A73BBDA5-DAE9-BE2A-7BD3-41CFEFF40D4B}"/>
          </ac:grpSpMkLst>
        </pc:grpChg>
      </pc:sldChg>
    </pc:docChg>
  </pc:docChgLst>
  <pc:docChgLst>
    <pc:chgData name="Vaught, Jacob" userId="3948bc58-7b81-44a4-9cf0-22ebac0213b4" providerId="ADAL" clId="{501885D2-05AD-4F64-9D61-59ED7F9BBD99}"/>
    <pc:docChg chg="custSel modSld">
      <pc:chgData name="Vaught, Jacob" userId="3948bc58-7b81-44a4-9cf0-22ebac0213b4" providerId="ADAL" clId="{501885D2-05AD-4F64-9D61-59ED7F9BBD99}" dt="2024-10-12T22:46:44.521" v="308" actId="207"/>
      <pc:docMkLst>
        <pc:docMk/>
      </pc:docMkLst>
      <pc:sldChg chg="addSp delSp modSp mod">
        <pc:chgData name="Vaught, Jacob" userId="3948bc58-7b81-44a4-9cf0-22ebac0213b4" providerId="ADAL" clId="{501885D2-05AD-4F64-9D61-59ED7F9BBD99}" dt="2024-10-12T22:46:44.521" v="308" actId="207"/>
        <pc:sldMkLst>
          <pc:docMk/>
          <pc:sldMk cId="4068141764" sldId="256"/>
        </pc:sldMkLst>
        <pc:spChg chg="add del mod">
          <ac:chgData name="Vaught, Jacob" userId="3948bc58-7b81-44a4-9cf0-22ebac0213b4" providerId="ADAL" clId="{501885D2-05AD-4F64-9D61-59ED7F9BBD99}" dt="2024-10-12T22:41:12.799" v="2"/>
          <ac:spMkLst>
            <pc:docMk/>
            <pc:sldMk cId="4068141764" sldId="256"/>
            <ac:spMk id="6" creationId="{ACED0BC0-9B44-A35B-F870-DC4DFABC73D1}"/>
          </ac:spMkLst>
        </pc:spChg>
        <pc:spChg chg="add mod">
          <ac:chgData name="Vaught, Jacob" userId="3948bc58-7b81-44a4-9cf0-22ebac0213b4" providerId="ADAL" clId="{501885D2-05AD-4F64-9D61-59ED7F9BBD99}" dt="2024-10-12T22:41:41.743" v="30" actId="1076"/>
          <ac:spMkLst>
            <pc:docMk/>
            <pc:sldMk cId="4068141764" sldId="256"/>
            <ac:spMk id="7" creationId="{118253B1-7884-512D-E3EA-126194CF5158}"/>
          </ac:spMkLst>
        </pc:spChg>
        <pc:spChg chg="add mod">
          <ac:chgData name="Vaught, Jacob" userId="3948bc58-7b81-44a4-9cf0-22ebac0213b4" providerId="ADAL" clId="{501885D2-05AD-4F64-9D61-59ED7F9BBD99}" dt="2024-10-12T22:46:15.350" v="293" actId="688"/>
          <ac:spMkLst>
            <pc:docMk/>
            <pc:sldMk cId="4068141764" sldId="256"/>
            <ac:spMk id="8" creationId="{4E276F3E-5E60-8B02-45E1-5166A8EE47F4}"/>
          </ac:spMkLst>
        </pc:spChg>
        <pc:spChg chg="add mod">
          <ac:chgData name="Vaught, Jacob" userId="3948bc58-7b81-44a4-9cf0-22ebac0213b4" providerId="ADAL" clId="{501885D2-05AD-4F64-9D61-59ED7F9BBD99}" dt="2024-10-12T22:46:44.521" v="308" actId="207"/>
          <ac:spMkLst>
            <pc:docMk/>
            <pc:sldMk cId="4068141764" sldId="256"/>
            <ac:spMk id="9" creationId="{DE42C536-DECB-76F2-A433-26FA29C82B1F}"/>
          </ac:spMkLst>
        </pc:spChg>
        <pc:spChg chg="add mod">
          <ac:chgData name="Vaught, Jacob" userId="3948bc58-7b81-44a4-9cf0-22ebac0213b4" providerId="ADAL" clId="{501885D2-05AD-4F64-9D61-59ED7F9BBD99}" dt="2024-10-12T22:44:34.550" v="184" actId="14100"/>
          <ac:spMkLst>
            <pc:docMk/>
            <pc:sldMk cId="4068141764" sldId="256"/>
            <ac:spMk id="10" creationId="{968D8DBA-8DD1-4211-814E-B5F556648581}"/>
          </ac:spMkLst>
        </pc:spChg>
        <pc:spChg chg="add mod">
          <ac:chgData name="Vaught, Jacob" userId="3948bc58-7b81-44a4-9cf0-22ebac0213b4" providerId="ADAL" clId="{501885D2-05AD-4F64-9D61-59ED7F9BBD99}" dt="2024-10-12T22:45:05.082" v="215" actId="313"/>
          <ac:spMkLst>
            <pc:docMk/>
            <pc:sldMk cId="4068141764" sldId="256"/>
            <ac:spMk id="11" creationId="{C26CB6F2-0D71-F617-0FBB-37C1DE66A553}"/>
          </ac:spMkLst>
        </pc:spChg>
        <pc:spChg chg="add mod">
          <ac:chgData name="Vaught, Jacob" userId="3948bc58-7b81-44a4-9cf0-22ebac0213b4" providerId="ADAL" clId="{501885D2-05AD-4F64-9D61-59ED7F9BBD99}" dt="2024-10-12T22:46:33.086" v="307" actId="207"/>
          <ac:spMkLst>
            <pc:docMk/>
            <pc:sldMk cId="4068141764" sldId="256"/>
            <ac:spMk id="13" creationId="{DA1292F5-5B45-A6A0-5975-6FFF1B8A7DB4}"/>
          </ac:spMkLst>
        </pc:spChg>
        <pc:spChg chg="add mod">
          <ac:chgData name="Vaught, Jacob" userId="3948bc58-7b81-44a4-9cf0-22ebac0213b4" providerId="ADAL" clId="{501885D2-05AD-4F64-9D61-59ED7F9BBD99}" dt="2024-10-12T22:46:33.086" v="307" actId="207"/>
          <ac:spMkLst>
            <pc:docMk/>
            <pc:sldMk cId="4068141764" sldId="256"/>
            <ac:spMk id="14" creationId="{6D832486-C249-233A-FBBA-082B91EF8709}"/>
          </ac:spMkLst>
        </pc:spChg>
        <pc:spChg chg="add mod">
          <ac:chgData name="Vaught, Jacob" userId="3948bc58-7b81-44a4-9cf0-22ebac0213b4" providerId="ADAL" clId="{501885D2-05AD-4F64-9D61-59ED7F9BBD99}" dt="2024-10-12T22:46:33.086" v="307" actId="207"/>
          <ac:spMkLst>
            <pc:docMk/>
            <pc:sldMk cId="4068141764" sldId="256"/>
            <ac:spMk id="15" creationId="{447F4090-C088-22F7-E6C8-B7F455B7DDE2}"/>
          </ac:spMkLst>
        </pc:spChg>
      </pc:sldChg>
    </pc:docChg>
  </pc:docChgLst>
  <pc:docChgLst>
    <pc:chgData name="Vaught, Jacob" userId="3948bc58-7b81-44a4-9cf0-22ebac0213b4" providerId="ADAL" clId="{73B61F6D-0665-F246-A5EC-91EF1445251A}"/>
    <pc:docChg chg="custSel modSld">
      <pc:chgData name="Vaught, Jacob" userId="3948bc58-7b81-44a4-9cf0-22ebac0213b4" providerId="ADAL" clId="{73B61F6D-0665-F246-A5EC-91EF1445251A}" dt="2024-11-13T14:36:18.834" v="7" actId="478"/>
      <pc:docMkLst>
        <pc:docMk/>
      </pc:docMkLst>
      <pc:sldChg chg="delSp mod">
        <pc:chgData name="Vaught, Jacob" userId="3948bc58-7b81-44a4-9cf0-22ebac0213b4" providerId="ADAL" clId="{73B61F6D-0665-F246-A5EC-91EF1445251A}" dt="2024-11-13T14:36:18.834" v="7" actId="478"/>
        <pc:sldMkLst>
          <pc:docMk/>
          <pc:sldMk cId="4068141764" sldId="256"/>
        </pc:sldMkLst>
        <pc:spChg chg="del">
          <ac:chgData name="Vaught, Jacob" userId="3948bc58-7b81-44a4-9cf0-22ebac0213b4" providerId="ADAL" clId="{73B61F6D-0665-F246-A5EC-91EF1445251A}" dt="2024-11-13T14:36:14.475" v="4" actId="478"/>
          <ac:spMkLst>
            <pc:docMk/>
            <pc:sldMk cId="4068141764" sldId="256"/>
            <ac:spMk id="7" creationId="{118253B1-7884-512D-E3EA-126194CF5158}"/>
          </ac:spMkLst>
        </pc:spChg>
        <pc:spChg chg="del">
          <ac:chgData name="Vaught, Jacob" userId="3948bc58-7b81-44a4-9cf0-22ebac0213b4" providerId="ADAL" clId="{73B61F6D-0665-F246-A5EC-91EF1445251A}" dt="2024-11-13T14:36:09.987" v="2" actId="478"/>
          <ac:spMkLst>
            <pc:docMk/>
            <pc:sldMk cId="4068141764" sldId="256"/>
            <ac:spMk id="8" creationId="{4E276F3E-5E60-8B02-45E1-5166A8EE47F4}"/>
          </ac:spMkLst>
        </pc:spChg>
        <pc:spChg chg="del">
          <ac:chgData name="Vaught, Jacob" userId="3948bc58-7b81-44a4-9cf0-22ebac0213b4" providerId="ADAL" clId="{73B61F6D-0665-F246-A5EC-91EF1445251A}" dt="2024-11-13T14:36:12.100" v="3" actId="478"/>
          <ac:spMkLst>
            <pc:docMk/>
            <pc:sldMk cId="4068141764" sldId="256"/>
            <ac:spMk id="9" creationId="{DE42C536-DECB-76F2-A433-26FA29C82B1F}"/>
          </ac:spMkLst>
        </pc:spChg>
        <pc:spChg chg="del">
          <ac:chgData name="Vaught, Jacob" userId="3948bc58-7b81-44a4-9cf0-22ebac0213b4" providerId="ADAL" clId="{73B61F6D-0665-F246-A5EC-91EF1445251A}" dt="2024-11-13T14:36:08.164" v="1" actId="478"/>
          <ac:spMkLst>
            <pc:docMk/>
            <pc:sldMk cId="4068141764" sldId="256"/>
            <ac:spMk id="10" creationId="{968D8DBA-8DD1-4211-814E-B5F556648581}"/>
          </ac:spMkLst>
        </pc:spChg>
        <pc:spChg chg="del">
          <ac:chgData name="Vaught, Jacob" userId="3948bc58-7b81-44a4-9cf0-22ebac0213b4" providerId="ADAL" clId="{73B61F6D-0665-F246-A5EC-91EF1445251A}" dt="2024-11-13T14:36:06.218" v="0" actId="478"/>
          <ac:spMkLst>
            <pc:docMk/>
            <pc:sldMk cId="4068141764" sldId="256"/>
            <ac:spMk id="11" creationId="{C26CB6F2-0D71-F617-0FBB-37C1DE66A553}"/>
          </ac:spMkLst>
        </pc:spChg>
        <pc:spChg chg="del">
          <ac:chgData name="Vaught, Jacob" userId="3948bc58-7b81-44a4-9cf0-22ebac0213b4" providerId="ADAL" clId="{73B61F6D-0665-F246-A5EC-91EF1445251A}" dt="2024-11-13T14:36:16.054" v="5" actId="478"/>
          <ac:spMkLst>
            <pc:docMk/>
            <pc:sldMk cId="4068141764" sldId="256"/>
            <ac:spMk id="13" creationId="{DA1292F5-5B45-A6A0-5975-6FFF1B8A7DB4}"/>
          </ac:spMkLst>
        </pc:spChg>
        <pc:spChg chg="del">
          <ac:chgData name="Vaught, Jacob" userId="3948bc58-7b81-44a4-9cf0-22ebac0213b4" providerId="ADAL" clId="{73B61F6D-0665-F246-A5EC-91EF1445251A}" dt="2024-11-13T14:36:17.509" v="6" actId="478"/>
          <ac:spMkLst>
            <pc:docMk/>
            <pc:sldMk cId="4068141764" sldId="256"/>
            <ac:spMk id="14" creationId="{6D832486-C249-233A-FBBA-082B91EF8709}"/>
          </ac:spMkLst>
        </pc:spChg>
        <pc:spChg chg="del">
          <ac:chgData name="Vaught, Jacob" userId="3948bc58-7b81-44a4-9cf0-22ebac0213b4" providerId="ADAL" clId="{73B61F6D-0665-F246-A5EC-91EF1445251A}" dt="2024-11-13T14:36:18.834" v="7" actId="478"/>
          <ac:spMkLst>
            <pc:docMk/>
            <pc:sldMk cId="4068141764" sldId="256"/>
            <ac:spMk id="15" creationId="{447F4090-C088-22F7-E6C8-B7F455B7DD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CD7E7-9D59-4735-832C-F2FBDC5C22F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CE2C-0FD3-4557-A350-08E8E9C84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3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DCE2C-0FD3-4557-A350-08E8E9C841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7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2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8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9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5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56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4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02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6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6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0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0EE3E-4871-4874-BE11-763146D8D01A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276AF-EF04-460E-A6CA-956D36525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3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4724469" y="83959"/>
            <a:ext cx="1335024" cy="685662"/>
          </a:xfrm>
          <a:custGeom>
            <a:avLst/>
            <a:gdLst>
              <a:gd name="connsiteX0" fmla="*/ 0 w 2679192"/>
              <a:gd name="connsiteY0" fmla="*/ 1600200 h 1600200"/>
              <a:gd name="connsiteX1" fmla="*/ 1339596 w 2679192"/>
              <a:gd name="connsiteY1" fmla="*/ 0 h 1600200"/>
              <a:gd name="connsiteX2" fmla="*/ 2679192 w 2679192"/>
              <a:gd name="connsiteY2" fmla="*/ 1600200 h 1600200"/>
              <a:gd name="connsiteX3" fmla="*/ 0 w 2679192"/>
              <a:gd name="connsiteY3" fmla="*/ 1600200 h 1600200"/>
              <a:gd name="connsiteX0" fmla="*/ 0 w 2679192"/>
              <a:gd name="connsiteY0" fmla="*/ 1576633 h 1576633"/>
              <a:gd name="connsiteX1" fmla="*/ 1334882 w 2679192"/>
              <a:gd name="connsiteY1" fmla="*/ 0 h 1576633"/>
              <a:gd name="connsiteX2" fmla="*/ 2679192 w 2679192"/>
              <a:gd name="connsiteY2" fmla="*/ 1576633 h 1576633"/>
              <a:gd name="connsiteX3" fmla="*/ 0 w 2679192"/>
              <a:gd name="connsiteY3" fmla="*/ 1576633 h 157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9192" h="1576633">
                <a:moveTo>
                  <a:pt x="0" y="1576633"/>
                </a:moveTo>
                <a:lnTo>
                  <a:pt x="1334882" y="0"/>
                </a:lnTo>
                <a:lnTo>
                  <a:pt x="2679192" y="1576633"/>
                </a:lnTo>
                <a:lnTo>
                  <a:pt x="0" y="1576633"/>
                </a:lnTo>
                <a:close/>
              </a:path>
            </a:pathLst>
          </a:custGeom>
          <a:solidFill>
            <a:srgbClr val="FFFD78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>
            <a:cxnSpLocks noChangeAspect="1"/>
          </p:cNvCxnSpPr>
          <p:nvPr/>
        </p:nvCxnSpPr>
        <p:spPr>
          <a:xfrm flipH="1" flipV="1">
            <a:off x="5264394" y="228041"/>
            <a:ext cx="537981" cy="537981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Straight Connector 45"/>
          <p:cNvCxnSpPr>
            <a:cxnSpLocks noChangeAspect="1"/>
          </p:cNvCxnSpPr>
          <p:nvPr/>
        </p:nvCxnSpPr>
        <p:spPr>
          <a:xfrm flipH="1" flipV="1">
            <a:off x="5130846" y="368659"/>
            <a:ext cx="391948" cy="393634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Straight Connector 46"/>
          <p:cNvCxnSpPr>
            <a:cxnSpLocks noChangeAspect="1"/>
          </p:cNvCxnSpPr>
          <p:nvPr/>
        </p:nvCxnSpPr>
        <p:spPr>
          <a:xfrm flipH="1" flipV="1">
            <a:off x="4998089" y="504564"/>
            <a:ext cx="261315" cy="260333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Straight Connector 47"/>
          <p:cNvCxnSpPr>
            <a:cxnSpLocks noChangeAspect="1"/>
          </p:cNvCxnSpPr>
          <p:nvPr/>
        </p:nvCxnSpPr>
        <p:spPr>
          <a:xfrm flipH="1" flipV="1">
            <a:off x="4869255" y="637320"/>
            <a:ext cx="138021" cy="138615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Straight Connector 57"/>
          <p:cNvCxnSpPr>
            <a:cxnSpLocks noChangeAspect="1"/>
          </p:cNvCxnSpPr>
          <p:nvPr/>
        </p:nvCxnSpPr>
        <p:spPr>
          <a:xfrm flipV="1">
            <a:off x="5241933" y="359925"/>
            <a:ext cx="409696" cy="409696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Straight Connector 58"/>
          <p:cNvCxnSpPr>
            <a:cxnSpLocks noChangeAspect="1"/>
          </p:cNvCxnSpPr>
          <p:nvPr/>
        </p:nvCxnSpPr>
        <p:spPr>
          <a:xfrm flipV="1">
            <a:off x="4981215" y="228042"/>
            <a:ext cx="541579" cy="541579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" name="Straight Connector 59"/>
          <p:cNvCxnSpPr>
            <a:cxnSpLocks noChangeAspect="1"/>
          </p:cNvCxnSpPr>
          <p:nvPr/>
        </p:nvCxnSpPr>
        <p:spPr>
          <a:xfrm flipV="1">
            <a:off x="5515086" y="494362"/>
            <a:ext cx="269669" cy="272065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Straight Connector 60"/>
          <p:cNvCxnSpPr>
            <a:cxnSpLocks noChangeAspect="1"/>
          </p:cNvCxnSpPr>
          <p:nvPr/>
        </p:nvCxnSpPr>
        <p:spPr>
          <a:xfrm flipV="1">
            <a:off x="5767214" y="623180"/>
            <a:ext cx="154135" cy="151576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054110"/>
              </p:ext>
            </p:extLst>
          </p:nvPr>
        </p:nvGraphicFramePr>
        <p:xfrm>
          <a:off x="2315988" y="770147"/>
          <a:ext cx="5943598" cy="5987113"/>
        </p:xfrm>
        <a:graphic>
          <a:graphicData uri="http://schemas.openxmlformats.org/drawingml/2006/table">
            <a:tbl>
              <a:tblPr bandRow="1" bandCol="1">
                <a:tableStyleId>{5C22544A-7EE6-4342-B048-85BDC9FD1C3A}</a:tableStyleId>
              </a:tblPr>
              <a:tblGrid>
                <a:gridCol w="2172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2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43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1154729308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3756282091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227427625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3609859159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1164912121"/>
                    </a:ext>
                  </a:extLst>
                </a:gridCol>
                <a:gridCol w="275795">
                  <a:extLst>
                    <a:ext uri="{9D8B030D-6E8A-4147-A177-3AD203B41FA5}">
                      <a16:colId xmlns:a16="http://schemas.microsoft.com/office/drawing/2014/main" val="1853788881"/>
                    </a:ext>
                  </a:extLst>
                </a:gridCol>
              </a:tblGrid>
              <a:tr h="248787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Improvement Direction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3" gridSpan="8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73273"/>
                  </a:ext>
                </a:extLst>
              </a:tr>
              <a:tr h="287418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 Units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sec</a:t>
                      </a:r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psi</a:t>
                      </a:r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gpm</a:t>
                      </a:r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ft</a:t>
                      </a:r>
                      <a:r>
                        <a:rPr lang="en-US" sz="1100" baseline="30000" dirty="0"/>
                        <a:t>2</a:t>
                      </a:r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dB</a:t>
                      </a:r>
                    </a:p>
                  </a:txBody>
                  <a:tcPr marL="0" marR="0" marT="0" marB="63106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056087"/>
                  </a:ext>
                </a:extLst>
              </a:tr>
              <a:tr h="296676">
                <a:tc row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Technical</a:t>
                      </a:r>
                    </a:p>
                    <a:p>
                      <a:pPr algn="r"/>
                      <a:r>
                        <a:rPr lang="en-US" sz="1400" dirty="0"/>
                        <a:t>Requirements</a:t>
                      </a:r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endParaRPr lang="en-US" sz="1400" dirty="0"/>
                    </a:p>
                    <a:p>
                      <a:pPr algn="l"/>
                      <a:r>
                        <a:rPr lang="en-US" sz="1400" dirty="0"/>
                        <a:t>Customer </a:t>
                      </a:r>
                    </a:p>
                    <a:p>
                      <a:pPr algn="l"/>
                      <a:r>
                        <a:rPr lang="en-US" sz="1400" dirty="0"/>
                        <a:t>Requirements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_</a:t>
                      </a:r>
                      <a:r>
                        <a:rPr lang="en-US" sz="1400" dirty="0"/>
                        <a:t>Importance 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Transfer Time (2 gal)</a:t>
                      </a:r>
                    </a:p>
                  </a:txBody>
                  <a:tcPr marL="0" marR="0" marT="0" marB="63106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Water Pressure</a:t>
                      </a:r>
                    </a:p>
                  </a:txBody>
                  <a:tcPr marL="0" marR="0" marT="0" marB="63106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Flow Rate</a:t>
                      </a:r>
                    </a:p>
                  </a:txBody>
                  <a:tcPr marL="0" marR="0" marT="0" marB="63106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Coverage Area</a:t>
                      </a:r>
                    </a:p>
                  </a:txBody>
                  <a:tcPr marL="0" marR="0" marT="0" marB="63106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400" dirty="0"/>
                        <a:t>Noise Level</a:t>
                      </a:r>
                    </a:p>
                  </a:txBody>
                  <a:tcPr marL="0" marR="0" marT="0" marB="63106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8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9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Wayne PC2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Simer</a:t>
                      </a:r>
                      <a:r>
                        <a:rPr lang="en-US" sz="1400" dirty="0"/>
                        <a:t> Geyser 2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MQ3-35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Tolco</a:t>
                      </a:r>
                      <a:r>
                        <a:rPr lang="en-US" sz="1400" dirty="0"/>
                        <a:t> 160116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Bison Pump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Algreen</a:t>
                      </a:r>
                      <a:endParaRPr lang="en-US" sz="1400" dirty="0"/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Graf Mondo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SBA-3-45-AW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0060"/>
                  </a:ext>
                </a:extLst>
              </a:tr>
              <a:tr h="268562">
                <a:tc>
                  <a:txBody>
                    <a:bodyPr/>
                    <a:lstStyle/>
                    <a:p>
                      <a:r>
                        <a:rPr lang="en-US" sz="1150" dirty="0"/>
                        <a:t>Minimize water transfer time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562">
                <a:tc>
                  <a:txBody>
                    <a:bodyPr/>
                    <a:lstStyle/>
                    <a:p>
                      <a:r>
                        <a:rPr lang="en-US" sz="1150" dirty="0"/>
                        <a:t>Provide Sufficient Water Pressure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5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/>
                        <a:t>Provide Adequate flow Rate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562">
                <a:tc>
                  <a:txBody>
                    <a:bodyPr/>
                    <a:lstStyle/>
                    <a:p>
                      <a:r>
                        <a:rPr lang="en-US" sz="1150" dirty="0"/>
                        <a:t>Efficient Garden Coverage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562">
                <a:tc>
                  <a:txBody>
                    <a:bodyPr/>
                    <a:lstStyle/>
                    <a:p>
                      <a:r>
                        <a:rPr lang="en-US" sz="1150" dirty="0"/>
                        <a:t>Minimize Noise Pollution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562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Raw Score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66</a:t>
                      </a:r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74</a:t>
                      </a:r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74</a:t>
                      </a:r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58</a:t>
                      </a:r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34</a:t>
                      </a:r>
                    </a:p>
                  </a:txBody>
                  <a:tcPr marL="27432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12583"/>
                  </a:ext>
                </a:extLst>
              </a:tr>
              <a:tr h="268562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Relative Weight (%)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Aptos Light" panose="020B000402020202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562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Rank Order</a:t>
                      </a:r>
                    </a:p>
                  </a:txBody>
                  <a:tcPr marL="63106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120481"/>
                  </a:ext>
                </a:extLst>
              </a:tr>
              <a:tr h="623057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Technical Assessment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6-48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11-45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2.9-19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250-3k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18-70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09600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Target Range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6-8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35-45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15-20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2k-3k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40-50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579327"/>
                  </a:ext>
                </a:extLst>
              </a:tr>
              <a:tr h="548556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Fallback Range [Minimum]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24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5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300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Aptos Light" panose="020B0004020202020204" pitchFamily="34" charset="0"/>
                        </a:rPr>
                        <a:t>70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380702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3F5B3EAE-5D00-644C-CBBA-ECB1D73DA8D6}"/>
              </a:ext>
            </a:extLst>
          </p:cNvPr>
          <p:cNvGrpSpPr/>
          <p:nvPr/>
        </p:nvGrpSpPr>
        <p:grpSpPr>
          <a:xfrm>
            <a:off x="8676025" y="786243"/>
            <a:ext cx="2026779" cy="1502571"/>
            <a:chOff x="9229090" y="2917286"/>
            <a:chExt cx="2026779" cy="1502571"/>
          </a:xfrm>
        </p:grpSpPr>
        <p:sp>
          <p:nvSpPr>
            <p:cNvPr id="71" name="Rectangle 70"/>
            <p:cNvSpPr/>
            <p:nvPr/>
          </p:nvSpPr>
          <p:spPr>
            <a:xfrm>
              <a:off x="9229090" y="2917286"/>
              <a:ext cx="2026779" cy="15025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b="1" dirty="0">
                  <a:latin typeface="Aptos Black" panose="020B0004020202020204" pitchFamily="34" charset="0"/>
                </a:rPr>
                <a:t>Correlations:</a:t>
              </a:r>
            </a:p>
            <a:p>
              <a:pPr marL="350838"/>
              <a:r>
                <a:rPr lang="en-US" dirty="0"/>
                <a:t>Strong Positive</a:t>
              </a:r>
            </a:p>
            <a:p>
              <a:pPr marL="350838"/>
              <a:r>
                <a:rPr lang="en-US" dirty="0"/>
                <a:t>Positive</a:t>
              </a:r>
            </a:p>
            <a:p>
              <a:pPr marL="350838"/>
              <a:r>
                <a:rPr lang="en-US" dirty="0"/>
                <a:t>Strong Negative</a:t>
              </a:r>
            </a:p>
            <a:p>
              <a:pPr marL="350838"/>
              <a:r>
                <a:rPr lang="en-US" dirty="0"/>
                <a:t>Negative</a:t>
              </a:r>
            </a:p>
          </p:txBody>
        </p:sp>
        <p:sp>
          <p:nvSpPr>
            <p:cNvPr id="77" name="Oval 76"/>
            <p:cNvSpPr/>
            <p:nvPr/>
          </p:nvSpPr>
          <p:spPr>
            <a:xfrm>
              <a:off x="9410560" y="3312137"/>
              <a:ext cx="123330" cy="123330"/>
            </a:xfrm>
            <a:prstGeom prst="ellipse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" tIns="0" rIns="9144" bIns="18288"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+</a:t>
              </a:r>
            </a:p>
          </p:txBody>
        </p:sp>
        <p:sp>
          <p:nvSpPr>
            <p:cNvPr id="78" name="Oval 77"/>
            <p:cNvSpPr/>
            <p:nvPr/>
          </p:nvSpPr>
          <p:spPr>
            <a:xfrm>
              <a:off x="9358321" y="3526157"/>
              <a:ext cx="227808" cy="227808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" tIns="0" rIns="0" bIns="9144" rtlCol="0" anchor="ctr"/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+</a:t>
              </a:r>
            </a:p>
          </p:txBody>
        </p:sp>
        <p:sp>
          <p:nvSpPr>
            <p:cNvPr id="80" name="Oval 79"/>
            <p:cNvSpPr/>
            <p:nvPr/>
          </p:nvSpPr>
          <p:spPr>
            <a:xfrm>
              <a:off x="9410560" y="3855029"/>
              <a:ext cx="123330" cy="123330"/>
            </a:xfrm>
            <a:prstGeom prst="ellipse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" tIns="0" rIns="9144" bIns="137160"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_</a:t>
              </a:r>
            </a:p>
          </p:txBody>
        </p:sp>
        <p:sp>
          <p:nvSpPr>
            <p:cNvPr id="81" name="Oval 80"/>
            <p:cNvSpPr/>
            <p:nvPr/>
          </p:nvSpPr>
          <p:spPr>
            <a:xfrm>
              <a:off x="9410560" y="4140347"/>
              <a:ext cx="123330" cy="12333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" tIns="0" rIns="0" bIns="137160" rtlCol="0" anchor="ctr"/>
            <a:lstStyle/>
            <a:p>
              <a:pPr algn="ctr"/>
              <a:r>
                <a:rPr 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_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73542-B739-037B-B54E-DF28CFB0E439}"/>
              </a:ext>
            </a:extLst>
          </p:cNvPr>
          <p:cNvGrpSpPr/>
          <p:nvPr/>
        </p:nvGrpSpPr>
        <p:grpSpPr>
          <a:xfrm>
            <a:off x="8676025" y="2373395"/>
            <a:ext cx="2026779" cy="1502571"/>
            <a:chOff x="9229090" y="4980264"/>
            <a:chExt cx="2026779" cy="1502571"/>
          </a:xfrm>
        </p:grpSpPr>
        <p:sp>
          <p:nvSpPr>
            <p:cNvPr id="82" name="Rectangle 81"/>
            <p:cNvSpPr/>
            <p:nvPr/>
          </p:nvSpPr>
          <p:spPr>
            <a:xfrm>
              <a:off x="9229090" y="4980264"/>
              <a:ext cx="2026779" cy="150257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b="1" dirty="0">
                  <a:latin typeface="Aptos Black" panose="020B0004020202020204" pitchFamily="34" charset="0"/>
                </a:rPr>
                <a:t>Relationships:</a:t>
              </a:r>
            </a:p>
            <a:p>
              <a:pPr marL="350838"/>
              <a:r>
                <a:rPr lang="en-US" dirty="0"/>
                <a:t>Strong = 9</a:t>
              </a:r>
            </a:p>
            <a:p>
              <a:pPr marL="350838"/>
              <a:r>
                <a:rPr lang="en-US" dirty="0"/>
                <a:t>Medium = 3</a:t>
              </a:r>
            </a:p>
            <a:p>
              <a:pPr marL="350838"/>
              <a:r>
                <a:rPr lang="en-US" dirty="0"/>
                <a:t>Weak = 1</a:t>
              </a:r>
            </a:p>
            <a:p>
              <a:pPr marL="350838"/>
              <a:r>
                <a:rPr lang="en-US" dirty="0"/>
                <a:t>None = 0</a:t>
              </a:r>
            </a:p>
          </p:txBody>
        </p:sp>
        <p:sp>
          <p:nvSpPr>
            <p:cNvPr id="90" name="Medium"/>
            <p:cNvSpPr txBox="1"/>
            <p:nvPr/>
          </p:nvSpPr>
          <p:spPr>
            <a:xfrm>
              <a:off x="9373640" y="5648418"/>
              <a:ext cx="155448" cy="15544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" name="Strong">
              <a:extLst>
                <a:ext uri="{FF2B5EF4-FFF2-40B4-BE49-F238E27FC236}">
                  <a16:creationId xmlns:a16="http://schemas.microsoft.com/office/drawing/2014/main" id="{8E566250-6A32-2AB2-34A0-50C32092B484}"/>
                </a:ext>
              </a:extLst>
            </p:cNvPr>
            <p:cNvGrpSpPr/>
            <p:nvPr/>
          </p:nvGrpSpPr>
          <p:grpSpPr>
            <a:xfrm>
              <a:off x="9373640" y="5371406"/>
              <a:ext cx="155448" cy="155448"/>
              <a:chOff x="6756742" y="5039343"/>
              <a:chExt cx="155448" cy="15544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093CAD6-0D28-5D74-AE74-F63FABC10A01}"/>
                  </a:ext>
                </a:extLst>
              </p:cNvPr>
              <p:cNvSpPr txBox="1"/>
              <p:nvPr/>
            </p:nvSpPr>
            <p:spPr>
              <a:xfrm>
                <a:off x="6811606" y="5094207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txBody>
              <a:bodyPr wrap="none" lIns="9144" tIns="9144" rIns="0" bIns="0" rtlCol="0" anchor="ctr">
                <a:noAutofit/>
              </a:bodyPr>
              <a:lstStyle/>
              <a:p>
                <a:pPr algn="ctr"/>
                <a:endPara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756742" y="5039343"/>
                <a:ext cx="155448" cy="155448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lIns="9144" tIns="9144" rIns="0" bIns="0" rtlCol="0" anchor="ctr">
                <a:noAutofit/>
              </a:bodyPr>
              <a:lstStyle/>
              <a:p>
                <a:pPr algn="ctr"/>
                <a:endParaRPr 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4" name="Triangle 3">
              <a:extLst>
                <a:ext uri="{FF2B5EF4-FFF2-40B4-BE49-F238E27FC236}">
                  <a16:creationId xmlns:a16="http://schemas.microsoft.com/office/drawing/2014/main" id="{961E99EF-4592-FD9B-1173-CD45D0A5E977}"/>
                </a:ext>
              </a:extLst>
            </p:cNvPr>
            <p:cNvSpPr/>
            <p:nvPr/>
          </p:nvSpPr>
          <p:spPr>
            <a:xfrm>
              <a:off x="9373640" y="5910178"/>
              <a:ext cx="155448" cy="146304"/>
            </a:xfrm>
            <a:prstGeom prst="triangl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320940-8A0C-E5FC-1F33-6607E0605870}"/>
              </a:ext>
            </a:extLst>
          </p:cNvPr>
          <p:cNvGrpSpPr/>
          <p:nvPr/>
        </p:nvGrpSpPr>
        <p:grpSpPr>
          <a:xfrm>
            <a:off x="8676025" y="3960547"/>
            <a:ext cx="2026779" cy="1288336"/>
            <a:chOff x="9753600" y="3588465"/>
            <a:chExt cx="2026779" cy="128833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0284DD-87DF-B479-7052-A7C3909CD671}"/>
                </a:ext>
              </a:extLst>
            </p:cNvPr>
            <p:cNvSpPr/>
            <p:nvPr/>
          </p:nvSpPr>
          <p:spPr>
            <a:xfrm>
              <a:off x="9753600" y="3588465"/>
              <a:ext cx="2026779" cy="12883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b="1" dirty="0">
                  <a:latin typeface="Aptos Black" panose="020B0004020202020204" pitchFamily="34" charset="0"/>
                </a:rPr>
                <a:t>Direction:</a:t>
              </a:r>
            </a:p>
            <a:p>
              <a:pPr marL="350838"/>
              <a:r>
                <a:rPr lang="en-US" dirty="0"/>
                <a:t>Target</a:t>
              </a:r>
            </a:p>
            <a:p>
              <a:pPr marL="350838"/>
              <a:r>
                <a:rPr lang="en-US" dirty="0"/>
                <a:t>Maximize</a:t>
              </a:r>
            </a:p>
            <a:p>
              <a:pPr marL="350838"/>
              <a:r>
                <a:rPr lang="en-US" dirty="0"/>
                <a:t>Minimize</a:t>
              </a:r>
            </a:p>
          </p:txBody>
        </p:sp>
        <p:sp>
          <p:nvSpPr>
            <p:cNvPr id="23" name="Triangle 22">
              <a:extLst>
                <a:ext uri="{FF2B5EF4-FFF2-40B4-BE49-F238E27FC236}">
                  <a16:creationId xmlns:a16="http://schemas.microsoft.com/office/drawing/2014/main" id="{8AEDE33A-3D5E-F269-8BD2-346E6F567424}"/>
                </a:ext>
              </a:extLst>
            </p:cNvPr>
            <p:cNvSpPr/>
            <p:nvPr/>
          </p:nvSpPr>
          <p:spPr>
            <a:xfrm>
              <a:off x="9857346" y="4242289"/>
              <a:ext cx="155448" cy="146304"/>
            </a:xfrm>
            <a:prstGeom prst="triangle">
              <a:avLst/>
            </a:prstGeom>
            <a:solidFill>
              <a:schemeClr val="accent3">
                <a:lumMod val="5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49A67087-3EE3-303C-AD01-73218693252C}"/>
                </a:ext>
              </a:extLst>
            </p:cNvPr>
            <p:cNvSpPr/>
            <p:nvPr/>
          </p:nvSpPr>
          <p:spPr>
            <a:xfrm rot="10800000">
              <a:off x="9857346" y="4531147"/>
              <a:ext cx="155448" cy="14630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69DC1E1-58C0-9C87-96B5-DFC7098A512B}"/>
                </a:ext>
              </a:extLst>
            </p:cNvPr>
            <p:cNvSpPr/>
            <p:nvPr/>
          </p:nvSpPr>
          <p:spPr>
            <a:xfrm>
              <a:off x="9873405" y="3995455"/>
              <a:ext cx="123330" cy="123330"/>
            </a:xfrm>
            <a:prstGeom prst="ellipse">
              <a:avLst/>
            </a:prstGeom>
            <a:noFill/>
            <a:ln w="222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" tIns="0" rIns="9144" bIns="18288" rtlCol="0" anchor="ctr"/>
            <a:lstStyle/>
            <a:p>
              <a:pPr algn="ctr"/>
              <a:endPara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1" name="Triangle 110">
            <a:extLst>
              <a:ext uri="{FF2B5EF4-FFF2-40B4-BE49-F238E27FC236}">
                <a16:creationId xmlns:a16="http://schemas.microsoft.com/office/drawing/2014/main" id="{5E520CDC-17BE-F24C-256C-777E818D6652}"/>
              </a:ext>
            </a:extLst>
          </p:cNvPr>
          <p:cNvSpPr/>
          <p:nvPr/>
        </p:nvSpPr>
        <p:spPr>
          <a:xfrm>
            <a:off x="5010502" y="823665"/>
            <a:ext cx="155448" cy="146304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riangle 111">
            <a:extLst>
              <a:ext uri="{FF2B5EF4-FFF2-40B4-BE49-F238E27FC236}">
                <a16:creationId xmlns:a16="http://schemas.microsoft.com/office/drawing/2014/main" id="{489FECC1-622F-D373-6A03-80B8EE28D345}"/>
              </a:ext>
            </a:extLst>
          </p:cNvPr>
          <p:cNvSpPr/>
          <p:nvPr/>
        </p:nvSpPr>
        <p:spPr>
          <a:xfrm>
            <a:off x="5291405" y="827961"/>
            <a:ext cx="155448" cy="146304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BC1AA5A9-678C-FF7D-3C7A-C2ABA29716C5}"/>
              </a:ext>
            </a:extLst>
          </p:cNvPr>
          <p:cNvSpPr/>
          <p:nvPr/>
        </p:nvSpPr>
        <p:spPr>
          <a:xfrm>
            <a:off x="5561200" y="827961"/>
            <a:ext cx="155448" cy="146304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riangle 113">
            <a:extLst>
              <a:ext uri="{FF2B5EF4-FFF2-40B4-BE49-F238E27FC236}">
                <a16:creationId xmlns:a16="http://schemas.microsoft.com/office/drawing/2014/main" id="{09B7110A-4493-8ADC-EB09-BF57EF56E71F}"/>
              </a:ext>
            </a:extLst>
          </p:cNvPr>
          <p:cNvSpPr/>
          <p:nvPr/>
        </p:nvSpPr>
        <p:spPr>
          <a:xfrm rot="10800000">
            <a:off x="5826553" y="835289"/>
            <a:ext cx="155448" cy="146304"/>
          </a:xfrm>
          <a:prstGeom prst="triangl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riangle 114">
            <a:extLst>
              <a:ext uri="{FF2B5EF4-FFF2-40B4-BE49-F238E27FC236}">
                <a16:creationId xmlns:a16="http://schemas.microsoft.com/office/drawing/2014/main" id="{82F74B38-9D22-666D-F9C1-19445BCAEEFD}"/>
              </a:ext>
            </a:extLst>
          </p:cNvPr>
          <p:cNvSpPr/>
          <p:nvPr/>
        </p:nvSpPr>
        <p:spPr>
          <a:xfrm rot="10800000">
            <a:off x="4759206" y="835289"/>
            <a:ext cx="155448" cy="146304"/>
          </a:xfrm>
          <a:prstGeom prst="triangl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AA44A04-5E8B-5329-9E23-6F2FD9EDA874}"/>
              </a:ext>
            </a:extLst>
          </p:cNvPr>
          <p:cNvGrpSpPr/>
          <p:nvPr/>
        </p:nvGrpSpPr>
        <p:grpSpPr>
          <a:xfrm>
            <a:off x="4753081" y="2875231"/>
            <a:ext cx="155448" cy="155448"/>
            <a:chOff x="9277028" y="1410020"/>
            <a:chExt cx="155448" cy="155448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8AC05C1-78AD-D7E0-BBDE-62CC0C82DDE9}"/>
                </a:ext>
              </a:extLst>
            </p:cNvPr>
            <p:cNvSpPr txBox="1"/>
            <p:nvPr/>
          </p:nvSpPr>
          <p:spPr>
            <a:xfrm>
              <a:off x="9331892" y="1464884"/>
              <a:ext cx="45720" cy="457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1990FE8-8CAF-7643-83A0-7A753E67649C}"/>
                </a:ext>
              </a:extLst>
            </p:cNvPr>
            <p:cNvSpPr txBox="1"/>
            <p:nvPr/>
          </p:nvSpPr>
          <p:spPr>
            <a:xfrm>
              <a:off x="9277028" y="1410020"/>
              <a:ext cx="155448" cy="15544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A4F7D71-74C9-9E03-3867-49DDECC260F0}"/>
              </a:ext>
            </a:extLst>
          </p:cNvPr>
          <p:cNvGrpSpPr/>
          <p:nvPr/>
        </p:nvGrpSpPr>
        <p:grpSpPr>
          <a:xfrm>
            <a:off x="5030289" y="3137400"/>
            <a:ext cx="155448" cy="151559"/>
            <a:chOff x="9277028" y="1410020"/>
            <a:chExt cx="155448" cy="155448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11FF441-A157-BA17-9F15-1230009057DC}"/>
                </a:ext>
              </a:extLst>
            </p:cNvPr>
            <p:cNvSpPr txBox="1"/>
            <p:nvPr/>
          </p:nvSpPr>
          <p:spPr>
            <a:xfrm>
              <a:off x="9331892" y="1464884"/>
              <a:ext cx="45720" cy="457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70F4AEE-077E-37A4-D628-FEB4379601ED}"/>
                </a:ext>
              </a:extLst>
            </p:cNvPr>
            <p:cNvSpPr txBox="1"/>
            <p:nvPr/>
          </p:nvSpPr>
          <p:spPr>
            <a:xfrm>
              <a:off x="9277028" y="1410020"/>
              <a:ext cx="155448" cy="15544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73BBDA5-DAE9-BE2A-7BD3-41CFEFF40D4B}"/>
              </a:ext>
            </a:extLst>
          </p:cNvPr>
          <p:cNvGrpSpPr/>
          <p:nvPr/>
        </p:nvGrpSpPr>
        <p:grpSpPr>
          <a:xfrm>
            <a:off x="5291397" y="3419563"/>
            <a:ext cx="155448" cy="151559"/>
            <a:chOff x="9277028" y="1410020"/>
            <a:chExt cx="155448" cy="155448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0C2A8A1-FA4B-999A-F8F6-64C5D1833CE9}"/>
                </a:ext>
              </a:extLst>
            </p:cNvPr>
            <p:cNvSpPr txBox="1"/>
            <p:nvPr/>
          </p:nvSpPr>
          <p:spPr>
            <a:xfrm>
              <a:off x="9331892" y="1464884"/>
              <a:ext cx="45720" cy="457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C440C93-7648-EF7E-AE29-36DE2F23410C}"/>
                </a:ext>
              </a:extLst>
            </p:cNvPr>
            <p:cNvSpPr txBox="1"/>
            <p:nvPr/>
          </p:nvSpPr>
          <p:spPr>
            <a:xfrm>
              <a:off x="9277028" y="1410020"/>
              <a:ext cx="155448" cy="15544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0AAF7F9-85D3-5157-2378-FDCC458F7A4F}"/>
              </a:ext>
            </a:extLst>
          </p:cNvPr>
          <p:cNvGrpSpPr/>
          <p:nvPr/>
        </p:nvGrpSpPr>
        <p:grpSpPr>
          <a:xfrm>
            <a:off x="5561200" y="3675359"/>
            <a:ext cx="155448" cy="151559"/>
            <a:chOff x="9277028" y="1410020"/>
            <a:chExt cx="155448" cy="155448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4FBD151-E755-A8E6-A76F-58E8C399EB82}"/>
                </a:ext>
              </a:extLst>
            </p:cNvPr>
            <p:cNvSpPr txBox="1"/>
            <p:nvPr/>
          </p:nvSpPr>
          <p:spPr>
            <a:xfrm>
              <a:off x="9331892" y="1464884"/>
              <a:ext cx="45720" cy="457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C10322A-3FB2-AA20-54E8-FB91AE86ACEC}"/>
                </a:ext>
              </a:extLst>
            </p:cNvPr>
            <p:cNvSpPr txBox="1"/>
            <p:nvPr/>
          </p:nvSpPr>
          <p:spPr>
            <a:xfrm>
              <a:off x="9277028" y="1410020"/>
              <a:ext cx="155448" cy="15544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277D4F4-D76A-53DE-91A2-4CD8D8ECB5D2}"/>
              </a:ext>
            </a:extLst>
          </p:cNvPr>
          <p:cNvGrpSpPr/>
          <p:nvPr/>
        </p:nvGrpSpPr>
        <p:grpSpPr>
          <a:xfrm>
            <a:off x="5832391" y="3964218"/>
            <a:ext cx="155448" cy="151559"/>
            <a:chOff x="9277028" y="1410020"/>
            <a:chExt cx="155448" cy="155448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0570C40-39AF-C3BC-332A-38888B19A255}"/>
                </a:ext>
              </a:extLst>
            </p:cNvPr>
            <p:cNvSpPr txBox="1"/>
            <p:nvPr/>
          </p:nvSpPr>
          <p:spPr>
            <a:xfrm>
              <a:off x="9331892" y="1464884"/>
              <a:ext cx="45720" cy="4572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E95B3A6-5147-B158-B76B-C0C1E7877B30}"/>
                </a:ext>
              </a:extLst>
            </p:cNvPr>
            <p:cNvSpPr txBox="1"/>
            <p:nvPr/>
          </p:nvSpPr>
          <p:spPr>
            <a:xfrm>
              <a:off x="9277028" y="1410020"/>
              <a:ext cx="155448" cy="155448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none" lIns="9144" tIns="9144" rIns="0" bIns="0" rtlCol="0" anchor="ctr">
              <a:noAutofit/>
            </a:bodyPr>
            <a:lstStyle/>
            <a:p>
              <a:pPr algn="ctr"/>
              <a:endParaRPr lang="en-US" sz="10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32" name="Medium">
            <a:extLst>
              <a:ext uri="{FF2B5EF4-FFF2-40B4-BE49-F238E27FC236}">
                <a16:creationId xmlns:a16="http://schemas.microsoft.com/office/drawing/2014/main" id="{75BE7A9A-0065-CD86-BC14-79965FAFCDBC}"/>
              </a:ext>
            </a:extLst>
          </p:cNvPr>
          <p:cNvSpPr txBox="1"/>
          <p:nvPr/>
        </p:nvSpPr>
        <p:spPr>
          <a:xfrm>
            <a:off x="5291397" y="3685980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3" name="Medium">
            <a:extLst>
              <a:ext uri="{FF2B5EF4-FFF2-40B4-BE49-F238E27FC236}">
                <a16:creationId xmlns:a16="http://schemas.microsoft.com/office/drawing/2014/main" id="{9BDC620B-7AF5-F969-F716-A9265669C88D}"/>
              </a:ext>
            </a:extLst>
          </p:cNvPr>
          <p:cNvSpPr txBox="1"/>
          <p:nvPr/>
        </p:nvSpPr>
        <p:spPr>
          <a:xfrm>
            <a:off x="5021594" y="3679009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4" name="Medium">
            <a:extLst>
              <a:ext uri="{FF2B5EF4-FFF2-40B4-BE49-F238E27FC236}">
                <a16:creationId xmlns:a16="http://schemas.microsoft.com/office/drawing/2014/main" id="{4BD8F811-6E97-C578-2D21-05C040E4C430}"/>
              </a:ext>
            </a:extLst>
          </p:cNvPr>
          <p:cNvSpPr txBox="1"/>
          <p:nvPr/>
        </p:nvSpPr>
        <p:spPr>
          <a:xfrm>
            <a:off x="5018427" y="3412802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Medium">
            <a:extLst>
              <a:ext uri="{FF2B5EF4-FFF2-40B4-BE49-F238E27FC236}">
                <a16:creationId xmlns:a16="http://schemas.microsoft.com/office/drawing/2014/main" id="{86739EDC-5381-131C-9F91-480BFC9FE3C6}"/>
              </a:ext>
            </a:extLst>
          </p:cNvPr>
          <p:cNvSpPr txBox="1"/>
          <p:nvPr/>
        </p:nvSpPr>
        <p:spPr>
          <a:xfrm>
            <a:off x="4751406" y="3412592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6" name="Medium">
            <a:extLst>
              <a:ext uri="{FF2B5EF4-FFF2-40B4-BE49-F238E27FC236}">
                <a16:creationId xmlns:a16="http://schemas.microsoft.com/office/drawing/2014/main" id="{DB851434-E300-C925-F7C4-996D8AB6C669}"/>
              </a:ext>
            </a:extLst>
          </p:cNvPr>
          <p:cNvSpPr txBox="1"/>
          <p:nvPr/>
        </p:nvSpPr>
        <p:spPr>
          <a:xfrm>
            <a:off x="5026059" y="2874070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7" name="Medium">
            <a:extLst>
              <a:ext uri="{FF2B5EF4-FFF2-40B4-BE49-F238E27FC236}">
                <a16:creationId xmlns:a16="http://schemas.microsoft.com/office/drawing/2014/main" id="{FA36D4F9-143B-11BE-4C7B-B020F2F1CDE7}"/>
              </a:ext>
            </a:extLst>
          </p:cNvPr>
          <p:cNvSpPr txBox="1"/>
          <p:nvPr/>
        </p:nvSpPr>
        <p:spPr>
          <a:xfrm>
            <a:off x="5291397" y="2877610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8" name="Medium">
            <a:extLst>
              <a:ext uri="{FF2B5EF4-FFF2-40B4-BE49-F238E27FC236}">
                <a16:creationId xmlns:a16="http://schemas.microsoft.com/office/drawing/2014/main" id="{3AD8CADA-2109-4116-F5C7-3B0E4BC73110}"/>
              </a:ext>
            </a:extLst>
          </p:cNvPr>
          <p:cNvSpPr txBox="1"/>
          <p:nvPr/>
        </p:nvSpPr>
        <p:spPr>
          <a:xfrm>
            <a:off x="5291397" y="3137177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9" name="Medium">
            <a:extLst>
              <a:ext uri="{FF2B5EF4-FFF2-40B4-BE49-F238E27FC236}">
                <a16:creationId xmlns:a16="http://schemas.microsoft.com/office/drawing/2014/main" id="{5DCA5888-C2F0-BB26-B8E0-2773E1D5FEA5}"/>
              </a:ext>
            </a:extLst>
          </p:cNvPr>
          <p:cNvSpPr txBox="1"/>
          <p:nvPr/>
        </p:nvSpPr>
        <p:spPr>
          <a:xfrm>
            <a:off x="5561200" y="3135455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0" name="Medium">
            <a:extLst>
              <a:ext uri="{FF2B5EF4-FFF2-40B4-BE49-F238E27FC236}">
                <a16:creationId xmlns:a16="http://schemas.microsoft.com/office/drawing/2014/main" id="{D56B9483-A89D-49B9-B02B-C3E5E46FD8A0}"/>
              </a:ext>
            </a:extLst>
          </p:cNvPr>
          <p:cNvSpPr txBox="1"/>
          <p:nvPr/>
        </p:nvSpPr>
        <p:spPr>
          <a:xfrm>
            <a:off x="5561200" y="3419563"/>
            <a:ext cx="155448" cy="155448"/>
          </a:xfrm>
          <a:prstGeom prst="ellips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1" name="Triangle 140">
            <a:extLst>
              <a:ext uri="{FF2B5EF4-FFF2-40B4-BE49-F238E27FC236}">
                <a16:creationId xmlns:a16="http://schemas.microsoft.com/office/drawing/2014/main" id="{D0EB55FC-7635-416F-5713-2E0508CD8494}"/>
              </a:ext>
            </a:extLst>
          </p:cNvPr>
          <p:cNvSpPr/>
          <p:nvPr/>
        </p:nvSpPr>
        <p:spPr>
          <a:xfrm>
            <a:off x="4759206" y="3147769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riangle 141">
            <a:extLst>
              <a:ext uri="{FF2B5EF4-FFF2-40B4-BE49-F238E27FC236}">
                <a16:creationId xmlns:a16="http://schemas.microsoft.com/office/drawing/2014/main" id="{1F946F22-70E8-28F4-5CB8-C73A0135378B}"/>
              </a:ext>
            </a:extLst>
          </p:cNvPr>
          <p:cNvSpPr/>
          <p:nvPr/>
        </p:nvSpPr>
        <p:spPr>
          <a:xfrm>
            <a:off x="4746928" y="3680614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riangle 142">
            <a:extLst>
              <a:ext uri="{FF2B5EF4-FFF2-40B4-BE49-F238E27FC236}">
                <a16:creationId xmlns:a16="http://schemas.microsoft.com/office/drawing/2014/main" id="{A0A3155C-BBB9-C9C5-60EF-215EF6F3429B}"/>
              </a:ext>
            </a:extLst>
          </p:cNvPr>
          <p:cNvSpPr/>
          <p:nvPr/>
        </p:nvSpPr>
        <p:spPr>
          <a:xfrm>
            <a:off x="4759206" y="3950433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riangle 143">
            <a:extLst>
              <a:ext uri="{FF2B5EF4-FFF2-40B4-BE49-F238E27FC236}">
                <a16:creationId xmlns:a16="http://schemas.microsoft.com/office/drawing/2014/main" id="{B3C39D62-027F-BDA3-937C-16D9F8258E54}"/>
              </a:ext>
            </a:extLst>
          </p:cNvPr>
          <p:cNvSpPr/>
          <p:nvPr/>
        </p:nvSpPr>
        <p:spPr>
          <a:xfrm>
            <a:off x="5014809" y="3950433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riangle 144">
            <a:extLst>
              <a:ext uri="{FF2B5EF4-FFF2-40B4-BE49-F238E27FC236}">
                <a16:creationId xmlns:a16="http://schemas.microsoft.com/office/drawing/2014/main" id="{04C836E0-66FA-F290-12EB-52D42CF268FE}"/>
              </a:ext>
            </a:extLst>
          </p:cNvPr>
          <p:cNvSpPr/>
          <p:nvPr/>
        </p:nvSpPr>
        <p:spPr>
          <a:xfrm>
            <a:off x="5287787" y="3950433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Triangle 145">
            <a:extLst>
              <a:ext uri="{FF2B5EF4-FFF2-40B4-BE49-F238E27FC236}">
                <a16:creationId xmlns:a16="http://schemas.microsoft.com/office/drawing/2014/main" id="{13013543-01A8-DD80-6EEF-8247B6BC4440}"/>
              </a:ext>
            </a:extLst>
          </p:cNvPr>
          <p:cNvSpPr/>
          <p:nvPr/>
        </p:nvSpPr>
        <p:spPr>
          <a:xfrm>
            <a:off x="5555383" y="3950433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riangle 146">
            <a:extLst>
              <a:ext uri="{FF2B5EF4-FFF2-40B4-BE49-F238E27FC236}">
                <a16:creationId xmlns:a16="http://schemas.microsoft.com/office/drawing/2014/main" id="{0A0B6279-D08D-9687-5FE4-C6A5EAB6326E}"/>
              </a:ext>
            </a:extLst>
          </p:cNvPr>
          <p:cNvSpPr/>
          <p:nvPr/>
        </p:nvSpPr>
        <p:spPr>
          <a:xfrm>
            <a:off x="5820125" y="3684093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Triangle 147">
            <a:extLst>
              <a:ext uri="{FF2B5EF4-FFF2-40B4-BE49-F238E27FC236}">
                <a16:creationId xmlns:a16="http://schemas.microsoft.com/office/drawing/2014/main" id="{92CC2BF4-B84E-0815-1286-578318FA46FD}"/>
              </a:ext>
            </a:extLst>
          </p:cNvPr>
          <p:cNvSpPr/>
          <p:nvPr/>
        </p:nvSpPr>
        <p:spPr>
          <a:xfrm>
            <a:off x="5830532" y="3417164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riangle 148">
            <a:extLst>
              <a:ext uri="{FF2B5EF4-FFF2-40B4-BE49-F238E27FC236}">
                <a16:creationId xmlns:a16="http://schemas.microsoft.com/office/drawing/2014/main" id="{206A1F67-9904-B91C-2CA7-464802AFF268}"/>
              </a:ext>
            </a:extLst>
          </p:cNvPr>
          <p:cNvSpPr/>
          <p:nvPr/>
        </p:nvSpPr>
        <p:spPr>
          <a:xfrm>
            <a:off x="5836453" y="3145216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riangle 149">
            <a:extLst>
              <a:ext uri="{FF2B5EF4-FFF2-40B4-BE49-F238E27FC236}">
                <a16:creationId xmlns:a16="http://schemas.microsoft.com/office/drawing/2014/main" id="{CA2430E9-3FF2-8A3A-9F9E-8D9A42620D0F}"/>
              </a:ext>
            </a:extLst>
          </p:cNvPr>
          <p:cNvSpPr/>
          <p:nvPr/>
        </p:nvSpPr>
        <p:spPr>
          <a:xfrm>
            <a:off x="5822698" y="2875252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riangle 150">
            <a:extLst>
              <a:ext uri="{FF2B5EF4-FFF2-40B4-BE49-F238E27FC236}">
                <a16:creationId xmlns:a16="http://schemas.microsoft.com/office/drawing/2014/main" id="{C62D0CA1-6BDB-01C6-C122-28A9CE0D97A5}"/>
              </a:ext>
            </a:extLst>
          </p:cNvPr>
          <p:cNvSpPr/>
          <p:nvPr/>
        </p:nvSpPr>
        <p:spPr>
          <a:xfrm>
            <a:off x="5568452" y="2875252"/>
            <a:ext cx="155448" cy="146304"/>
          </a:xfrm>
          <a:prstGeom prst="triangle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DF6970EE-8A96-46A9-6E50-66DBB474A8E6}"/>
              </a:ext>
            </a:extLst>
          </p:cNvPr>
          <p:cNvSpPr/>
          <p:nvPr/>
        </p:nvSpPr>
        <p:spPr>
          <a:xfrm>
            <a:off x="5194608" y="568729"/>
            <a:ext cx="123330" cy="123330"/>
          </a:xfrm>
          <a:prstGeom prst="ellipse">
            <a:avLst/>
          </a:pr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9144" bIns="18288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067C525A-C071-A381-C3A8-19C4DB8BEDF8}"/>
              </a:ext>
            </a:extLst>
          </p:cNvPr>
          <p:cNvSpPr/>
          <p:nvPr/>
        </p:nvSpPr>
        <p:spPr>
          <a:xfrm>
            <a:off x="5062940" y="435821"/>
            <a:ext cx="123330" cy="123330"/>
          </a:xfrm>
          <a:prstGeom prst="ellipse">
            <a:avLst/>
          </a:pr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9144" bIns="18288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F727EC88-891D-3287-F794-7DE4C429DAA6}"/>
              </a:ext>
            </a:extLst>
          </p:cNvPr>
          <p:cNvSpPr/>
          <p:nvPr/>
        </p:nvSpPr>
        <p:spPr>
          <a:xfrm>
            <a:off x="4869085" y="506505"/>
            <a:ext cx="227808" cy="227808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0" bIns="9144"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802258D2-8FCD-5200-7229-31FEDB040DA8}"/>
              </a:ext>
            </a:extLst>
          </p:cNvPr>
          <p:cNvSpPr/>
          <p:nvPr/>
        </p:nvSpPr>
        <p:spPr>
          <a:xfrm>
            <a:off x="5190339" y="291946"/>
            <a:ext cx="123330" cy="123330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0" bIns="13716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_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007F671-89C7-9385-E30A-DD79F50681A0}"/>
              </a:ext>
            </a:extLst>
          </p:cNvPr>
          <p:cNvSpPr/>
          <p:nvPr/>
        </p:nvSpPr>
        <p:spPr>
          <a:xfrm>
            <a:off x="5326820" y="157310"/>
            <a:ext cx="123330" cy="123330"/>
          </a:xfrm>
          <a:prstGeom prst="ellipse">
            <a:avLst/>
          </a:pr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9144" bIns="13716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_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7EA166F-A786-8999-7E9B-0BB9A69EB1C2}"/>
              </a:ext>
            </a:extLst>
          </p:cNvPr>
          <p:cNvSpPr/>
          <p:nvPr/>
        </p:nvSpPr>
        <p:spPr>
          <a:xfrm>
            <a:off x="5463381" y="291946"/>
            <a:ext cx="123330" cy="123330"/>
          </a:xfrm>
          <a:prstGeom prst="ellipse">
            <a:avLst/>
          </a:prstGeom>
          <a:noFill/>
          <a:ln w="222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9144" bIns="13716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_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45FDCC5-4777-E246-6821-35FA21530669}"/>
              </a:ext>
            </a:extLst>
          </p:cNvPr>
          <p:cNvSpPr/>
          <p:nvPr/>
        </p:nvSpPr>
        <p:spPr>
          <a:xfrm>
            <a:off x="5584699" y="424714"/>
            <a:ext cx="123330" cy="123330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0" bIns="13716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_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D431F2EC-FAFF-B802-DA14-4535279B288E}"/>
              </a:ext>
            </a:extLst>
          </p:cNvPr>
          <p:cNvSpPr/>
          <p:nvPr/>
        </p:nvSpPr>
        <p:spPr>
          <a:xfrm>
            <a:off x="5721351" y="558667"/>
            <a:ext cx="123330" cy="123330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0" bIns="13716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_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7F95C6E1-9473-A9D9-2A62-B3000CFAFD25}"/>
              </a:ext>
            </a:extLst>
          </p:cNvPr>
          <p:cNvSpPr/>
          <p:nvPr/>
        </p:nvSpPr>
        <p:spPr>
          <a:xfrm>
            <a:off x="5269648" y="372839"/>
            <a:ext cx="227808" cy="227808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0" bIns="9144"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372F3440-95A6-EE9F-0968-B5C427A4966F}"/>
              </a:ext>
            </a:extLst>
          </p:cNvPr>
          <p:cNvSpPr/>
          <p:nvPr/>
        </p:nvSpPr>
        <p:spPr>
          <a:xfrm>
            <a:off x="5453169" y="559151"/>
            <a:ext cx="123330" cy="123330"/>
          </a:xfrm>
          <a:prstGeom prst="ellipse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" tIns="0" rIns="0" bIns="137160"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406814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noFill/>
        <a:ln w="19050"/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194</Words>
  <Application>Microsoft Macintosh PowerPoint</Application>
  <PresentationFormat>Widescreen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Black</vt:lpstr>
      <vt:lpstr>Aptos Light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Aminul Islam</dc:creator>
  <cp:lastModifiedBy>Vaught, Jacob</cp:lastModifiedBy>
  <cp:revision>33</cp:revision>
  <dcterms:created xsi:type="dcterms:W3CDTF">2013-05-10T22:12:35Z</dcterms:created>
  <dcterms:modified xsi:type="dcterms:W3CDTF">2024-11-13T14:36:24Z</dcterms:modified>
</cp:coreProperties>
</file>