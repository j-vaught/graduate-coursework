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44"/>
    <p:restoredTop sz="94710"/>
  </p:normalViewPr>
  <p:slideViewPr>
    <p:cSldViewPr snapToGrid="0">
      <p:cViewPr>
        <p:scale>
          <a:sx n="137" d="100"/>
          <a:sy n="137" d="100"/>
        </p:scale>
        <p:origin x="2952" y="-2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2C8A5E-4CF9-D64B-96A6-BF69FA1D486A}" type="doc">
      <dgm:prSet loTypeId="urn:microsoft.com/office/officeart/2005/8/layout/hierarchy1" loCatId="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D544FD4-C748-7E40-BAAD-5EE539AC0E0E}">
      <dgm:prSet phldrT="[Text]"/>
      <dgm:spPr/>
      <dgm:t>
        <a:bodyPr/>
        <a:lstStyle/>
        <a:p>
          <a:r>
            <a:rPr lang="en-US" b="0" dirty="0"/>
            <a:t>1.1. Water Collection and Preparation</a:t>
          </a:r>
        </a:p>
      </dgm:t>
    </dgm:pt>
    <dgm:pt modelId="{2E15342F-073A-EF45-8808-B06C9AEFE883}" type="parTrans" cxnId="{E1AB004E-480B-C445-B259-4CF79B26FAF4}">
      <dgm:prSet/>
      <dgm:spPr/>
      <dgm:t>
        <a:bodyPr/>
        <a:lstStyle/>
        <a:p>
          <a:endParaRPr lang="en-US" b="0"/>
        </a:p>
      </dgm:t>
    </dgm:pt>
    <dgm:pt modelId="{D9A0FC68-C08E-6F43-8A80-CF748176DEA9}" type="sibTrans" cxnId="{E1AB004E-480B-C445-B259-4CF79B26FAF4}">
      <dgm:prSet/>
      <dgm:spPr/>
      <dgm:t>
        <a:bodyPr/>
        <a:lstStyle/>
        <a:p>
          <a:endParaRPr lang="en-US" b="0"/>
        </a:p>
      </dgm:t>
    </dgm:pt>
    <dgm:pt modelId="{3C16A87F-0143-C546-80D0-F458148912FD}">
      <dgm:prSet phldrT="[Text]"/>
      <dgm:spPr/>
      <dgm:t>
        <a:bodyPr/>
        <a:lstStyle/>
        <a:p>
          <a:r>
            <a:rPr lang="en-US" b="1" dirty="0"/>
            <a:t>Essential Functions</a:t>
          </a:r>
        </a:p>
      </dgm:t>
    </dgm:pt>
    <dgm:pt modelId="{3535C1BC-0C5B-EA45-A1A3-F1155A46973B}" type="parTrans" cxnId="{50530E41-00A3-6A4C-BF8A-DAB034A05C58}">
      <dgm:prSet/>
      <dgm:spPr/>
      <dgm:t>
        <a:bodyPr/>
        <a:lstStyle/>
        <a:p>
          <a:endParaRPr lang="en-US" b="0"/>
        </a:p>
      </dgm:t>
    </dgm:pt>
    <dgm:pt modelId="{602A6B32-74CC-2F45-A8C5-243D884DCE6A}" type="sibTrans" cxnId="{50530E41-00A3-6A4C-BF8A-DAB034A05C58}">
      <dgm:prSet/>
      <dgm:spPr/>
      <dgm:t>
        <a:bodyPr/>
        <a:lstStyle/>
        <a:p>
          <a:endParaRPr lang="en-US" b="0"/>
        </a:p>
      </dgm:t>
    </dgm:pt>
    <dgm:pt modelId="{9095D81D-8DE1-7B44-974F-E2F5A9ECEBB1}">
      <dgm:prSet/>
      <dgm:spPr/>
      <dgm:t>
        <a:bodyPr/>
        <a:lstStyle/>
        <a:p>
          <a:r>
            <a:rPr lang="en-US" b="0" dirty="0"/>
            <a:t>1.1.1. Collecting Water from the Tank</a:t>
          </a:r>
        </a:p>
      </dgm:t>
    </dgm:pt>
    <dgm:pt modelId="{AB307B06-6C04-304E-9A58-3714243ADE95}" type="sibTrans" cxnId="{DCDC7391-8571-6B45-B782-10D5D0102F63}">
      <dgm:prSet/>
      <dgm:spPr/>
      <dgm:t>
        <a:bodyPr/>
        <a:lstStyle/>
        <a:p>
          <a:endParaRPr lang="en-US" b="0"/>
        </a:p>
      </dgm:t>
    </dgm:pt>
    <dgm:pt modelId="{04654FBB-FDC5-F84C-B8C8-E1E14FE1C2BA}" type="parTrans" cxnId="{DCDC7391-8571-6B45-B782-10D5D0102F63}">
      <dgm:prSet/>
      <dgm:spPr/>
      <dgm:t>
        <a:bodyPr/>
        <a:lstStyle/>
        <a:p>
          <a:endParaRPr lang="en-US" b="0"/>
        </a:p>
      </dgm:t>
    </dgm:pt>
    <dgm:pt modelId="{F48E6414-AF53-1A4C-9362-E70D8DAEA1A2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Direct Tank Outlet</a:t>
          </a:r>
        </a:p>
      </dgm:t>
    </dgm:pt>
    <dgm:pt modelId="{E6BDE678-79E4-2F47-A4DA-B40FFE6BCD93}" type="sibTrans" cxnId="{712A0F16-7B13-9547-B4AC-EC378A8F9EB9}">
      <dgm:prSet/>
      <dgm:spPr/>
      <dgm:t>
        <a:bodyPr/>
        <a:lstStyle/>
        <a:p>
          <a:endParaRPr lang="en-US" b="0"/>
        </a:p>
      </dgm:t>
    </dgm:pt>
    <dgm:pt modelId="{4B944589-410A-3140-BEB5-A3CF50CB248C}" type="parTrans" cxnId="{712A0F16-7B13-9547-B4AC-EC378A8F9EB9}">
      <dgm:prSet/>
      <dgm:spPr/>
      <dgm:t>
        <a:bodyPr/>
        <a:lstStyle/>
        <a:p>
          <a:endParaRPr lang="en-US" b="0"/>
        </a:p>
      </dgm:t>
    </dgm:pt>
    <dgm:pt modelId="{DFB2DAA8-5F89-544C-97B3-230A4B8A8F5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Intermediate Reservoir</a:t>
          </a:r>
        </a:p>
      </dgm:t>
    </dgm:pt>
    <dgm:pt modelId="{F0FF9570-A353-BD4F-885B-0E4A8A4382F1}" type="sibTrans" cxnId="{78193335-F6E2-AD48-90B5-0D4187ABE815}">
      <dgm:prSet/>
      <dgm:spPr/>
      <dgm:t>
        <a:bodyPr/>
        <a:lstStyle/>
        <a:p>
          <a:endParaRPr lang="en-US" b="0"/>
        </a:p>
      </dgm:t>
    </dgm:pt>
    <dgm:pt modelId="{A127FEA0-553D-7D42-8489-FEB8A980AD3F}" type="parTrans" cxnId="{78193335-F6E2-AD48-90B5-0D4187ABE815}">
      <dgm:prSet/>
      <dgm:spPr/>
      <dgm:t>
        <a:bodyPr/>
        <a:lstStyle/>
        <a:p>
          <a:endParaRPr lang="en-US" b="0"/>
        </a:p>
      </dgm:t>
    </dgm:pt>
    <dgm:pt modelId="{296C25C2-2331-8546-9D90-3EEBD66458A7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Suction Hose with Foot Valve</a:t>
          </a:r>
        </a:p>
      </dgm:t>
    </dgm:pt>
    <dgm:pt modelId="{40D74C74-3A60-EE40-BC61-EF47F67A2135}" type="sibTrans" cxnId="{A1B99606-5DE7-8D4C-973A-359A010E5604}">
      <dgm:prSet/>
      <dgm:spPr/>
      <dgm:t>
        <a:bodyPr/>
        <a:lstStyle/>
        <a:p>
          <a:endParaRPr lang="en-US" b="0"/>
        </a:p>
      </dgm:t>
    </dgm:pt>
    <dgm:pt modelId="{1A8D8993-3D8A-5542-BAC6-5E1B81DC6E61}" type="parTrans" cxnId="{A1B99606-5DE7-8D4C-973A-359A010E5604}">
      <dgm:prSet/>
      <dgm:spPr/>
      <dgm:t>
        <a:bodyPr/>
        <a:lstStyle/>
        <a:p>
          <a:endParaRPr lang="en-US" b="0"/>
        </a:p>
      </dgm:t>
    </dgm:pt>
    <dgm:pt modelId="{2E2CEE83-2FD9-2F45-9FA0-612F69C1CB6D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Gravity Feed Collection</a:t>
          </a:r>
        </a:p>
      </dgm:t>
    </dgm:pt>
    <dgm:pt modelId="{A9C2A1D3-2D66-F042-98BA-C2409DADD34C}" type="sibTrans" cxnId="{ECCE42DC-E6F8-2642-8054-29FC269E6C59}">
      <dgm:prSet/>
      <dgm:spPr/>
      <dgm:t>
        <a:bodyPr/>
        <a:lstStyle/>
        <a:p>
          <a:endParaRPr lang="en-US" b="0"/>
        </a:p>
      </dgm:t>
    </dgm:pt>
    <dgm:pt modelId="{1FE6D869-FD3C-604E-9546-FD64E8F83AA1}" type="parTrans" cxnId="{ECCE42DC-E6F8-2642-8054-29FC269E6C59}">
      <dgm:prSet/>
      <dgm:spPr/>
      <dgm:t>
        <a:bodyPr/>
        <a:lstStyle/>
        <a:p>
          <a:endParaRPr lang="en-US" b="0"/>
        </a:p>
      </dgm:t>
    </dgm:pt>
    <dgm:pt modelId="{AB6E590E-7CA8-854F-8F02-8721148E3C48}">
      <dgm:prSet/>
      <dgm:spPr/>
      <dgm:t>
        <a:bodyPr/>
        <a:lstStyle/>
        <a:p>
          <a:r>
            <a:rPr lang="en-US" b="0" dirty="0"/>
            <a:t>1.1.2. Filtering Debris from Water</a:t>
          </a:r>
        </a:p>
      </dgm:t>
    </dgm:pt>
    <dgm:pt modelId="{A0479B1C-F349-BB45-B4E6-4A9081CC5E1E}" type="sibTrans" cxnId="{60F94A79-4841-3843-9CD2-9A0C81D5D1EE}">
      <dgm:prSet/>
      <dgm:spPr/>
      <dgm:t>
        <a:bodyPr/>
        <a:lstStyle/>
        <a:p>
          <a:endParaRPr lang="en-US" b="0"/>
        </a:p>
      </dgm:t>
    </dgm:pt>
    <dgm:pt modelId="{225FDA2B-E7AB-0F42-A52C-5E7B728245DE}" type="parTrans" cxnId="{60F94A79-4841-3843-9CD2-9A0C81D5D1EE}">
      <dgm:prSet/>
      <dgm:spPr/>
      <dgm:t>
        <a:bodyPr/>
        <a:lstStyle/>
        <a:p>
          <a:endParaRPr lang="en-US" b="0"/>
        </a:p>
      </dgm:t>
    </dgm:pt>
    <dgm:pt modelId="{F4B2ABF8-E963-D640-82A7-B9111FD140B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Mesh Screen Filter</a:t>
          </a:r>
        </a:p>
      </dgm:t>
    </dgm:pt>
    <dgm:pt modelId="{0EF0F49D-10E4-514B-B5A9-A6BA89433660}" type="sibTrans" cxnId="{4E2BED2D-7CCE-594E-B24C-4B3B6F6039AD}">
      <dgm:prSet/>
      <dgm:spPr/>
      <dgm:t>
        <a:bodyPr/>
        <a:lstStyle/>
        <a:p>
          <a:endParaRPr lang="en-US" b="0"/>
        </a:p>
      </dgm:t>
    </dgm:pt>
    <dgm:pt modelId="{89382A68-D9CF-2A44-92DA-48471B873C90}" type="parTrans" cxnId="{4E2BED2D-7CCE-594E-B24C-4B3B6F6039AD}">
      <dgm:prSet/>
      <dgm:spPr/>
      <dgm:t>
        <a:bodyPr/>
        <a:lstStyle/>
        <a:p>
          <a:endParaRPr lang="en-US" b="0"/>
        </a:p>
      </dgm:t>
    </dgm:pt>
    <dgm:pt modelId="{A983FBBF-0A9A-8944-8E6C-6B6A66FDB7F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Sediment Trap</a:t>
          </a:r>
        </a:p>
      </dgm:t>
    </dgm:pt>
    <dgm:pt modelId="{B28F042E-09D3-5A43-9DC4-3ED6CB091621}" type="sibTrans" cxnId="{0E4C75D4-DD74-8044-A8EA-F03D972CFD1C}">
      <dgm:prSet/>
      <dgm:spPr/>
      <dgm:t>
        <a:bodyPr/>
        <a:lstStyle/>
        <a:p>
          <a:endParaRPr lang="en-US" b="0"/>
        </a:p>
      </dgm:t>
    </dgm:pt>
    <dgm:pt modelId="{68B2B877-2BEF-6446-A8E2-9CA4ED3D8F04}" type="parTrans" cxnId="{0E4C75D4-DD74-8044-A8EA-F03D972CFD1C}">
      <dgm:prSet/>
      <dgm:spPr/>
      <dgm:t>
        <a:bodyPr/>
        <a:lstStyle/>
        <a:p>
          <a:endParaRPr lang="en-US" b="0"/>
        </a:p>
      </dgm:t>
    </dgm:pt>
    <dgm:pt modelId="{718C84D5-C8E1-C843-A5AC-F518F88CAD9A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Cyclonic Separator</a:t>
          </a:r>
        </a:p>
      </dgm:t>
    </dgm:pt>
    <dgm:pt modelId="{C8168A20-47D9-C44F-9E4F-A8585FDBA2CD}" type="sibTrans" cxnId="{8362E6FA-5CEE-6743-9D92-AB8D9154B663}">
      <dgm:prSet/>
      <dgm:spPr/>
      <dgm:t>
        <a:bodyPr/>
        <a:lstStyle/>
        <a:p>
          <a:endParaRPr lang="en-US" b="0"/>
        </a:p>
      </dgm:t>
    </dgm:pt>
    <dgm:pt modelId="{B9656EDB-C9ED-5A49-A833-80B5BB7AC810}" type="parTrans" cxnId="{8362E6FA-5CEE-6743-9D92-AB8D9154B663}">
      <dgm:prSet/>
      <dgm:spPr/>
      <dgm:t>
        <a:bodyPr/>
        <a:lstStyle/>
        <a:p>
          <a:endParaRPr lang="en-US" b="0"/>
        </a:p>
      </dgm:t>
    </dgm:pt>
    <dgm:pt modelId="{8C208B71-395F-1A46-9DA9-C67753565497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Cartridge Filters</a:t>
          </a:r>
        </a:p>
      </dgm:t>
    </dgm:pt>
    <dgm:pt modelId="{5BD01ACD-21DA-BF46-A9D0-8EA6B77B2CA4}" type="sibTrans" cxnId="{C0F0E692-A409-9D4A-93CA-CB292A95C59E}">
      <dgm:prSet/>
      <dgm:spPr/>
      <dgm:t>
        <a:bodyPr/>
        <a:lstStyle/>
        <a:p>
          <a:endParaRPr lang="en-US" b="0"/>
        </a:p>
      </dgm:t>
    </dgm:pt>
    <dgm:pt modelId="{05F6243C-F761-E541-9CCD-A22EA670779D}" type="parTrans" cxnId="{C0F0E692-A409-9D4A-93CA-CB292A95C59E}">
      <dgm:prSet/>
      <dgm:spPr/>
      <dgm:t>
        <a:bodyPr/>
        <a:lstStyle/>
        <a:p>
          <a:endParaRPr lang="en-US" b="0"/>
        </a:p>
      </dgm:t>
    </dgm:pt>
    <dgm:pt modelId="{4B334412-BF21-C247-B74F-5E7CCB8BABAA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Automatic Self-Cleaning Filters</a:t>
          </a:r>
        </a:p>
      </dgm:t>
    </dgm:pt>
    <dgm:pt modelId="{392F6AA9-A590-AD4B-9239-8BA51CA5C6DF}" type="sibTrans" cxnId="{C7DACD8F-AA11-EB43-8686-7FB0F65DD427}">
      <dgm:prSet/>
      <dgm:spPr/>
      <dgm:t>
        <a:bodyPr/>
        <a:lstStyle/>
        <a:p>
          <a:endParaRPr lang="en-US" b="0"/>
        </a:p>
      </dgm:t>
    </dgm:pt>
    <dgm:pt modelId="{3CDE39C5-2A3A-174A-8EBC-00D8AEED7305}" type="parTrans" cxnId="{C7DACD8F-AA11-EB43-8686-7FB0F65DD427}">
      <dgm:prSet/>
      <dgm:spPr/>
      <dgm:t>
        <a:bodyPr/>
        <a:lstStyle/>
        <a:p>
          <a:endParaRPr lang="en-US" b="0"/>
        </a:p>
      </dgm:t>
    </dgm:pt>
    <dgm:pt modelId="{11D3BB9C-E46B-AC40-9232-33DF44A10A5A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Biofilters</a:t>
          </a:r>
        </a:p>
      </dgm:t>
    </dgm:pt>
    <dgm:pt modelId="{C1F019D5-6B18-E44F-9B27-147D99855DEA}" type="sibTrans" cxnId="{B9BB1879-8907-084D-80AD-D8ABB670098D}">
      <dgm:prSet/>
      <dgm:spPr/>
      <dgm:t>
        <a:bodyPr/>
        <a:lstStyle/>
        <a:p>
          <a:endParaRPr lang="en-US" b="0"/>
        </a:p>
      </dgm:t>
    </dgm:pt>
    <dgm:pt modelId="{41A18EAA-8889-E549-B3E8-6CD3FF6DB411}" type="parTrans" cxnId="{B9BB1879-8907-084D-80AD-D8ABB670098D}">
      <dgm:prSet/>
      <dgm:spPr/>
      <dgm:t>
        <a:bodyPr/>
        <a:lstStyle/>
        <a:p>
          <a:endParaRPr lang="en-US" b="0"/>
        </a:p>
      </dgm:t>
    </dgm:pt>
    <dgm:pt modelId="{DCBBFEB3-E900-C646-9B3D-CBA35AEFD9AE}">
      <dgm:prSet/>
      <dgm:spPr/>
      <dgm:t>
        <a:bodyPr/>
        <a:lstStyle/>
        <a:p>
          <a:r>
            <a:rPr lang="en-US" b="0" dirty="0"/>
            <a:t>1.2. Pressurization</a:t>
          </a:r>
        </a:p>
      </dgm:t>
    </dgm:pt>
    <dgm:pt modelId="{A5C08B03-8555-9C47-9A76-2DED8DA98DA7}" type="sibTrans" cxnId="{8732A881-B9D2-5E45-A9E1-0A1223FC2E70}">
      <dgm:prSet/>
      <dgm:spPr/>
      <dgm:t>
        <a:bodyPr/>
        <a:lstStyle/>
        <a:p>
          <a:endParaRPr lang="en-US" b="0"/>
        </a:p>
      </dgm:t>
    </dgm:pt>
    <dgm:pt modelId="{DE66093A-E41E-E645-BBBE-8C6756C50E07}" type="parTrans" cxnId="{8732A881-B9D2-5E45-A9E1-0A1223FC2E70}">
      <dgm:prSet/>
      <dgm:spPr/>
      <dgm:t>
        <a:bodyPr/>
        <a:lstStyle/>
        <a:p>
          <a:endParaRPr lang="en-US" b="0"/>
        </a:p>
      </dgm:t>
    </dgm:pt>
    <dgm:pt modelId="{3B8D3815-382D-BA4B-82F1-ED717A2A0E17}">
      <dgm:prSet/>
      <dgm:spPr/>
      <dgm:t>
        <a:bodyPr/>
        <a:lstStyle/>
        <a:p>
          <a:r>
            <a:rPr lang="en-US" b="0" dirty="0"/>
            <a:t>1.2.1. Pressurize Water to Desired Level</a:t>
          </a:r>
        </a:p>
      </dgm:t>
    </dgm:pt>
    <dgm:pt modelId="{0811D592-4C58-BD44-982F-51197E966E6B}" type="sibTrans" cxnId="{EF9DE2BB-3820-EE41-9B21-1E9B7AC729CF}">
      <dgm:prSet/>
      <dgm:spPr/>
      <dgm:t>
        <a:bodyPr/>
        <a:lstStyle/>
        <a:p>
          <a:endParaRPr lang="en-US" b="0"/>
        </a:p>
      </dgm:t>
    </dgm:pt>
    <dgm:pt modelId="{C956D2AA-F540-B942-BDBC-B551809AACFF}" type="parTrans" cxnId="{EF9DE2BB-3820-EE41-9B21-1E9B7AC729CF}">
      <dgm:prSet/>
      <dgm:spPr/>
      <dgm:t>
        <a:bodyPr/>
        <a:lstStyle/>
        <a:p>
          <a:endParaRPr lang="en-US" b="0"/>
        </a:p>
      </dgm:t>
    </dgm:pt>
    <dgm:pt modelId="{ABBA09EE-9DA9-B14B-A1B1-7BF2342F02BA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Electric Pump</a:t>
          </a:r>
        </a:p>
      </dgm:t>
    </dgm:pt>
    <dgm:pt modelId="{AF13BEF7-9EA6-5A4A-8BF1-1735897CD50D}" type="sibTrans" cxnId="{EDB6A8CA-8441-3F40-8645-0516C74468C3}">
      <dgm:prSet/>
      <dgm:spPr/>
      <dgm:t>
        <a:bodyPr/>
        <a:lstStyle/>
        <a:p>
          <a:endParaRPr lang="en-US" b="0"/>
        </a:p>
      </dgm:t>
    </dgm:pt>
    <dgm:pt modelId="{646A01A0-A235-8E42-85B1-322A859FEACC}" type="parTrans" cxnId="{EDB6A8CA-8441-3F40-8645-0516C74468C3}">
      <dgm:prSet/>
      <dgm:spPr/>
      <dgm:t>
        <a:bodyPr/>
        <a:lstStyle/>
        <a:p>
          <a:endParaRPr lang="en-US" b="0"/>
        </a:p>
      </dgm:t>
    </dgm:pt>
    <dgm:pt modelId="{CAB7083A-D5DE-5643-A37A-CE2CEA19AE1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Manual Hand Pump</a:t>
          </a:r>
        </a:p>
      </dgm:t>
    </dgm:pt>
    <dgm:pt modelId="{CFE10CB7-E82F-BC45-A576-BA158160F975}" type="sibTrans" cxnId="{D38B98FE-3BD2-2B49-B031-5689FE8D6B21}">
      <dgm:prSet/>
      <dgm:spPr/>
      <dgm:t>
        <a:bodyPr/>
        <a:lstStyle/>
        <a:p>
          <a:endParaRPr lang="en-US" b="0"/>
        </a:p>
      </dgm:t>
    </dgm:pt>
    <dgm:pt modelId="{3A8B20E5-2A6E-E741-9A03-D813BFB48D7B}" type="parTrans" cxnId="{D38B98FE-3BD2-2B49-B031-5689FE8D6B21}">
      <dgm:prSet/>
      <dgm:spPr/>
      <dgm:t>
        <a:bodyPr/>
        <a:lstStyle/>
        <a:p>
          <a:endParaRPr lang="en-US" b="0"/>
        </a:p>
      </dgm:t>
    </dgm:pt>
    <dgm:pt modelId="{B558CF9A-BD5E-8840-BBFA-E4890C551915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Elevated Storage Tank</a:t>
          </a:r>
        </a:p>
      </dgm:t>
    </dgm:pt>
    <dgm:pt modelId="{1EF22A2B-3C8F-074D-A51A-03245250803C}" type="sibTrans" cxnId="{174B3239-0069-804E-A307-4B71C4F5F0D7}">
      <dgm:prSet/>
      <dgm:spPr/>
      <dgm:t>
        <a:bodyPr/>
        <a:lstStyle/>
        <a:p>
          <a:endParaRPr lang="en-US" b="0"/>
        </a:p>
      </dgm:t>
    </dgm:pt>
    <dgm:pt modelId="{93CDFD8D-9BB5-FD4C-BC1B-15F8FF737534}" type="parTrans" cxnId="{174B3239-0069-804E-A307-4B71C4F5F0D7}">
      <dgm:prSet/>
      <dgm:spPr/>
      <dgm:t>
        <a:bodyPr/>
        <a:lstStyle/>
        <a:p>
          <a:endParaRPr lang="en-US" b="0"/>
        </a:p>
      </dgm:t>
    </dgm:pt>
    <dgm:pt modelId="{44011EF7-0FEF-1846-9C87-1E2887DEBC28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Solar-Powered Pump</a:t>
          </a:r>
        </a:p>
      </dgm:t>
    </dgm:pt>
    <dgm:pt modelId="{530E67CF-2A10-FC4E-991C-125C3B92CA5D}" type="sibTrans" cxnId="{846EEDA3-0D5E-8644-B666-386C8F34AAB4}">
      <dgm:prSet/>
      <dgm:spPr/>
      <dgm:t>
        <a:bodyPr/>
        <a:lstStyle/>
        <a:p>
          <a:endParaRPr lang="en-US" b="0"/>
        </a:p>
      </dgm:t>
    </dgm:pt>
    <dgm:pt modelId="{3282DAC2-E4D5-5943-B2D9-41D7CC9A3359}" type="parTrans" cxnId="{846EEDA3-0D5E-8644-B666-386C8F34AAB4}">
      <dgm:prSet/>
      <dgm:spPr/>
      <dgm:t>
        <a:bodyPr/>
        <a:lstStyle/>
        <a:p>
          <a:endParaRPr lang="en-US" b="0"/>
        </a:p>
      </dgm:t>
    </dgm:pt>
    <dgm:pt modelId="{18751532-5E9F-C54F-BA16-9FECBC782198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Hydraulic Ram Pump</a:t>
          </a:r>
        </a:p>
      </dgm:t>
    </dgm:pt>
    <dgm:pt modelId="{99216C1A-85DB-114E-A861-1DC4742BF99A}" type="sibTrans" cxnId="{D8D41ABE-61D7-9444-8046-DBD4F10A98E3}">
      <dgm:prSet/>
      <dgm:spPr/>
      <dgm:t>
        <a:bodyPr/>
        <a:lstStyle/>
        <a:p>
          <a:endParaRPr lang="en-US" b="0"/>
        </a:p>
      </dgm:t>
    </dgm:pt>
    <dgm:pt modelId="{B5A6EE1E-0248-B443-A462-CCEE659BD411}" type="parTrans" cxnId="{D8D41ABE-61D7-9444-8046-DBD4F10A98E3}">
      <dgm:prSet/>
      <dgm:spPr/>
      <dgm:t>
        <a:bodyPr/>
        <a:lstStyle/>
        <a:p>
          <a:endParaRPr lang="en-US" b="0"/>
        </a:p>
      </dgm:t>
    </dgm:pt>
    <dgm:pt modelId="{B6CFB015-54D6-0842-979B-D51A7F685BC4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Compressed Air System</a:t>
          </a:r>
        </a:p>
      </dgm:t>
    </dgm:pt>
    <dgm:pt modelId="{1318469D-7C2A-9340-8720-429F885AAAF1}" type="sibTrans" cxnId="{547E4587-1887-634F-9641-2DE742F513D9}">
      <dgm:prSet/>
      <dgm:spPr/>
      <dgm:t>
        <a:bodyPr/>
        <a:lstStyle/>
        <a:p>
          <a:endParaRPr lang="en-US" b="0"/>
        </a:p>
      </dgm:t>
    </dgm:pt>
    <dgm:pt modelId="{B06EDA80-F0DF-B646-A76D-208629672153}" type="parTrans" cxnId="{547E4587-1887-634F-9641-2DE742F513D9}">
      <dgm:prSet/>
      <dgm:spPr/>
      <dgm:t>
        <a:bodyPr/>
        <a:lstStyle/>
        <a:p>
          <a:endParaRPr lang="en-US" b="0"/>
        </a:p>
      </dgm:t>
    </dgm:pt>
    <dgm:pt modelId="{7C36901D-CBC3-3944-99D4-45BAA678DFB4}">
      <dgm:prSet/>
      <dgm:spPr/>
      <dgm:t>
        <a:bodyPr/>
        <a:lstStyle/>
        <a:p>
          <a:r>
            <a:rPr lang="en-US" b="0" dirty="0"/>
            <a:t>1.3. Water Transportation</a:t>
          </a:r>
        </a:p>
      </dgm:t>
    </dgm:pt>
    <dgm:pt modelId="{D22B338B-2A02-1D48-9D9A-5E1FBDDCB48C}" type="sibTrans" cxnId="{2C9D6D8D-4329-074E-B7A4-A478E4112FF1}">
      <dgm:prSet/>
      <dgm:spPr/>
      <dgm:t>
        <a:bodyPr/>
        <a:lstStyle/>
        <a:p>
          <a:endParaRPr lang="en-US" b="0"/>
        </a:p>
      </dgm:t>
    </dgm:pt>
    <dgm:pt modelId="{805D1118-A815-C44D-A096-56E51EF4D2FD}" type="parTrans" cxnId="{2C9D6D8D-4329-074E-B7A4-A478E4112FF1}">
      <dgm:prSet/>
      <dgm:spPr/>
      <dgm:t>
        <a:bodyPr/>
        <a:lstStyle/>
        <a:p>
          <a:endParaRPr lang="en-US" b="0"/>
        </a:p>
      </dgm:t>
    </dgm:pt>
    <dgm:pt modelId="{7BEE0A73-ECBA-D54E-8A7F-296E7E44BC1C}">
      <dgm:prSet/>
      <dgm:spPr/>
      <dgm:t>
        <a:bodyPr/>
        <a:lstStyle/>
        <a:p>
          <a:r>
            <a:rPr lang="en-US" b="0" dirty="0"/>
            <a:t>1.3.1. Transport Water to the Garden Area</a:t>
          </a:r>
        </a:p>
      </dgm:t>
    </dgm:pt>
    <dgm:pt modelId="{89A93BDF-0AA1-8C46-A878-CD6C8600B764}" type="sibTrans" cxnId="{30AB5A79-D71D-744A-A88F-338086A536F0}">
      <dgm:prSet/>
      <dgm:spPr/>
      <dgm:t>
        <a:bodyPr/>
        <a:lstStyle/>
        <a:p>
          <a:endParaRPr lang="en-US" b="0"/>
        </a:p>
      </dgm:t>
    </dgm:pt>
    <dgm:pt modelId="{A8E8681B-54BA-DD42-B8C8-677DA1D3C0BD}" type="parTrans" cxnId="{30AB5A79-D71D-744A-A88F-338086A536F0}">
      <dgm:prSet/>
      <dgm:spPr/>
      <dgm:t>
        <a:bodyPr/>
        <a:lstStyle/>
        <a:p>
          <a:endParaRPr lang="en-US" b="0"/>
        </a:p>
      </dgm:t>
    </dgm:pt>
    <dgm:pt modelId="{882B9B0D-7C95-5C48-8B4E-4547887163C1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Fixed Underground Piping</a:t>
          </a:r>
        </a:p>
      </dgm:t>
    </dgm:pt>
    <dgm:pt modelId="{DF8F6AFD-2E5C-6F4F-88CB-4FA12057BFDA}" type="sibTrans" cxnId="{14585D59-7018-3C4B-945D-AC2C3FDA33AC}">
      <dgm:prSet/>
      <dgm:spPr/>
      <dgm:t>
        <a:bodyPr/>
        <a:lstStyle/>
        <a:p>
          <a:endParaRPr lang="en-US" b="0"/>
        </a:p>
      </dgm:t>
    </dgm:pt>
    <dgm:pt modelId="{F2F7C056-26B6-5544-8C2F-A1CDFCB281DB}" type="parTrans" cxnId="{14585D59-7018-3C4B-945D-AC2C3FDA33AC}">
      <dgm:prSet/>
      <dgm:spPr/>
      <dgm:t>
        <a:bodyPr/>
        <a:lstStyle/>
        <a:p>
          <a:endParaRPr lang="en-US" b="0"/>
        </a:p>
      </dgm:t>
    </dgm:pt>
    <dgm:pt modelId="{5FF5032A-9599-554E-BB1D-14FC3B5B30B9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Above-Ground PVC Pipes</a:t>
          </a:r>
        </a:p>
      </dgm:t>
    </dgm:pt>
    <dgm:pt modelId="{F2DBFE5E-06C5-D048-AA83-64C6F9D0328E}" type="sibTrans" cxnId="{C30D37E4-611B-C846-AC8E-3A46795CCDCF}">
      <dgm:prSet/>
      <dgm:spPr/>
      <dgm:t>
        <a:bodyPr/>
        <a:lstStyle/>
        <a:p>
          <a:endParaRPr lang="en-US" b="0"/>
        </a:p>
      </dgm:t>
    </dgm:pt>
    <dgm:pt modelId="{6AB695FD-9AC0-2A4B-A2F5-5FB8C07E6540}" type="parTrans" cxnId="{C30D37E4-611B-C846-AC8E-3A46795CCDCF}">
      <dgm:prSet/>
      <dgm:spPr/>
      <dgm:t>
        <a:bodyPr/>
        <a:lstStyle/>
        <a:p>
          <a:endParaRPr lang="en-US" b="0"/>
        </a:p>
      </dgm:t>
    </dgm:pt>
    <dgm:pt modelId="{78FB3C89-B47A-2C41-A1AF-D1BB04D961D8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Flexible Rubber Hoses</a:t>
          </a:r>
        </a:p>
      </dgm:t>
    </dgm:pt>
    <dgm:pt modelId="{537F8231-BF5C-B142-9EAC-C23E263BC2D1}" type="sibTrans" cxnId="{8FA1877F-A3A5-1247-AB28-6EB413DAC76F}">
      <dgm:prSet/>
      <dgm:spPr/>
      <dgm:t>
        <a:bodyPr/>
        <a:lstStyle/>
        <a:p>
          <a:endParaRPr lang="en-US" b="0"/>
        </a:p>
      </dgm:t>
    </dgm:pt>
    <dgm:pt modelId="{4274C98D-8801-A54E-A791-505030BE61CA}" type="parTrans" cxnId="{8FA1877F-A3A5-1247-AB28-6EB413DAC76F}">
      <dgm:prSet/>
      <dgm:spPr/>
      <dgm:t>
        <a:bodyPr/>
        <a:lstStyle/>
        <a:p>
          <a:endParaRPr lang="en-US" b="0"/>
        </a:p>
      </dgm:t>
    </dgm:pt>
    <dgm:pt modelId="{175EDABD-9A41-294A-9614-62880358D77E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Modular Pipe Sections</a:t>
          </a:r>
        </a:p>
      </dgm:t>
    </dgm:pt>
    <dgm:pt modelId="{9A823146-37F7-934F-B733-37CB997F4379}" type="sibTrans" cxnId="{822ED51D-D5AF-E14F-A988-567DB258170F}">
      <dgm:prSet/>
      <dgm:spPr/>
      <dgm:t>
        <a:bodyPr/>
        <a:lstStyle/>
        <a:p>
          <a:endParaRPr lang="en-US" b="0"/>
        </a:p>
      </dgm:t>
    </dgm:pt>
    <dgm:pt modelId="{6FF83E4A-C61D-E641-8956-2D95E08614A6}" type="parTrans" cxnId="{822ED51D-D5AF-E14F-A988-567DB258170F}">
      <dgm:prSet/>
      <dgm:spPr/>
      <dgm:t>
        <a:bodyPr/>
        <a:lstStyle/>
        <a:p>
          <a:endParaRPr lang="en-US" b="0"/>
        </a:p>
      </dgm:t>
    </dgm:pt>
    <dgm:pt modelId="{1C27D99E-D43D-E74C-9231-5BE39929997B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Trenchless Pipe Installation</a:t>
          </a:r>
        </a:p>
      </dgm:t>
    </dgm:pt>
    <dgm:pt modelId="{11AD8179-FA7B-D542-A29D-58CCADDD40D7}" type="sibTrans" cxnId="{77AD4BC2-C35A-1D44-9AC4-531C709C33B2}">
      <dgm:prSet/>
      <dgm:spPr/>
      <dgm:t>
        <a:bodyPr/>
        <a:lstStyle/>
        <a:p>
          <a:endParaRPr lang="en-US" b="0"/>
        </a:p>
      </dgm:t>
    </dgm:pt>
    <dgm:pt modelId="{204DA0CB-8FE2-6847-8ACA-8827DAB29AF6}" type="parTrans" cxnId="{77AD4BC2-C35A-1D44-9AC4-531C709C33B2}">
      <dgm:prSet/>
      <dgm:spPr/>
      <dgm:t>
        <a:bodyPr/>
        <a:lstStyle/>
        <a:p>
          <a:endParaRPr lang="en-US" b="0"/>
        </a:p>
      </dgm:t>
    </dgm:pt>
    <dgm:pt modelId="{D7AF14B8-9200-A84F-89E5-D166A807C0B5}">
      <dgm:prSet/>
      <dgm:spPr/>
      <dgm:t>
        <a:bodyPr/>
        <a:lstStyle/>
        <a:p>
          <a:r>
            <a:rPr lang="en-US" b="0" dirty="0"/>
            <a:t>1.4. Water Distribution</a:t>
          </a:r>
        </a:p>
      </dgm:t>
    </dgm:pt>
    <dgm:pt modelId="{68834CF8-9B5D-F24A-A510-EA48ACB4E9F7}" type="sibTrans" cxnId="{EBBC3380-1062-DE4F-8C3F-34CA5D51B754}">
      <dgm:prSet/>
      <dgm:spPr/>
      <dgm:t>
        <a:bodyPr/>
        <a:lstStyle/>
        <a:p>
          <a:endParaRPr lang="en-US" b="0"/>
        </a:p>
      </dgm:t>
    </dgm:pt>
    <dgm:pt modelId="{B6D95800-045E-AD4E-9925-DC0965DA974B}" type="parTrans" cxnId="{EBBC3380-1062-DE4F-8C3F-34CA5D51B754}">
      <dgm:prSet/>
      <dgm:spPr/>
      <dgm:t>
        <a:bodyPr/>
        <a:lstStyle/>
        <a:p>
          <a:endParaRPr lang="en-US" b="0"/>
        </a:p>
      </dgm:t>
    </dgm:pt>
    <dgm:pt modelId="{CA8049C3-9B64-264B-A2C1-9F352052EF01}">
      <dgm:prSet/>
      <dgm:spPr/>
      <dgm:t>
        <a:bodyPr/>
        <a:lstStyle/>
        <a:p>
          <a:r>
            <a:rPr lang="en-US" b="0" dirty="0"/>
            <a:t>1.4.1. Distribute Water Over the Garden</a:t>
          </a:r>
        </a:p>
      </dgm:t>
    </dgm:pt>
    <dgm:pt modelId="{D6A10CE8-1905-8249-A291-E7D2C89A9CF4}" type="sibTrans" cxnId="{132E3B8F-D3E2-EC41-923E-425D95F7A514}">
      <dgm:prSet/>
      <dgm:spPr/>
      <dgm:t>
        <a:bodyPr/>
        <a:lstStyle/>
        <a:p>
          <a:endParaRPr lang="en-US" b="0"/>
        </a:p>
      </dgm:t>
    </dgm:pt>
    <dgm:pt modelId="{D96095D2-B88F-BE4C-85AE-EB9B39EC2406}" type="parTrans" cxnId="{132E3B8F-D3E2-EC41-923E-425D95F7A514}">
      <dgm:prSet/>
      <dgm:spPr/>
      <dgm:t>
        <a:bodyPr/>
        <a:lstStyle/>
        <a:p>
          <a:endParaRPr lang="en-US" b="0"/>
        </a:p>
      </dgm:t>
    </dgm:pt>
    <dgm:pt modelId="{0D3F90CE-8495-1E49-93D8-000CAF1FFDA0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Sprinkler Heads</a:t>
          </a:r>
        </a:p>
      </dgm:t>
    </dgm:pt>
    <dgm:pt modelId="{FE0CFBE1-D96E-1841-8CEC-797DBCE702C3}" type="sibTrans" cxnId="{1D89E28B-2D71-374F-B68C-01F1DFB10C65}">
      <dgm:prSet/>
      <dgm:spPr/>
      <dgm:t>
        <a:bodyPr/>
        <a:lstStyle/>
        <a:p>
          <a:endParaRPr lang="en-US" b="0"/>
        </a:p>
      </dgm:t>
    </dgm:pt>
    <dgm:pt modelId="{34AE8D34-A5D3-C84A-8DFA-9BE8C7CDEC79}" type="parTrans" cxnId="{1D89E28B-2D71-374F-B68C-01F1DFB10C65}">
      <dgm:prSet/>
      <dgm:spPr/>
      <dgm:t>
        <a:bodyPr/>
        <a:lstStyle/>
        <a:p>
          <a:endParaRPr lang="en-US" b="0"/>
        </a:p>
      </dgm:t>
    </dgm:pt>
    <dgm:pt modelId="{A70463C5-9B27-E842-AAF9-851E68DC1B4E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Drip Irrigation Lines</a:t>
          </a:r>
        </a:p>
      </dgm:t>
    </dgm:pt>
    <dgm:pt modelId="{BB218243-3AA3-0C41-8CCE-D014D70D0235}" type="sibTrans" cxnId="{F0B48B75-83C5-D44B-B8DB-D088862499F0}">
      <dgm:prSet/>
      <dgm:spPr/>
      <dgm:t>
        <a:bodyPr/>
        <a:lstStyle/>
        <a:p>
          <a:endParaRPr lang="en-US" b="0"/>
        </a:p>
      </dgm:t>
    </dgm:pt>
    <dgm:pt modelId="{3F057F73-05A0-1342-A72C-5E1D316D01AB}" type="parTrans" cxnId="{F0B48B75-83C5-D44B-B8DB-D088862499F0}">
      <dgm:prSet/>
      <dgm:spPr/>
      <dgm:t>
        <a:bodyPr/>
        <a:lstStyle/>
        <a:p>
          <a:endParaRPr lang="en-US" b="0"/>
        </a:p>
      </dgm:t>
    </dgm:pt>
    <dgm:pt modelId="{947076D7-8D94-E940-ACE6-0FCA48AEFDF1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Soaker Hoses</a:t>
          </a:r>
        </a:p>
      </dgm:t>
    </dgm:pt>
    <dgm:pt modelId="{2FDD9098-A728-544D-92F2-221175AF7B7C}" type="sibTrans" cxnId="{E61A493E-29C8-FE48-9AB0-A393E449C656}">
      <dgm:prSet/>
      <dgm:spPr/>
      <dgm:t>
        <a:bodyPr/>
        <a:lstStyle/>
        <a:p>
          <a:endParaRPr lang="en-US" b="0"/>
        </a:p>
      </dgm:t>
    </dgm:pt>
    <dgm:pt modelId="{83AB2F40-3079-1845-9DD0-F3B04500FAFD}" type="parTrans" cxnId="{E61A493E-29C8-FE48-9AB0-A393E449C656}">
      <dgm:prSet/>
      <dgm:spPr/>
      <dgm:t>
        <a:bodyPr/>
        <a:lstStyle/>
        <a:p>
          <a:endParaRPr lang="en-US" b="0"/>
        </a:p>
      </dgm:t>
    </dgm:pt>
    <dgm:pt modelId="{58FF8D6E-7E8E-D349-BA50-F44525D6D3A2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Misting Systems</a:t>
          </a:r>
        </a:p>
      </dgm:t>
    </dgm:pt>
    <dgm:pt modelId="{C8DB6A8D-CC85-634F-B378-18EA684A477E}" type="sibTrans" cxnId="{D28DEA2A-A753-4E41-8AE1-02D94E327DE7}">
      <dgm:prSet/>
      <dgm:spPr/>
      <dgm:t>
        <a:bodyPr/>
        <a:lstStyle/>
        <a:p>
          <a:endParaRPr lang="en-US" b="0"/>
        </a:p>
      </dgm:t>
    </dgm:pt>
    <dgm:pt modelId="{D06F703F-80A9-D445-AC86-2625733140B7}" type="parTrans" cxnId="{D28DEA2A-A753-4E41-8AE1-02D94E327DE7}">
      <dgm:prSet/>
      <dgm:spPr/>
      <dgm:t>
        <a:bodyPr/>
        <a:lstStyle/>
        <a:p>
          <a:endParaRPr lang="en-US" b="0"/>
        </a:p>
      </dgm:t>
    </dgm:pt>
    <dgm:pt modelId="{27DA13F0-F573-2143-8E5F-5BD6BC970F81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Automated Nozzles</a:t>
          </a:r>
        </a:p>
      </dgm:t>
    </dgm:pt>
    <dgm:pt modelId="{80FD5627-D6CC-9F45-9BA8-7E5DA53D21E7}" type="sibTrans" cxnId="{2D4C9863-2702-7841-B6BE-4405D41A7585}">
      <dgm:prSet/>
      <dgm:spPr/>
      <dgm:t>
        <a:bodyPr/>
        <a:lstStyle/>
        <a:p>
          <a:endParaRPr lang="en-US" b="0"/>
        </a:p>
      </dgm:t>
    </dgm:pt>
    <dgm:pt modelId="{BBECAAEE-F28E-A04B-AD6D-C4BB42949081}" type="parTrans" cxnId="{2D4C9863-2702-7841-B6BE-4405D41A7585}">
      <dgm:prSet/>
      <dgm:spPr/>
      <dgm:t>
        <a:bodyPr/>
        <a:lstStyle/>
        <a:p>
          <a:endParaRPr lang="en-US" b="0"/>
        </a:p>
      </dgm:t>
    </dgm:pt>
    <dgm:pt modelId="{2E08E455-91C2-F048-8870-08C05062CE4E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Rain Barrels Integration</a:t>
          </a:r>
        </a:p>
      </dgm:t>
    </dgm:pt>
    <dgm:pt modelId="{2E1DB55A-52EF-6C4C-AF55-6596D28AF31B}" type="sibTrans" cxnId="{46B0AE90-31D0-0249-A1B2-BA17860A8D4F}">
      <dgm:prSet/>
      <dgm:spPr/>
      <dgm:t>
        <a:bodyPr/>
        <a:lstStyle/>
        <a:p>
          <a:endParaRPr lang="en-US" b="0"/>
        </a:p>
      </dgm:t>
    </dgm:pt>
    <dgm:pt modelId="{434F90E6-A826-304F-ACBC-29F5FC9BCE60}" type="parTrans" cxnId="{46B0AE90-31D0-0249-A1B2-BA17860A8D4F}">
      <dgm:prSet/>
      <dgm:spPr/>
      <dgm:t>
        <a:bodyPr/>
        <a:lstStyle/>
        <a:p>
          <a:endParaRPr lang="en-US" b="0"/>
        </a:p>
      </dgm:t>
    </dgm:pt>
    <dgm:pt modelId="{DB314DC2-C7D5-234C-A482-1C42B02782D1}">
      <dgm:prSet/>
      <dgm:spPr/>
      <dgm:t>
        <a:bodyPr/>
        <a:lstStyle/>
        <a:p>
          <a:r>
            <a:rPr lang="en-US" b="0" dirty="0"/>
            <a:t>1.4.2. Control Flow Rate for Different Watering Methods</a:t>
          </a:r>
        </a:p>
      </dgm:t>
    </dgm:pt>
    <dgm:pt modelId="{6C20B3C9-9672-8742-A121-DF73E0F0BF0A}" type="sibTrans" cxnId="{958B44AF-FF3F-1A43-AF2B-A2E9C5FABAB3}">
      <dgm:prSet/>
      <dgm:spPr/>
      <dgm:t>
        <a:bodyPr/>
        <a:lstStyle/>
        <a:p>
          <a:endParaRPr lang="en-US" b="0"/>
        </a:p>
      </dgm:t>
    </dgm:pt>
    <dgm:pt modelId="{E4B2CCE5-0BDE-9449-AFCD-0A7D23CD71ED}" type="parTrans" cxnId="{958B44AF-FF3F-1A43-AF2B-A2E9C5FABAB3}">
      <dgm:prSet/>
      <dgm:spPr/>
      <dgm:t>
        <a:bodyPr/>
        <a:lstStyle/>
        <a:p>
          <a:endParaRPr lang="en-US" b="0"/>
        </a:p>
      </dgm:t>
    </dgm:pt>
    <dgm:pt modelId="{1F36BB87-5C89-EF4D-A1EB-8CBEA12557F8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Manual Ball Valves</a:t>
          </a:r>
        </a:p>
      </dgm:t>
    </dgm:pt>
    <dgm:pt modelId="{58C695AF-D59B-5648-BCAE-613D3F74A77E}" type="sibTrans" cxnId="{8DCF6B38-5355-704F-94E3-B203F26BED05}">
      <dgm:prSet/>
      <dgm:spPr/>
      <dgm:t>
        <a:bodyPr/>
        <a:lstStyle/>
        <a:p>
          <a:endParaRPr lang="en-US" b="0"/>
        </a:p>
      </dgm:t>
    </dgm:pt>
    <dgm:pt modelId="{9A4C55D3-ACE6-BE44-B52D-A9F3990DA354}" type="parTrans" cxnId="{8DCF6B38-5355-704F-94E3-B203F26BED05}">
      <dgm:prSet/>
      <dgm:spPr/>
      <dgm:t>
        <a:bodyPr/>
        <a:lstStyle/>
        <a:p>
          <a:endParaRPr lang="en-US" b="0"/>
        </a:p>
      </dgm:t>
    </dgm:pt>
    <dgm:pt modelId="{0B09EB33-1510-434C-A717-869E755DA370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Automated Timer Valves</a:t>
          </a:r>
        </a:p>
      </dgm:t>
    </dgm:pt>
    <dgm:pt modelId="{8FA432B5-C4CA-104F-A81C-C2F559D91810}" type="sibTrans" cxnId="{335ABDC8-3D7C-644D-818C-CC0873B4A123}">
      <dgm:prSet/>
      <dgm:spPr/>
      <dgm:t>
        <a:bodyPr/>
        <a:lstStyle/>
        <a:p>
          <a:endParaRPr lang="en-US" b="0"/>
        </a:p>
      </dgm:t>
    </dgm:pt>
    <dgm:pt modelId="{33E5AB99-D0E7-0E46-961F-A92786C4D7EA}" type="parTrans" cxnId="{335ABDC8-3D7C-644D-818C-CC0873B4A123}">
      <dgm:prSet/>
      <dgm:spPr/>
      <dgm:t>
        <a:bodyPr/>
        <a:lstStyle/>
        <a:p>
          <a:endParaRPr lang="en-US" b="0"/>
        </a:p>
      </dgm:t>
    </dgm:pt>
    <dgm:pt modelId="{5698E580-0CC8-6C4E-88DD-A2A0A63FA90D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Flow Control Regulators</a:t>
          </a:r>
        </a:p>
      </dgm:t>
    </dgm:pt>
    <dgm:pt modelId="{D5FD40E8-0133-3B48-94CE-00C01A15232E}" type="sibTrans" cxnId="{2F6EF09D-497B-994B-B2A2-FC876522C7C5}">
      <dgm:prSet/>
      <dgm:spPr/>
      <dgm:t>
        <a:bodyPr/>
        <a:lstStyle/>
        <a:p>
          <a:endParaRPr lang="en-US" b="0"/>
        </a:p>
      </dgm:t>
    </dgm:pt>
    <dgm:pt modelId="{3AD7414A-662A-ED44-9686-6DC2731486D9}" type="parTrans" cxnId="{2F6EF09D-497B-994B-B2A2-FC876522C7C5}">
      <dgm:prSet/>
      <dgm:spPr/>
      <dgm:t>
        <a:bodyPr/>
        <a:lstStyle/>
        <a:p>
          <a:endParaRPr lang="en-US" b="0"/>
        </a:p>
      </dgm:t>
    </dgm:pt>
    <dgm:pt modelId="{280FB671-773D-E649-9424-1EE657A3C8F5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b="0" dirty="0"/>
            <a:t>Adjustable Sprinkler Heads</a:t>
          </a:r>
        </a:p>
      </dgm:t>
    </dgm:pt>
    <dgm:pt modelId="{A1A0828D-87FD-624A-8A55-787D02EA7F47}" type="sibTrans" cxnId="{121D9C51-503B-2943-8A65-1558E1062823}">
      <dgm:prSet/>
      <dgm:spPr/>
      <dgm:t>
        <a:bodyPr/>
        <a:lstStyle/>
        <a:p>
          <a:endParaRPr lang="en-US" b="0"/>
        </a:p>
      </dgm:t>
    </dgm:pt>
    <dgm:pt modelId="{E47AF671-CAB9-F846-86F3-72640E55BD65}" type="parTrans" cxnId="{121D9C51-503B-2943-8A65-1558E1062823}">
      <dgm:prSet/>
      <dgm:spPr/>
      <dgm:t>
        <a:bodyPr/>
        <a:lstStyle/>
        <a:p>
          <a:endParaRPr lang="en-US" b="0"/>
        </a:p>
      </dgm:t>
    </dgm:pt>
    <dgm:pt modelId="{822D93FC-81D7-9D42-B4A0-F7AD165D5118}" type="pres">
      <dgm:prSet presAssocID="{032C8A5E-4CF9-D64B-96A6-BF69FA1D486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BC4843D-E0E9-7F43-93A0-F8B1DE8DCA53}" type="pres">
      <dgm:prSet presAssocID="{3C16A87F-0143-C546-80D0-F458148912FD}" presName="hierRoot1" presStyleCnt="0"/>
      <dgm:spPr/>
    </dgm:pt>
    <dgm:pt modelId="{551CEDDF-B350-BF41-AA12-1840A7B06807}" type="pres">
      <dgm:prSet presAssocID="{3C16A87F-0143-C546-80D0-F458148912FD}" presName="composite" presStyleCnt="0"/>
      <dgm:spPr/>
    </dgm:pt>
    <dgm:pt modelId="{CB089603-B7BB-734E-9B62-4290FAB4D50A}" type="pres">
      <dgm:prSet presAssocID="{3C16A87F-0143-C546-80D0-F458148912FD}" presName="background" presStyleLbl="node0" presStyleIdx="0" presStyleCnt="1"/>
      <dgm:spPr/>
    </dgm:pt>
    <dgm:pt modelId="{954CE81A-40BF-0E48-B56E-FA4E7D6235A6}" type="pres">
      <dgm:prSet presAssocID="{3C16A87F-0143-C546-80D0-F458148912FD}" presName="text" presStyleLbl="fgAcc0" presStyleIdx="0" presStyleCnt="1">
        <dgm:presLayoutVars>
          <dgm:chPref val="3"/>
        </dgm:presLayoutVars>
      </dgm:prSet>
      <dgm:spPr/>
    </dgm:pt>
    <dgm:pt modelId="{0E32848A-7390-0A4B-B377-D92FFBB5F8F7}" type="pres">
      <dgm:prSet presAssocID="{3C16A87F-0143-C546-80D0-F458148912FD}" presName="hierChild2" presStyleCnt="0"/>
      <dgm:spPr/>
    </dgm:pt>
    <dgm:pt modelId="{F355FD19-5703-B74F-B28B-C643533E6B8C}" type="pres">
      <dgm:prSet presAssocID="{2E15342F-073A-EF45-8808-B06C9AEFE883}" presName="Name10" presStyleLbl="parChTrans1D2" presStyleIdx="0" presStyleCnt="4"/>
      <dgm:spPr/>
    </dgm:pt>
    <dgm:pt modelId="{051F81F0-2AE7-7642-A1EC-FD781B2CA266}" type="pres">
      <dgm:prSet presAssocID="{DD544FD4-C748-7E40-BAAD-5EE539AC0E0E}" presName="hierRoot2" presStyleCnt="0"/>
      <dgm:spPr/>
    </dgm:pt>
    <dgm:pt modelId="{505F2747-8427-C247-93DB-29E9DCF13FE9}" type="pres">
      <dgm:prSet presAssocID="{DD544FD4-C748-7E40-BAAD-5EE539AC0E0E}" presName="composite2" presStyleCnt="0"/>
      <dgm:spPr/>
    </dgm:pt>
    <dgm:pt modelId="{71609BCC-5679-4C4B-8014-385C27FFE180}" type="pres">
      <dgm:prSet presAssocID="{DD544FD4-C748-7E40-BAAD-5EE539AC0E0E}" presName="background2" presStyleLbl="node2" presStyleIdx="0" presStyleCnt="4"/>
      <dgm:spPr/>
    </dgm:pt>
    <dgm:pt modelId="{3F295882-178B-9449-998B-2A17111D771C}" type="pres">
      <dgm:prSet presAssocID="{DD544FD4-C748-7E40-BAAD-5EE539AC0E0E}" presName="text2" presStyleLbl="fgAcc2" presStyleIdx="0" presStyleCnt="4">
        <dgm:presLayoutVars>
          <dgm:chPref val="3"/>
        </dgm:presLayoutVars>
      </dgm:prSet>
      <dgm:spPr/>
    </dgm:pt>
    <dgm:pt modelId="{215039E5-6F53-E74D-A270-0127D61E2F18}" type="pres">
      <dgm:prSet presAssocID="{DD544FD4-C748-7E40-BAAD-5EE539AC0E0E}" presName="hierChild3" presStyleCnt="0"/>
      <dgm:spPr/>
    </dgm:pt>
    <dgm:pt modelId="{44C5E056-7FCE-134A-AD56-4EB1DD7FDECC}" type="pres">
      <dgm:prSet presAssocID="{04654FBB-FDC5-F84C-B8C8-E1E14FE1C2BA}" presName="Name17" presStyleLbl="parChTrans1D3" presStyleIdx="0" presStyleCnt="6"/>
      <dgm:spPr/>
    </dgm:pt>
    <dgm:pt modelId="{5B084250-2DD9-9F42-AB0F-258592C1928D}" type="pres">
      <dgm:prSet presAssocID="{9095D81D-8DE1-7B44-974F-E2F5A9ECEBB1}" presName="hierRoot3" presStyleCnt="0"/>
      <dgm:spPr/>
    </dgm:pt>
    <dgm:pt modelId="{9468D562-CB58-B745-8791-0C7996EFC05C}" type="pres">
      <dgm:prSet presAssocID="{9095D81D-8DE1-7B44-974F-E2F5A9ECEBB1}" presName="composite3" presStyleCnt="0"/>
      <dgm:spPr/>
    </dgm:pt>
    <dgm:pt modelId="{3A746504-4B83-374F-A220-09D78F5849CB}" type="pres">
      <dgm:prSet presAssocID="{9095D81D-8DE1-7B44-974F-E2F5A9ECEBB1}" presName="background3" presStyleLbl="node3" presStyleIdx="0" presStyleCnt="6"/>
      <dgm:spPr/>
    </dgm:pt>
    <dgm:pt modelId="{3A822A90-2D9E-2842-AAC1-047D920B7CD2}" type="pres">
      <dgm:prSet presAssocID="{9095D81D-8DE1-7B44-974F-E2F5A9ECEBB1}" presName="text3" presStyleLbl="fgAcc3" presStyleIdx="0" presStyleCnt="6">
        <dgm:presLayoutVars>
          <dgm:chPref val="3"/>
        </dgm:presLayoutVars>
      </dgm:prSet>
      <dgm:spPr/>
    </dgm:pt>
    <dgm:pt modelId="{3269B6E0-19F1-634E-8088-F9D233B8E98C}" type="pres">
      <dgm:prSet presAssocID="{9095D81D-8DE1-7B44-974F-E2F5A9ECEBB1}" presName="hierChild4" presStyleCnt="0"/>
      <dgm:spPr/>
    </dgm:pt>
    <dgm:pt modelId="{20BB2255-E216-A14C-9226-AF24F85AC6DB}" type="pres">
      <dgm:prSet presAssocID="{4B944589-410A-3140-BEB5-A3CF50CB248C}" presName="Name23" presStyleLbl="parChTrans1D4" presStyleIdx="0" presStyleCnt="31"/>
      <dgm:spPr/>
    </dgm:pt>
    <dgm:pt modelId="{6F9BEDD8-4560-6749-9F58-EEF40AA893FF}" type="pres">
      <dgm:prSet presAssocID="{F48E6414-AF53-1A4C-9362-E70D8DAEA1A2}" presName="hierRoot4" presStyleCnt="0"/>
      <dgm:spPr/>
    </dgm:pt>
    <dgm:pt modelId="{E5C94E11-078C-D54E-9A0D-D55C6F33E529}" type="pres">
      <dgm:prSet presAssocID="{F48E6414-AF53-1A4C-9362-E70D8DAEA1A2}" presName="composite4" presStyleCnt="0"/>
      <dgm:spPr/>
    </dgm:pt>
    <dgm:pt modelId="{B38E4462-E8C9-4242-BA57-765FC244BCFD}" type="pres">
      <dgm:prSet presAssocID="{F48E6414-AF53-1A4C-9362-E70D8DAEA1A2}" presName="background4" presStyleLbl="node4" presStyleIdx="0" presStyleCnt="31"/>
      <dgm:spPr/>
    </dgm:pt>
    <dgm:pt modelId="{FC7881DC-B1AD-BE47-B628-0671BC92D193}" type="pres">
      <dgm:prSet presAssocID="{F48E6414-AF53-1A4C-9362-E70D8DAEA1A2}" presName="text4" presStyleLbl="fgAcc4" presStyleIdx="0" presStyleCnt="31">
        <dgm:presLayoutVars>
          <dgm:chPref val="3"/>
        </dgm:presLayoutVars>
      </dgm:prSet>
      <dgm:spPr/>
    </dgm:pt>
    <dgm:pt modelId="{C3D58B68-3850-0B47-941D-767668AF6729}" type="pres">
      <dgm:prSet presAssocID="{F48E6414-AF53-1A4C-9362-E70D8DAEA1A2}" presName="hierChild5" presStyleCnt="0"/>
      <dgm:spPr/>
    </dgm:pt>
    <dgm:pt modelId="{4882DD57-5E1C-1D44-B881-01A160CDEF02}" type="pres">
      <dgm:prSet presAssocID="{A127FEA0-553D-7D42-8489-FEB8A980AD3F}" presName="Name23" presStyleLbl="parChTrans1D4" presStyleIdx="1" presStyleCnt="31"/>
      <dgm:spPr/>
    </dgm:pt>
    <dgm:pt modelId="{E93DFCD1-842C-6F46-BB15-DBB4B1E932A0}" type="pres">
      <dgm:prSet presAssocID="{DFB2DAA8-5F89-544C-97B3-230A4B8A8F5C}" presName="hierRoot4" presStyleCnt="0"/>
      <dgm:spPr/>
    </dgm:pt>
    <dgm:pt modelId="{8FEC2267-B75C-4B49-83E9-0FA30A2D0F71}" type="pres">
      <dgm:prSet presAssocID="{DFB2DAA8-5F89-544C-97B3-230A4B8A8F5C}" presName="composite4" presStyleCnt="0"/>
      <dgm:spPr/>
    </dgm:pt>
    <dgm:pt modelId="{AC099CFF-8503-074D-9ECC-154C1F18903E}" type="pres">
      <dgm:prSet presAssocID="{DFB2DAA8-5F89-544C-97B3-230A4B8A8F5C}" presName="background4" presStyleLbl="node4" presStyleIdx="1" presStyleCnt="31"/>
      <dgm:spPr/>
    </dgm:pt>
    <dgm:pt modelId="{2461EBCB-F8BD-C840-A3B7-29B13788EC93}" type="pres">
      <dgm:prSet presAssocID="{DFB2DAA8-5F89-544C-97B3-230A4B8A8F5C}" presName="text4" presStyleLbl="fgAcc4" presStyleIdx="1" presStyleCnt="31">
        <dgm:presLayoutVars>
          <dgm:chPref val="3"/>
        </dgm:presLayoutVars>
      </dgm:prSet>
      <dgm:spPr/>
    </dgm:pt>
    <dgm:pt modelId="{C90B20A9-2DFF-5045-8315-3E91B8280DCF}" type="pres">
      <dgm:prSet presAssocID="{DFB2DAA8-5F89-544C-97B3-230A4B8A8F5C}" presName="hierChild5" presStyleCnt="0"/>
      <dgm:spPr/>
    </dgm:pt>
    <dgm:pt modelId="{EC2BC668-B59D-0E4C-951C-1AE922B3B9F8}" type="pres">
      <dgm:prSet presAssocID="{1A8D8993-3D8A-5542-BAC6-5E1B81DC6E61}" presName="Name23" presStyleLbl="parChTrans1D4" presStyleIdx="2" presStyleCnt="31"/>
      <dgm:spPr/>
    </dgm:pt>
    <dgm:pt modelId="{187A6167-1932-8F44-8682-F128BCE8F281}" type="pres">
      <dgm:prSet presAssocID="{296C25C2-2331-8546-9D90-3EEBD66458A7}" presName="hierRoot4" presStyleCnt="0"/>
      <dgm:spPr/>
    </dgm:pt>
    <dgm:pt modelId="{C7720EDC-7A55-D448-98AF-5314351D8940}" type="pres">
      <dgm:prSet presAssocID="{296C25C2-2331-8546-9D90-3EEBD66458A7}" presName="composite4" presStyleCnt="0"/>
      <dgm:spPr/>
    </dgm:pt>
    <dgm:pt modelId="{9F9CB280-0983-E14C-B257-C2B10FF1D0DD}" type="pres">
      <dgm:prSet presAssocID="{296C25C2-2331-8546-9D90-3EEBD66458A7}" presName="background4" presStyleLbl="node4" presStyleIdx="2" presStyleCnt="31"/>
      <dgm:spPr/>
    </dgm:pt>
    <dgm:pt modelId="{9A3FCC32-EE7A-0047-8475-3A10C98A37DE}" type="pres">
      <dgm:prSet presAssocID="{296C25C2-2331-8546-9D90-3EEBD66458A7}" presName="text4" presStyleLbl="fgAcc4" presStyleIdx="2" presStyleCnt="31">
        <dgm:presLayoutVars>
          <dgm:chPref val="3"/>
        </dgm:presLayoutVars>
      </dgm:prSet>
      <dgm:spPr/>
    </dgm:pt>
    <dgm:pt modelId="{99928F1D-B83E-944D-8097-220D19694DD0}" type="pres">
      <dgm:prSet presAssocID="{296C25C2-2331-8546-9D90-3EEBD66458A7}" presName="hierChild5" presStyleCnt="0"/>
      <dgm:spPr/>
    </dgm:pt>
    <dgm:pt modelId="{BD417063-DC73-334B-977D-B0DE692E41F4}" type="pres">
      <dgm:prSet presAssocID="{1FE6D869-FD3C-604E-9546-FD64E8F83AA1}" presName="Name23" presStyleLbl="parChTrans1D4" presStyleIdx="3" presStyleCnt="31"/>
      <dgm:spPr/>
    </dgm:pt>
    <dgm:pt modelId="{7288CFF1-9EFE-7E4F-A25D-E48244A37F4D}" type="pres">
      <dgm:prSet presAssocID="{2E2CEE83-2FD9-2F45-9FA0-612F69C1CB6D}" presName="hierRoot4" presStyleCnt="0"/>
      <dgm:spPr/>
    </dgm:pt>
    <dgm:pt modelId="{E8898C6B-C308-DA4A-AC65-A0D96947DD8C}" type="pres">
      <dgm:prSet presAssocID="{2E2CEE83-2FD9-2F45-9FA0-612F69C1CB6D}" presName="composite4" presStyleCnt="0"/>
      <dgm:spPr/>
    </dgm:pt>
    <dgm:pt modelId="{C42E1A19-C2E6-434B-A48D-BC3BC49742AF}" type="pres">
      <dgm:prSet presAssocID="{2E2CEE83-2FD9-2F45-9FA0-612F69C1CB6D}" presName="background4" presStyleLbl="node4" presStyleIdx="3" presStyleCnt="31"/>
      <dgm:spPr/>
    </dgm:pt>
    <dgm:pt modelId="{005A2B61-3E24-574F-9A69-95F619423861}" type="pres">
      <dgm:prSet presAssocID="{2E2CEE83-2FD9-2F45-9FA0-612F69C1CB6D}" presName="text4" presStyleLbl="fgAcc4" presStyleIdx="3" presStyleCnt="31">
        <dgm:presLayoutVars>
          <dgm:chPref val="3"/>
        </dgm:presLayoutVars>
      </dgm:prSet>
      <dgm:spPr/>
    </dgm:pt>
    <dgm:pt modelId="{A25143F1-C1F6-C64E-A15E-0DB3659A8410}" type="pres">
      <dgm:prSet presAssocID="{2E2CEE83-2FD9-2F45-9FA0-612F69C1CB6D}" presName="hierChild5" presStyleCnt="0"/>
      <dgm:spPr/>
    </dgm:pt>
    <dgm:pt modelId="{63168A2C-6D2F-D94C-B6D9-E005AA519A53}" type="pres">
      <dgm:prSet presAssocID="{225FDA2B-E7AB-0F42-A52C-5E7B728245DE}" presName="Name17" presStyleLbl="parChTrans1D3" presStyleIdx="1" presStyleCnt="6"/>
      <dgm:spPr/>
    </dgm:pt>
    <dgm:pt modelId="{4DE0F39A-DC58-7840-B134-0DF90500AAF5}" type="pres">
      <dgm:prSet presAssocID="{AB6E590E-7CA8-854F-8F02-8721148E3C48}" presName="hierRoot3" presStyleCnt="0"/>
      <dgm:spPr/>
    </dgm:pt>
    <dgm:pt modelId="{1CA8D66C-2AF5-5F4E-9280-3DC9EB6243BF}" type="pres">
      <dgm:prSet presAssocID="{AB6E590E-7CA8-854F-8F02-8721148E3C48}" presName="composite3" presStyleCnt="0"/>
      <dgm:spPr/>
    </dgm:pt>
    <dgm:pt modelId="{6587A665-94F8-7040-9E68-E7EA72FB7837}" type="pres">
      <dgm:prSet presAssocID="{AB6E590E-7CA8-854F-8F02-8721148E3C48}" presName="background3" presStyleLbl="node3" presStyleIdx="1" presStyleCnt="6"/>
      <dgm:spPr/>
    </dgm:pt>
    <dgm:pt modelId="{EE0ACD88-5151-9246-9206-61AFFD397545}" type="pres">
      <dgm:prSet presAssocID="{AB6E590E-7CA8-854F-8F02-8721148E3C48}" presName="text3" presStyleLbl="fgAcc3" presStyleIdx="1" presStyleCnt="6">
        <dgm:presLayoutVars>
          <dgm:chPref val="3"/>
        </dgm:presLayoutVars>
      </dgm:prSet>
      <dgm:spPr/>
    </dgm:pt>
    <dgm:pt modelId="{CD3720FB-B5BC-294A-B089-4481CE4E1924}" type="pres">
      <dgm:prSet presAssocID="{AB6E590E-7CA8-854F-8F02-8721148E3C48}" presName="hierChild4" presStyleCnt="0"/>
      <dgm:spPr/>
    </dgm:pt>
    <dgm:pt modelId="{7823E61A-D461-B942-9A60-0D46E242C5B1}" type="pres">
      <dgm:prSet presAssocID="{89382A68-D9CF-2A44-92DA-48471B873C90}" presName="Name23" presStyleLbl="parChTrans1D4" presStyleIdx="4" presStyleCnt="31"/>
      <dgm:spPr/>
    </dgm:pt>
    <dgm:pt modelId="{B201D7C8-CB85-E248-AAF9-C08DBD592FFE}" type="pres">
      <dgm:prSet presAssocID="{F4B2ABF8-E963-D640-82A7-B9111FD140BC}" presName="hierRoot4" presStyleCnt="0"/>
      <dgm:spPr/>
    </dgm:pt>
    <dgm:pt modelId="{80880AAD-33ED-EB42-B76B-D38E11AB747D}" type="pres">
      <dgm:prSet presAssocID="{F4B2ABF8-E963-D640-82A7-B9111FD140BC}" presName="composite4" presStyleCnt="0"/>
      <dgm:spPr/>
    </dgm:pt>
    <dgm:pt modelId="{7B06B655-43EB-BF4F-8EEB-BC4B5F2809D7}" type="pres">
      <dgm:prSet presAssocID="{F4B2ABF8-E963-D640-82A7-B9111FD140BC}" presName="background4" presStyleLbl="node4" presStyleIdx="4" presStyleCnt="31"/>
      <dgm:spPr/>
    </dgm:pt>
    <dgm:pt modelId="{7F47DE85-E7E2-6046-9C80-60E09BBBC205}" type="pres">
      <dgm:prSet presAssocID="{F4B2ABF8-E963-D640-82A7-B9111FD140BC}" presName="text4" presStyleLbl="fgAcc4" presStyleIdx="4" presStyleCnt="31">
        <dgm:presLayoutVars>
          <dgm:chPref val="3"/>
        </dgm:presLayoutVars>
      </dgm:prSet>
      <dgm:spPr/>
    </dgm:pt>
    <dgm:pt modelId="{460F2869-28EF-0E48-92D0-74E1FA3CC996}" type="pres">
      <dgm:prSet presAssocID="{F4B2ABF8-E963-D640-82A7-B9111FD140BC}" presName="hierChild5" presStyleCnt="0"/>
      <dgm:spPr/>
    </dgm:pt>
    <dgm:pt modelId="{2B346ACF-10AF-D541-B7CC-E04FF5D8523B}" type="pres">
      <dgm:prSet presAssocID="{68B2B877-2BEF-6446-A8E2-9CA4ED3D8F04}" presName="Name23" presStyleLbl="parChTrans1D4" presStyleIdx="5" presStyleCnt="31"/>
      <dgm:spPr/>
    </dgm:pt>
    <dgm:pt modelId="{547A3690-CABC-0249-8846-9DE360DAE4A5}" type="pres">
      <dgm:prSet presAssocID="{A983FBBF-0A9A-8944-8E6C-6B6A66FDB7FC}" presName="hierRoot4" presStyleCnt="0"/>
      <dgm:spPr/>
    </dgm:pt>
    <dgm:pt modelId="{AA2A10CF-6CCD-7F4E-80AE-A6A3A76DE2CC}" type="pres">
      <dgm:prSet presAssocID="{A983FBBF-0A9A-8944-8E6C-6B6A66FDB7FC}" presName="composite4" presStyleCnt="0"/>
      <dgm:spPr/>
    </dgm:pt>
    <dgm:pt modelId="{108E25C8-0052-024F-9761-7127A60957CD}" type="pres">
      <dgm:prSet presAssocID="{A983FBBF-0A9A-8944-8E6C-6B6A66FDB7FC}" presName="background4" presStyleLbl="node4" presStyleIdx="5" presStyleCnt="31"/>
      <dgm:spPr/>
    </dgm:pt>
    <dgm:pt modelId="{CDF1661F-520F-824D-B245-3A2E2B4FF0E8}" type="pres">
      <dgm:prSet presAssocID="{A983FBBF-0A9A-8944-8E6C-6B6A66FDB7FC}" presName="text4" presStyleLbl="fgAcc4" presStyleIdx="5" presStyleCnt="31">
        <dgm:presLayoutVars>
          <dgm:chPref val="3"/>
        </dgm:presLayoutVars>
      </dgm:prSet>
      <dgm:spPr/>
    </dgm:pt>
    <dgm:pt modelId="{90BB457D-518A-3E44-8887-CC60D76955BF}" type="pres">
      <dgm:prSet presAssocID="{A983FBBF-0A9A-8944-8E6C-6B6A66FDB7FC}" presName="hierChild5" presStyleCnt="0"/>
      <dgm:spPr/>
    </dgm:pt>
    <dgm:pt modelId="{1BA4EE5F-88BA-7848-9DD8-5282449DFC5B}" type="pres">
      <dgm:prSet presAssocID="{B9656EDB-C9ED-5A49-A833-80B5BB7AC810}" presName="Name23" presStyleLbl="parChTrans1D4" presStyleIdx="6" presStyleCnt="31"/>
      <dgm:spPr/>
    </dgm:pt>
    <dgm:pt modelId="{A0ECFB56-637D-6F4B-92B8-2FCA384165D6}" type="pres">
      <dgm:prSet presAssocID="{718C84D5-C8E1-C843-A5AC-F518F88CAD9A}" presName="hierRoot4" presStyleCnt="0"/>
      <dgm:spPr/>
    </dgm:pt>
    <dgm:pt modelId="{592608FC-6647-4A48-B691-66D1D495F071}" type="pres">
      <dgm:prSet presAssocID="{718C84D5-C8E1-C843-A5AC-F518F88CAD9A}" presName="composite4" presStyleCnt="0"/>
      <dgm:spPr/>
    </dgm:pt>
    <dgm:pt modelId="{A2D33103-7A1D-6849-BE63-E30C853DB3DD}" type="pres">
      <dgm:prSet presAssocID="{718C84D5-C8E1-C843-A5AC-F518F88CAD9A}" presName="background4" presStyleLbl="node4" presStyleIdx="6" presStyleCnt="31"/>
      <dgm:spPr/>
    </dgm:pt>
    <dgm:pt modelId="{C6DF6BFC-26DA-BB4D-88E6-124549383820}" type="pres">
      <dgm:prSet presAssocID="{718C84D5-C8E1-C843-A5AC-F518F88CAD9A}" presName="text4" presStyleLbl="fgAcc4" presStyleIdx="6" presStyleCnt="31">
        <dgm:presLayoutVars>
          <dgm:chPref val="3"/>
        </dgm:presLayoutVars>
      </dgm:prSet>
      <dgm:spPr/>
    </dgm:pt>
    <dgm:pt modelId="{9091D4A0-B2A4-124A-9775-68F7E01482AB}" type="pres">
      <dgm:prSet presAssocID="{718C84D5-C8E1-C843-A5AC-F518F88CAD9A}" presName="hierChild5" presStyleCnt="0"/>
      <dgm:spPr/>
    </dgm:pt>
    <dgm:pt modelId="{0E4ACB40-767A-6A45-984A-E33CE410A240}" type="pres">
      <dgm:prSet presAssocID="{05F6243C-F761-E541-9CCD-A22EA670779D}" presName="Name23" presStyleLbl="parChTrans1D4" presStyleIdx="7" presStyleCnt="31"/>
      <dgm:spPr/>
    </dgm:pt>
    <dgm:pt modelId="{D3F229D2-282A-3741-AC14-BB4934437B5F}" type="pres">
      <dgm:prSet presAssocID="{8C208B71-395F-1A46-9DA9-C67753565497}" presName="hierRoot4" presStyleCnt="0"/>
      <dgm:spPr/>
    </dgm:pt>
    <dgm:pt modelId="{67527FDA-306D-5040-A817-1857C5138815}" type="pres">
      <dgm:prSet presAssocID="{8C208B71-395F-1A46-9DA9-C67753565497}" presName="composite4" presStyleCnt="0"/>
      <dgm:spPr/>
    </dgm:pt>
    <dgm:pt modelId="{9AC02617-ADFC-6643-B37A-F46DF60952F0}" type="pres">
      <dgm:prSet presAssocID="{8C208B71-395F-1A46-9DA9-C67753565497}" presName="background4" presStyleLbl="node4" presStyleIdx="7" presStyleCnt="31"/>
      <dgm:spPr/>
    </dgm:pt>
    <dgm:pt modelId="{C106F3C5-10E0-3249-B040-E544B47E858F}" type="pres">
      <dgm:prSet presAssocID="{8C208B71-395F-1A46-9DA9-C67753565497}" presName="text4" presStyleLbl="fgAcc4" presStyleIdx="7" presStyleCnt="31">
        <dgm:presLayoutVars>
          <dgm:chPref val="3"/>
        </dgm:presLayoutVars>
      </dgm:prSet>
      <dgm:spPr/>
    </dgm:pt>
    <dgm:pt modelId="{698BE69C-53ED-504E-A793-5D6E67BE43B7}" type="pres">
      <dgm:prSet presAssocID="{8C208B71-395F-1A46-9DA9-C67753565497}" presName="hierChild5" presStyleCnt="0"/>
      <dgm:spPr/>
    </dgm:pt>
    <dgm:pt modelId="{B8FB63A8-5AB4-7845-92CF-DF8A3880729A}" type="pres">
      <dgm:prSet presAssocID="{3CDE39C5-2A3A-174A-8EBC-00D8AEED7305}" presName="Name23" presStyleLbl="parChTrans1D4" presStyleIdx="8" presStyleCnt="31"/>
      <dgm:spPr/>
    </dgm:pt>
    <dgm:pt modelId="{49F2E929-B284-6F4B-8EAC-FF9136E23401}" type="pres">
      <dgm:prSet presAssocID="{4B334412-BF21-C247-B74F-5E7CCB8BABAA}" presName="hierRoot4" presStyleCnt="0"/>
      <dgm:spPr/>
    </dgm:pt>
    <dgm:pt modelId="{7E105ABD-EAEC-434F-8215-E9429B5E5763}" type="pres">
      <dgm:prSet presAssocID="{4B334412-BF21-C247-B74F-5E7CCB8BABAA}" presName="composite4" presStyleCnt="0"/>
      <dgm:spPr/>
    </dgm:pt>
    <dgm:pt modelId="{2A4375D5-7EFD-DE40-9036-90ACB48890E6}" type="pres">
      <dgm:prSet presAssocID="{4B334412-BF21-C247-B74F-5E7CCB8BABAA}" presName="background4" presStyleLbl="node4" presStyleIdx="8" presStyleCnt="31"/>
      <dgm:spPr/>
    </dgm:pt>
    <dgm:pt modelId="{CD79EAC9-FC2B-AE49-A729-F0537EC1A271}" type="pres">
      <dgm:prSet presAssocID="{4B334412-BF21-C247-B74F-5E7CCB8BABAA}" presName="text4" presStyleLbl="fgAcc4" presStyleIdx="8" presStyleCnt="31">
        <dgm:presLayoutVars>
          <dgm:chPref val="3"/>
        </dgm:presLayoutVars>
      </dgm:prSet>
      <dgm:spPr/>
    </dgm:pt>
    <dgm:pt modelId="{EA86975E-85E1-0A43-96F7-5EA26A4F31AA}" type="pres">
      <dgm:prSet presAssocID="{4B334412-BF21-C247-B74F-5E7CCB8BABAA}" presName="hierChild5" presStyleCnt="0"/>
      <dgm:spPr/>
    </dgm:pt>
    <dgm:pt modelId="{A7C73703-DB18-384F-864C-88965189D107}" type="pres">
      <dgm:prSet presAssocID="{41A18EAA-8889-E549-B3E8-6CD3FF6DB411}" presName="Name23" presStyleLbl="parChTrans1D4" presStyleIdx="9" presStyleCnt="31"/>
      <dgm:spPr/>
    </dgm:pt>
    <dgm:pt modelId="{EB0197CD-C212-6F47-9B28-93DC247A3F61}" type="pres">
      <dgm:prSet presAssocID="{11D3BB9C-E46B-AC40-9232-33DF44A10A5A}" presName="hierRoot4" presStyleCnt="0"/>
      <dgm:spPr/>
    </dgm:pt>
    <dgm:pt modelId="{DB59D7CF-9F3C-A145-BD02-390ED3BEFFEF}" type="pres">
      <dgm:prSet presAssocID="{11D3BB9C-E46B-AC40-9232-33DF44A10A5A}" presName="composite4" presStyleCnt="0"/>
      <dgm:spPr/>
    </dgm:pt>
    <dgm:pt modelId="{86AE72BE-6CBF-A841-9DC5-2BFB2A6F48F9}" type="pres">
      <dgm:prSet presAssocID="{11D3BB9C-E46B-AC40-9232-33DF44A10A5A}" presName="background4" presStyleLbl="node4" presStyleIdx="9" presStyleCnt="31"/>
      <dgm:spPr/>
    </dgm:pt>
    <dgm:pt modelId="{EB623CB8-169B-3E4B-A29A-D78CE9448BEB}" type="pres">
      <dgm:prSet presAssocID="{11D3BB9C-E46B-AC40-9232-33DF44A10A5A}" presName="text4" presStyleLbl="fgAcc4" presStyleIdx="9" presStyleCnt="31">
        <dgm:presLayoutVars>
          <dgm:chPref val="3"/>
        </dgm:presLayoutVars>
      </dgm:prSet>
      <dgm:spPr/>
    </dgm:pt>
    <dgm:pt modelId="{05F518A1-AA73-2F46-B9EE-75FC1EDC3A5A}" type="pres">
      <dgm:prSet presAssocID="{11D3BB9C-E46B-AC40-9232-33DF44A10A5A}" presName="hierChild5" presStyleCnt="0"/>
      <dgm:spPr/>
    </dgm:pt>
    <dgm:pt modelId="{67B2E99E-4F0B-E048-AFC2-042CAEBAD673}" type="pres">
      <dgm:prSet presAssocID="{DE66093A-E41E-E645-BBBE-8C6756C50E07}" presName="Name10" presStyleLbl="parChTrans1D2" presStyleIdx="1" presStyleCnt="4"/>
      <dgm:spPr/>
    </dgm:pt>
    <dgm:pt modelId="{306E389E-9B88-9343-BBFE-861756F51380}" type="pres">
      <dgm:prSet presAssocID="{DCBBFEB3-E900-C646-9B3D-CBA35AEFD9AE}" presName="hierRoot2" presStyleCnt="0"/>
      <dgm:spPr/>
    </dgm:pt>
    <dgm:pt modelId="{CAC5F77D-4AC6-5649-9BAA-DAB8CB4B159F}" type="pres">
      <dgm:prSet presAssocID="{DCBBFEB3-E900-C646-9B3D-CBA35AEFD9AE}" presName="composite2" presStyleCnt="0"/>
      <dgm:spPr/>
    </dgm:pt>
    <dgm:pt modelId="{02D662F4-3F2D-DE48-B3AC-F561F87230ED}" type="pres">
      <dgm:prSet presAssocID="{DCBBFEB3-E900-C646-9B3D-CBA35AEFD9AE}" presName="background2" presStyleLbl="node2" presStyleIdx="1" presStyleCnt="4"/>
      <dgm:spPr/>
    </dgm:pt>
    <dgm:pt modelId="{7C2EFDEC-1DD3-B64C-B321-A96F44F6E147}" type="pres">
      <dgm:prSet presAssocID="{DCBBFEB3-E900-C646-9B3D-CBA35AEFD9AE}" presName="text2" presStyleLbl="fgAcc2" presStyleIdx="1" presStyleCnt="4">
        <dgm:presLayoutVars>
          <dgm:chPref val="3"/>
        </dgm:presLayoutVars>
      </dgm:prSet>
      <dgm:spPr/>
    </dgm:pt>
    <dgm:pt modelId="{9352A46B-C9DE-DA45-8CC5-2BDDAB61D2F3}" type="pres">
      <dgm:prSet presAssocID="{DCBBFEB3-E900-C646-9B3D-CBA35AEFD9AE}" presName="hierChild3" presStyleCnt="0"/>
      <dgm:spPr/>
    </dgm:pt>
    <dgm:pt modelId="{A97F2092-F0B3-3347-A31A-CE5AA19C92A1}" type="pres">
      <dgm:prSet presAssocID="{C956D2AA-F540-B942-BDBC-B551809AACFF}" presName="Name17" presStyleLbl="parChTrans1D3" presStyleIdx="2" presStyleCnt="6"/>
      <dgm:spPr/>
    </dgm:pt>
    <dgm:pt modelId="{4CA21972-2655-0845-A251-4BF0BADE14F5}" type="pres">
      <dgm:prSet presAssocID="{3B8D3815-382D-BA4B-82F1-ED717A2A0E17}" presName="hierRoot3" presStyleCnt="0"/>
      <dgm:spPr/>
    </dgm:pt>
    <dgm:pt modelId="{055D61BA-3C48-CB42-92B9-2C0E3F4EC470}" type="pres">
      <dgm:prSet presAssocID="{3B8D3815-382D-BA4B-82F1-ED717A2A0E17}" presName="composite3" presStyleCnt="0"/>
      <dgm:spPr/>
    </dgm:pt>
    <dgm:pt modelId="{043CC1E7-EC39-9E4B-BBF2-98A67DE89A3F}" type="pres">
      <dgm:prSet presAssocID="{3B8D3815-382D-BA4B-82F1-ED717A2A0E17}" presName="background3" presStyleLbl="node3" presStyleIdx="2" presStyleCnt="6"/>
      <dgm:spPr/>
    </dgm:pt>
    <dgm:pt modelId="{E9C02831-FEE4-494D-B69C-14E83D1E7D71}" type="pres">
      <dgm:prSet presAssocID="{3B8D3815-382D-BA4B-82F1-ED717A2A0E17}" presName="text3" presStyleLbl="fgAcc3" presStyleIdx="2" presStyleCnt="6">
        <dgm:presLayoutVars>
          <dgm:chPref val="3"/>
        </dgm:presLayoutVars>
      </dgm:prSet>
      <dgm:spPr/>
    </dgm:pt>
    <dgm:pt modelId="{0EEC04C8-2648-E643-A5CB-CF0B1B299B03}" type="pres">
      <dgm:prSet presAssocID="{3B8D3815-382D-BA4B-82F1-ED717A2A0E17}" presName="hierChild4" presStyleCnt="0"/>
      <dgm:spPr/>
    </dgm:pt>
    <dgm:pt modelId="{28C33F85-F983-354F-996E-F8971B419192}" type="pres">
      <dgm:prSet presAssocID="{646A01A0-A235-8E42-85B1-322A859FEACC}" presName="Name23" presStyleLbl="parChTrans1D4" presStyleIdx="10" presStyleCnt="31"/>
      <dgm:spPr/>
    </dgm:pt>
    <dgm:pt modelId="{54590E53-350A-8F4D-93E1-F2FCD89E8AB2}" type="pres">
      <dgm:prSet presAssocID="{ABBA09EE-9DA9-B14B-A1B1-7BF2342F02BA}" presName="hierRoot4" presStyleCnt="0"/>
      <dgm:spPr/>
    </dgm:pt>
    <dgm:pt modelId="{053AAAFC-0345-D547-932B-A07555662A8C}" type="pres">
      <dgm:prSet presAssocID="{ABBA09EE-9DA9-B14B-A1B1-7BF2342F02BA}" presName="composite4" presStyleCnt="0"/>
      <dgm:spPr/>
    </dgm:pt>
    <dgm:pt modelId="{28AFDAD8-DC32-1941-8F87-C4209BEE30CF}" type="pres">
      <dgm:prSet presAssocID="{ABBA09EE-9DA9-B14B-A1B1-7BF2342F02BA}" presName="background4" presStyleLbl="node4" presStyleIdx="10" presStyleCnt="31"/>
      <dgm:spPr/>
    </dgm:pt>
    <dgm:pt modelId="{A00920F7-D5B3-AD41-A922-C8751868338D}" type="pres">
      <dgm:prSet presAssocID="{ABBA09EE-9DA9-B14B-A1B1-7BF2342F02BA}" presName="text4" presStyleLbl="fgAcc4" presStyleIdx="10" presStyleCnt="31">
        <dgm:presLayoutVars>
          <dgm:chPref val="3"/>
        </dgm:presLayoutVars>
      </dgm:prSet>
      <dgm:spPr/>
    </dgm:pt>
    <dgm:pt modelId="{BEEB2DFA-F9BE-4447-B8A5-7D2C2B2121D2}" type="pres">
      <dgm:prSet presAssocID="{ABBA09EE-9DA9-B14B-A1B1-7BF2342F02BA}" presName="hierChild5" presStyleCnt="0"/>
      <dgm:spPr/>
    </dgm:pt>
    <dgm:pt modelId="{9028AE5A-B1B9-544B-9E59-CAD3425BA1F3}" type="pres">
      <dgm:prSet presAssocID="{3A8B20E5-2A6E-E741-9A03-D813BFB48D7B}" presName="Name23" presStyleLbl="parChTrans1D4" presStyleIdx="11" presStyleCnt="31"/>
      <dgm:spPr/>
    </dgm:pt>
    <dgm:pt modelId="{EE0E0CCE-F981-304A-BACA-0C0322826FC5}" type="pres">
      <dgm:prSet presAssocID="{CAB7083A-D5DE-5643-A37A-CE2CEA19AE1C}" presName="hierRoot4" presStyleCnt="0"/>
      <dgm:spPr/>
    </dgm:pt>
    <dgm:pt modelId="{EE8D9EAA-943F-ED41-9EE7-902552FE2B18}" type="pres">
      <dgm:prSet presAssocID="{CAB7083A-D5DE-5643-A37A-CE2CEA19AE1C}" presName="composite4" presStyleCnt="0"/>
      <dgm:spPr/>
    </dgm:pt>
    <dgm:pt modelId="{D8A61740-8106-7346-BF40-B94B98F4594F}" type="pres">
      <dgm:prSet presAssocID="{CAB7083A-D5DE-5643-A37A-CE2CEA19AE1C}" presName="background4" presStyleLbl="node4" presStyleIdx="11" presStyleCnt="31"/>
      <dgm:spPr/>
    </dgm:pt>
    <dgm:pt modelId="{1A17589F-07A8-A242-8B96-3453D02099CD}" type="pres">
      <dgm:prSet presAssocID="{CAB7083A-D5DE-5643-A37A-CE2CEA19AE1C}" presName="text4" presStyleLbl="fgAcc4" presStyleIdx="11" presStyleCnt="31">
        <dgm:presLayoutVars>
          <dgm:chPref val="3"/>
        </dgm:presLayoutVars>
      </dgm:prSet>
      <dgm:spPr/>
    </dgm:pt>
    <dgm:pt modelId="{F2F99580-7B9F-F24C-8263-F8428ADC9DDA}" type="pres">
      <dgm:prSet presAssocID="{CAB7083A-D5DE-5643-A37A-CE2CEA19AE1C}" presName="hierChild5" presStyleCnt="0"/>
      <dgm:spPr/>
    </dgm:pt>
    <dgm:pt modelId="{F78B18A2-1B1F-D344-B806-34C9AA93CC81}" type="pres">
      <dgm:prSet presAssocID="{93CDFD8D-9BB5-FD4C-BC1B-15F8FF737534}" presName="Name23" presStyleLbl="parChTrans1D4" presStyleIdx="12" presStyleCnt="31"/>
      <dgm:spPr/>
    </dgm:pt>
    <dgm:pt modelId="{56FE573E-4050-9049-963A-442EC26C3812}" type="pres">
      <dgm:prSet presAssocID="{B558CF9A-BD5E-8840-BBFA-E4890C551915}" presName="hierRoot4" presStyleCnt="0"/>
      <dgm:spPr/>
    </dgm:pt>
    <dgm:pt modelId="{77C52E4D-207E-4940-822C-4A7EA62AAF7F}" type="pres">
      <dgm:prSet presAssocID="{B558CF9A-BD5E-8840-BBFA-E4890C551915}" presName="composite4" presStyleCnt="0"/>
      <dgm:spPr/>
    </dgm:pt>
    <dgm:pt modelId="{80BD8585-FC5C-524E-AE36-926061FD1E65}" type="pres">
      <dgm:prSet presAssocID="{B558CF9A-BD5E-8840-BBFA-E4890C551915}" presName="background4" presStyleLbl="node4" presStyleIdx="12" presStyleCnt="31"/>
      <dgm:spPr/>
    </dgm:pt>
    <dgm:pt modelId="{1649A313-60FB-DD44-A0A0-DF5324CFF6E3}" type="pres">
      <dgm:prSet presAssocID="{B558CF9A-BD5E-8840-BBFA-E4890C551915}" presName="text4" presStyleLbl="fgAcc4" presStyleIdx="12" presStyleCnt="31">
        <dgm:presLayoutVars>
          <dgm:chPref val="3"/>
        </dgm:presLayoutVars>
      </dgm:prSet>
      <dgm:spPr/>
    </dgm:pt>
    <dgm:pt modelId="{AD146A09-00F0-B44D-80CD-21585418BB70}" type="pres">
      <dgm:prSet presAssocID="{B558CF9A-BD5E-8840-BBFA-E4890C551915}" presName="hierChild5" presStyleCnt="0"/>
      <dgm:spPr/>
    </dgm:pt>
    <dgm:pt modelId="{D0F2D382-D16C-1F4A-AFA3-483094D000C6}" type="pres">
      <dgm:prSet presAssocID="{3282DAC2-E4D5-5943-B2D9-41D7CC9A3359}" presName="Name23" presStyleLbl="parChTrans1D4" presStyleIdx="13" presStyleCnt="31"/>
      <dgm:spPr/>
    </dgm:pt>
    <dgm:pt modelId="{2DEAFFF6-E5E5-B242-B99B-7502F50FB546}" type="pres">
      <dgm:prSet presAssocID="{44011EF7-0FEF-1846-9C87-1E2887DEBC28}" presName="hierRoot4" presStyleCnt="0"/>
      <dgm:spPr/>
    </dgm:pt>
    <dgm:pt modelId="{224AAA43-1246-B941-A561-15CCB2AF4AE4}" type="pres">
      <dgm:prSet presAssocID="{44011EF7-0FEF-1846-9C87-1E2887DEBC28}" presName="composite4" presStyleCnt="0"/>
      <dgm:spPr/>
    </dgm:pt>
    <dgm:pt modelId="{0E615789-6A73-1F46-8F19-56FB8C82FA46}" type="pres">
      <dgm:prSet presAssocID="{44011EF7-0FEF-1846-9C87-1E2887DEBC28}" presName="background4" presStyleLbl="node4" presStyleIdx="13" presStyleCnt="31"/>
      <dgm:spPr/>
    </dgm:pt>
    <dgm:pt modelId="{2C5DB84E-8DD9-8748-A9CB-E8EEFC73BF55}" type="pres">
      <dgm:prSet presAssocID="{44011EF7-0FEF-1846-9C87-1E2887DEBC28}" presName="text4" presStyleLbl="fgAcc4" presStyleIdx="13" presStyleCnt="31">
        <dgm:presLayoutVars>
          <dgm:chPref val="3"/>
        </dgm:presLayoutVars>
      </dgm:prSet>
      <dgm:spPr/>
    </dgm:pt>
    <dgm:pt modelId="{D44A8EA7-A4E7-F645-933E-CDBA987B9415}" type="pres">
      <dgm:prSet presAssocID="{44011EF7-0FEF-1846-9C87-1E2887DEBC28}" presName="hierChild5" presStyleCnt="0"/>
      <dgm:spPr/>
    </dgm:pt>
    <dgm:pt modelId="{92DB63DD-A2E2-FB4B-8783-4ADFA7A53A68}" type="pres">
      <dgm:prSet presAssocID="{B5A6EE1E-0248-B443-A462-CCEE659BD411}" presName="Name23" presStyleLbl="parChTrans1D4" presStyleIdx="14" presStyleCnt="31"/>
      <dgm:spPr/>
    </dgm:pt>
    <dgm:pt modelId="{173B57D3-706E-9B4B-8362-79B8383C0682}" type="pres">
      <dgm:prSet presAssocID="{18751532-5E9F-C54F-BA16-9FECBC782198}" presName="hierRoot4" presStyleCnt="0"/>
      <dgm:spPr/>
    </dgm:pt>
    <dgm:pt modelId="{355C7BE9-A73F-CC4C-99AD-EA5932A44DFD}" type="pres">
      <dgm:prSet presAssocID="{18751532-5E9F-C54F-BA16-9FECBC782198}" presName="composite4" presStyleCnt="0"/>
      <dgm:spPr/>
    </dgm:pt>
    <dgm:pt modelId="{79E261A0-5E01-3642-89C2-8584C37D1004}" type="pres">
      <dgm:prSet presAssocID="{18751532-5E9F-C54F-BA16-9FECBC782198}" presName="background4" presStyleLbl="node4" presStyleIdx="14" presStyleCnt="31"/>
      <dgm:spPr/>
    </dgm:pt>
    <dgm:pt modelId="{80A30608-4436-5D4D-A864-288C39E3B2D2}" type="pres">
      <dgm:prSet presAssocID="{18751532-5E9F-C54F-BA16-9FECBC782198}" presName="text4" presStyleLbl="fgAcc4" presStyleIdx="14" presStyleCnt="31">
        <dgm:presLayoutVars>
          <dgm:chPref val="3"/>
        </dgm:presLayoutVars>
      </dgm:prSet>
      <dgm:spPr/>
    </dgm:pt>
    <dgm:pt modelId="{896EF3F7-852B-EE40-8267-4C8AC9F61BA8}" type="pres">
      <dgm:prSet presAssocID="{18751532-5E9F-C54F-BA16-9FECBC782198}" presName="hierChild5" presStyleCnt="0"/>
      <dgm:spPr/>
    </dgm:pt>
    <dgm:pt modelId="{3970C0B8-A898-CB45-A32E-6A937F5D46B0}" type="pres">
      <dgm:prSet presAssocID="{B06EDA80-F0DF-B646-A76D-208629672153}" presName="Name23" presStyleLbl="parChTrans1D4" presStyleIdx="15" presStyleCnt="31"/>
      <dgm:spPr/>
    </dgm:pt>
    <dgm:pt modelId="{0BF178D1-8B23-4A49-A6A7-956CE4151D1F}" type="pres">
      <dgm:prSet presAssocID="{B6CFB015-54D6-0842-979B-D51A7F685BC4}" presName="hierRoot4" presStyleCnt="0"/>
      <dgm:spPr/>
    </dgm:pt>
    <dgm:pt modelId="{3F90B90A-5A90-8645-8BAB-F14CFE886118}" type="pres">
      <dgm:prSet presAssocID="{B6CFB015-54D6-0842-979B-D51A7F685BC4}" presName="composite4" presStyleCnt="0"/>
      <dgm:spPr/>
    </dgm:pt>
    <dgm:pt modelId="{FEEE5347-1938-2B40-BB09-6A0B51FB6FED}" type="pres">
      <dgm:prSet presAssocID="{B6CFB015-54D6-0842-979B-D51A7F685BC4}" presName="background4" presStyleLbl="node4" presStyleIdx="15" presStyleCnt="31"/>
      <dgm:spPr/>
    </dgm:pt>
    <dgm:pt modelId="{5B3C9D30-76FE-C24A-95F7-D615D029A2DA}" type="pres">
      <dgm:prSet presAssocID="{B6CFB015-54D6-0842-979B-D51A7F685BC4}" presName="text4" presStyleLbl="fgAcc4" presStyleIdx="15" presStyleCnt="31">
        <dgm:presLayoutVars>
          <dgm:chPref val="3"/>
        </dgm:presLayoutVars>
      </dgm:prSet>
      <dgm:spPr/>
    </dgm:pt>
    <dgm:pt modelId="{9613DF5E-3E6F-C54B-9721-9D92108AE2A9}" type="pres">
      <dgm:prSet presAssocID="{B6CFB015-54D6-0842-979B-D51A7F685BC4}" presName="hierChild5" presStyleCnt="0"/>
      <dgm:spPr/>
    </dgm:pt>
    <dgm:pt modelId="{D78375EB-EAA0-BA4B-AE7E-7C88D176F13D}" type="pres">
      <dgm:prSet presAssocID="{805D1118-A815-C44D-A096-56E51EF4D2FD}" presName="Name10" presStyleLbl="parChTrans1D2" presStyleIdx="2" presStyleCnt="4"/>
      <dgm:spPr/>
    </dgm:pt>
    <dgm:pt modelId="{E58DE7A7-27E0-854A-B8C2-922309287512}" type="pres">
      <dgm:prSet presAssocID="{7C36901D-CBC3-3944-99D4-45BAA678DFB4}" presName="hierRoot2" presStyleCnt="0"/>
      <dgm:spPr/>
    </dgm:pt>
    <dgm:pt modelId="{905CFEEE-8E85-914D-B715-DC14AF7B0636}" type="pres">
      <dgm:prSet presAssocID="{7C36901D-CBC3-3944-99D4-45BAA678DFB4}" presName="composite2" presStyleCnt="0"/>
      <dgm:spPr/>
    </dgm:pt>
    <dgm:pt modelId="{63580777-FF8A-1C45-91F3-538CCB3671A4}" type="pres">
      <dgm:prSet presAssocID="{7C36901D-CBC3-3944-99D4-45BAA678DFB4}" presName="background2" presStyleLbl="node2" presStyleIdx="2" presStyleCnt="4"/>
      <dgm:spPr/>
    </dgm:pt>
    <dgm:pt modelId="{38AB0AF3-F1FC-0840-B0A9-EC823A291295}" type="pres">
      <dgm:prSet presAssocID="{7C36901D-CBC3-3944-99D4-45BAA678DFB4}" presName="text2" presStyleLbl="fgAcc2" presStyleIdx="2" presStyleCnt="4">
        <dgm:presLayoutVars>
          <dgm:chPref val="3"/>
        </dgm:presLayoutVars>
      </dgm:prSet>
      <dgm:spPr/>
    </dgm:pt>
    <dgm:pt modelId="{A573FA7D-2F85-C144-8CF6-86AFD3C0A853}" type="pres">
      <dgm:prSet presAssocID="{7C36901D-CBC3-3944-99D4-45BAA678DFB4}" presName="hierChild3" presStyleCnt="0"/>
      <dgm:spPr/>
    </dgm:pt>
    <dgm:pt modelId="{4129296A-77AD-0746-ABD3-20DDB8EB49FA}" type="pres">
      <dgm:prSet presAssocID="{A8E8681B-54BA-DD42-B8C8-677DA1D3C0BD}" presName="Name17" presStyleLbl="parChTrans1D3" presStyleIdx="3" presStyleCnt="6"/>
      <dgm:spPr/>
    </dgm:pt>
    <dgm:pt modelId="{30577470-90BC-F24A-BBDD-F196CA155CA2}" type="pres">
      <dgm:prSet presAssocID="{7BEE0A73-ECBA-D54E-8A7F-296E7E44BC1C}" presName="hierRoot3" presStyleCnt="0"/>
      <dgm:spPr/>
    </dgm:pt>
    <dgm:pt modelId="{15033CBE-A2A4-BE4C-916A-7A3E5338601C}" type="pres">
      <dgm:prSet presAssocID="{7BEE0A73-ECBA-D54E-8A7F-296E7E44BC1C}" presName="composite3" presStyleCnt="0"/>
      <dgm:spPr/>
    </dgm:pt>
    <dgm:pt modelId="{3935D1FF-094F-AD45-A6C2-CE35DE228F51}" type="pres">
      <dgm:prSet presAssocID="{7BEE0A73-ECBA-D54E-8A7F-296E7E44BC1C}" presName="background3" presStyleLbl="node3" presStyleIdx="3" presStyleCnt="6"/>
      <dgm:spPr/>
    </dgm:pt>
    <dgm:pt modelId="{076370A1-91F8-964C-A579-5821A132E374}" type="pres">
      <dgm:prSet presAssocID="{7BEE0A73-ECBA-D54E-8A7F-296E7E44BC1C}" presName="text3" presStyleLbl="fgAcc3" presStyleIdx="3" presStyleCnt="6">
        <dgm:presLayoutVars>
          <dgm:chPref val="3"/>
        </dgm:presLayoutVars>
      </dgm:prSet>
      <dgm:spPr/>
    </dgm:pt>
    <dgm:pt modelId="{7CFC96F4-9E3D-4240-9263-F71AD6335C8A}" type="pres">
      <dgm:prSet presAssocID="{7BEE0A73-ECBA-D54E-8A7F-296E7E44BC1C}" presName="hierChild4" presStyleCnt="0"/>
      <dgm:spPr/>
    </dgm:pt>
    <dgm:pt modelId="{4076A4FD-C072-F347-ABC7-15F013732CBF}" type="pres">
      <dgm:prSet presAssocID="{F2F7C056-26B6-5544-8C2F-A1CDFCB281DB}" presName="Name23" presStyleLbl="parChTrans1D4" presStyleIdx="16" presStyleCnt="31"/>
      <dgm:spPr/>
    </dgm:pt>
    <dgm:pt modelId="{26AF8ECC-1BCF-0E48-966B-FC56E1BF2A4B}" type="pres">
      <dgm:prSet presAssocID="{882B9B0D-7C95-5C48-8B4E-4547887163C1}" presName="hierRoot4" presStyleCnt="0"/>
      <dgm:spPr/>
    </dgm:pt>
    <dgm:pt modelId="{216B4927-62F2-F04C-BAE8-8B4B545B48A5}" type="pres">
      <dgm:prSet presAssocID="{882B9B0D-7C95-5C48-8B4E-4547887163C1}" presName="composite4" presStyleCnt="0"/>
      <dgm:spPr/>
    </dgm:pt>
    <dgm:pt modelId="{A858E32D-A7F6-0D4F-B78C-72D24D8E1946}" type="pres">
      <dgm:prSet presAssocID="{882B9B0D-7C95-5C48-8B4E-4547887163C1}" presName="background4" presStyleLbl="node4" presStyleIdx="16" presStyleCnt="31"/>
      <dgm:spPr/>
    </dgm:pt>
    <dgm:pt modelId="{6E0E4A02-84FE-F641-9BFD-9122ED410D7D}" type="pres">
      <dgm:prSet presAssocID="{882B9B0D-7C95-5C48-8B4E-4547887163C1}" presName="text4" presStyleLbl="fgAcc4" presStyleIdx="16" presStyleCnt="31">
        <dgm:presLayoutVars>
          <dgm:chPref val="3"/>
        </dgm:presLayoutVars>
      </dgm:prSet>
      <dgm:spPr/>
    </dgm:pt>
    <dgm:pt modelId="{638298DF-186A-B849-8A30-35FEA2B9A685}" type="pres">
      <dgm:prSet presAssocID="{882B9B0D-7C95-5C48-8B4E-4547887163C1}" presName="hierChild5" presStyleCnt="0"/>
      <dgm:spPr/>
    </dgm:pt>
    <dgm:pt modelId="{C3D6E933-9700-D845-BBE7-1D9AE743EBA5}" type="pres">
      <dgm:prSet presAssocID="{6AB695FD-9AC0-2A4B-A2F5-5FB8C07E6540}" presName="Name23" presStyleLbl="parChTrans1D4" presStyleIdx="17" presStyleCnt="31"/>
      <dgm:spPr/>
    </dgm:pt>
    <dgm:pt modelId="{C3513C7B-8BE7-7245-BD4E-02EF82D8B536}" type="pres">
      <dgm:prSet presAssocID="{5FF5032A-9599-554E-BB1D-14FC3B5B30B9}" presName="hierRoot4" presStyleCnt="0"/>
      <dgm:spPr/>
    </dgm:pt>
    <dgm:pt modelId="{6D0C117D-4346-F147-BC59-9D1EAB192D5F}" type="pres">
      <dgm:prSet presAssocID="{5FF5032A-9599-554E-BB1D-14FC3B5B30B9}" presName="composite4" presStyleCnt="0"/>
      <dgm:spPr/>
    </dgm:pt>
    <dgm:pt modelId="{BE89243A-F642-124D-8521-87FE27B68E5C}" type="pres">
      <dgm:prSet presAssocID="{5FF5032A-9599-554E-BB1D-14FC3B5B30B9}" presName="background4" presStyleLbl="node4" presStyleIdx="17" presStyleCnt="31"/>
      <dgm:spPr/>
    </dgm:pt>
    <dgm:pt modelId="{E2E8D02E-F251-5646-A9FA-8155998CD46C}" type="pres">
      <dgm:prSet presAssocID="{5FF5032A-9599-554E-BB1D-14FC3B5B30B9}" presName="text4" presStyleLbl="fgAcc4" presStyleIdx="17" presStyleCnt="31">
        <dgm:presLayoutVars>
          <dgm:chPref val="3"/>
        </dgm:presLayoutVars>
      </dgm:prSet>
      <dgm:spPr/>
    </dgm:pt>
    <dgm:pt modelId="{BFDDB78B-D7ED-FA4A-945D-A54E3A0DEDEF}" type="pres">
      <dgm:prSet presAssocID="{5FF5032A-9599-554E-BB1D-14FC3B5B30B9}" presName="hierChild5" presStyleCnt="0"/>
      <dgm:spPr/>
    </dgm:pt>
    <dgm:pt modelId="{9D472E96-40CE-204E-99F9-3568DCF9D7C4}" type="pres">
      <dgm:prSet presAssocID="{4274C98D-8801-A54E-A791-505030BE61CA}" presName="Name23" presStyleLbl="parChTrans1D4" presStyleIdx="18" presStyleCnt="31"/>
      <dgm:spPr/>
    </dgm:pt>
    <dgm:pt modelId="{AC7E2826-5DCC-494C-8ACB-1305545456A8}" type="pres">
      <dgm:prSet presAssocID="{78FB3C89-B47A-2C41-A1AF-D1BB04D961D8}" presName="hierRoot4" presStyleCnt="0"/>
      <dgm:spPr/>
    </dgm:pt>
    <dgm:pt modelId="{D19329D4-8D5D-2048-986D-357F77419095}" type="pres">
      <dgm:prSet presAssocID="{78FB3C89-B47A-2C41-A1AF-D1BB04D961D8}" presName="composite4" presStyleCnt="0"/>
      <dgm:spPr/>
    </dgm:pt>
    <dgm:pt modelId="{19EA40F9-A65D-5E4B-BE82-C54476D7BFAD}" type="pres">
      <dgm:prSet presAssocID="{78FB3C89-B47A-2C41-A1AF-D1BB04D961D8}" presName="background4" presStyleLbl="node4" presStyleIdx="18" presStyleCnt="31"/>
      <dgm:spPr/>
    </dgm:pt>
    <dgm:pt modelId="{F1D30F0A-DBD2-F44E-BD1A-2FBAA79D514D}" type="pres">
      <dgm:prSet presAssocID="{78FB3C89-B47A-2C41-A1AF-D1BB04D961D8}" presName="text4" presStyleLbl="fgAcc4" presStyleIdx="18" presStyleCnt="31">
        <dgm:presLayoutVars>
          <dgm:chPref val="3"/>
        </dgm:presLayoutVars>
      </dgm:prSet>
      <dgm:spPr/>
    </dgm:pt>
    <dgm:pt modelId="{F235B36C-5963-C045-9396-120D1A253002}" type="pres">
      <dgm:prSet presAssocID="{78FB3C89-B47A-2C41-A1AF-D1BB04D961D8}" presName="hierChild5" presStyleCnt="0"/>
      <dgm:spPr/>
    </dgm:pt>
    <dgm:pt modelId="{541BF21E-69C5-7D48-8E86-75ECA1EEBE48}" type="pres">
      <dgm:prSet presAssocID="{6FF83E4A-C61D-E641-8956-2D95E08614A6}" presName="Name23" presStyleLbl="parChTrans1D4" presStyleIdx="19" presStyleCnt="31"/>
      <dgm:spPr/>
    </dgm:pt>
    <dgm:pt modelId="{77F2C4E5-7B41-2B43-8097-9A82B1EA6758}" type="pres">
      <dgm:prSet presAssocID="{175EDABD-9A41-294A-9614-62880358D77E}" presName="hierRoot4" presStyleCnt="0"/>
      <dgm:spPr/>
    </dgm:pt>
    <dgm:pt modelId="{303E1BDD-9CE7-164E-9951-B0AC002E1DA1}" type="pres">
      <dgm:prSet presAssocID="{175EDABD-9A41-294A-9614-62880358D77E}" presName="composite4" presStyleCnt="0"/>
      <dgm:spPr/>
    </dgm:pt>
    <dgm:pt modelId="{A19B8100-471C-8545-9369-D70CFC75C6A6}" type="pres">
      <dgm:prSet presAssocID="{175EDABD-9A41-294A-9614-62880358D77E}" presName="background4" presStyleLbl="node4" presStyleIdx="19" presStyleCnt="31"/>
      <dgm:spPr/>
    </dgm:pt>
    <dgm:pt modelId="{36065A34-1C40-214C-A9B6-AFD04ECF2CEF}" type="pres">
      <dgm:prSet presAssocID="{175EDABD-9A41-294A-9614-62880358D77E}" presName="text4" presStyleLbl="fgAcc4" presStyleIdx="19" presStyleCnt="31">
        <dgm:presLayoutVars>
          <dgm:chPref val="3"/>
        </dgm:presLayoutVars>
      </dgm:prSet>
      <dgm:spPr/>
    </dgm:pt>
    <dgm:pt modelId="{17F25A0C-3FCE-E94A-9931-96D127ED56C5}" type="pres">
      <dgm:prSet presAssocID="{175EDABD-9A41-294A-9614-62880358D77E}" presName="hierChild5" presStyleCnt="0"/>
      <dgm:spPr/>
    </dgm:pt>
    <dgm:pt modelId="{82A6E87C-4F80-364D-AF52-D3FB15955EFC}" type="pres">
      <dgm:prSet presAssocID="{204DA0CB-8FE2-6847-8ACA-8827DAB29AF6}" presName="Name23" presStyleLbl="parChTrans1D4" presStyleIdx="20" presStyleCnt="31"/>
      <dgm:spPr/>
    </dgm:pt>
    <dgm:pt modelId="{2D543CFE-6350-1A49-B90F-D9A350ADD191}" type="pres">
      <dgm:prSet presAssocID="{1C27D99E-D43D-E74C-9231-5BE39929997B}" presName="hierRoot4" presStyleCnt="0"/>
      <dgm:spPr/>
    </dgm:pt>
    <dgm:pt modelId="{B04B4F11-6DBA-0B43-BEFE-ECF2B095F2FE}" type="pres">
      <dgm:prSet presAssocID="{1C27D99E-D43D-E74C-9231-5BE39929997B}" presName="composite4" presStyleCnt="0"/>
      <dgm:spPr/>
    </dgm:pt>
    <dgm:pt modelId="{27E88D47-607A-3C49-AE04-060E80546FF1}" type="pres">
      <dgm:prSet presAssocID="{1C27D99E-D43D-E74C-9231-5BE39929997B}" presName="background4" presStyleLbl="node4" presStyleIdx="20" presStyleCnt="31"/>
      <dgm:spPr/>
    </dgm:pt>
    <dgm:pt modelId="{57555886-6EF4-BC4D-B418-D5A84094038B}" type="pres">
      <dgm:prSet presAssocID="{1C27D99E-D43D-E74C-9231-5BE39929997B}" presName="text4" presStyleLbl="fgAcc4" presStyleIdx="20" presStyleCnt="31">
        <dgm:presLayoutVars>
          <dgm:chPref val="3"/>
        </dgm:presLayoutVars>
      </dgm:prSet>
      <dgm:spPr/>
    </dgm:pt>
    <dgm:pt modelId="{2BD9A5F3-A3EE-D94C-AF48-B2A4F6527F56}" type="pres">
      <dgm:prSet presAssocID="{1C27D99E-D43D-E74C-9231-5BE39929997B}" presName="hierChild5" presStyleCnt="0"/>
      <dgm:spPr/>
    </dgm:pt>
    <dgm:pt modelId="{6FEC0318-86EE-BF4F-B69D-6AC6B37E2F23}" type="pres">
      <dgm:prSet presAssocID="{B6D95800-045E-AD4E-9925-DC0965DA974B}" presName="Name10" presStyleLbl="parChTrans1D2" presStyleIdx="3" presStyleCnt="4"/>
      <dgm:spPr/>
    </dgm:pt>
    <dgm:pt modelId="{4B22E058-B56D-CD42-8CC4-4D04BE4914FE}" type="pres">
      <dgm:prSet presAssocID="{D7AF14B8-9200-A84F-89E5-D166A807C0B5}" presName="hierRoot2" presStyleCnt="0"/>
      <dgm:spPr/>
    </dgm:pt>
    <dgm:pt modelId="{CD82C2E7-2F25-A244-B9C9-9F53196450F5}" type="pres">
      <dgm:prSet presAssocID="{D7AF14B8-9200-A84F-89E5-D166A807C0B5}" presName="composite2" presStyleCnt="0"/>
      <dgm:spPr/>
    </dgm:pt>
    <dgm:pt modelId="{94C76387-B2F0-A94D-AB4A-6B431CA76FF7}" type="pres">
      <dgm:prSet presAssocID="{D7AF14B8-9200-A84F-89E5-D166A807C0B5}" presName="background2" presStyleLbl="node2" presStyleIdx="3" presStyleCnt="4"/>
      <dgm:spPr/>
    </dgm:pt>
    <dgm:pt modelId="{C9CB6119-D7C9-BA45-B134-4F1B18CEBF44}" type="pres">
      <dgm:prSet presAssocID="{D7AF14B8-9200-A84F-89E5-D166A807C0B5}" presName="text2" presStyleLbl="fgAcc2" presStyleIdx="3" presStyleCnt="4">
        <dgm:presLayoutVars>
          <dgm:chPref val="3"/>
        </dgm:presLayoutVars>
      </dgm:prSet>
      <dgm:spPr/>
    </dgm:pt>
    <dgm:pt modelId="{8C07232E-6A27-3645-BDCA-CCC23E77226E}" type="pres">
      <dgm:prSet presAssocID="{D7AF14B8-9200-A84F-89E5-D166A807C0B5}" presName="hierChild3" presStyleCnt="0"/>
      <dgm:spPr/>
    </dgm:pt>
    <dgm:pt modelId="{962727CF-C77B-9648-AC67-14EFE6B1217D}" type="pres">
      <dgm:prSet presAssocID="{D96095D2-B88F-BE4C-85AE-EB9B39EC2406}" presName="Name17" presStyleLbl="parChTrans1D3" presStyleIdx="4" presStyleCnt="6"/>
      <dgm:spPr/>
    </dgm:pt>
    <dgm:pt modelId="{5CABC7CA-E108-BE47-A56F-1D27E0DD9F67}" type="pres">
      <dgm:prSet presAssocID="{CA8049C3-9B64-264B-A2C1-9F352052EF01}" presName="hierRoot3" presStyleCnt="0"/>
      <dgm:spPr/>
    </dgm:pt>
    <dgm:pt modelId="{10CD1CCB-DF22-2641-BEE0-87115E6D163D}" type="pres">
      <dgm:prSet presAssocID="{CA8049C3-9B64-264B-A2C1-9F352052EF01}" presName="composite3" presStyleCnt="0"/>
      <dgm:spPr/>
    </dgm:pt>
    <dgm:pt modelId="{62A0A8F4-64CD-0644-8FC1-965D5E4B54A2}" type="pres">
      <dgm:prSet presAssocID="{CA8049C3-9B64-264B-A2C1-9F352052EF01}" presName="background3" presStyleLbl="node3" presStyleIdx="4" presStyleCnt="6"/>
      <dgm:spPr/>
    </dgm:pt>
    <dgm:pt modelId="{5BFE775D-1278-2845-8AFA-F27567955484}" type="pres">
      <dgm:prSet presAssocID="{CA8049C3-9B64-264B-A2C1-9F352052EF01}" presName="text3" presStyleLbl="fgAcc3" presStyleIdx="4" presStyleCnt="6">
        <dgm:presLayoutVars>
          <dgm:chPref val="3"/>
        </dgm:presLayoutVars>
      </dgm:prSet>
      <dgm:spPr/>
    </dgm:pt>
    <dgm:pt modelId="{367BB20D-4072-AB4E-A76D-738D0527EDB7}" type="pres">
      <dgm:prSet presAssocID="{CA8049C3-9B64-264B-A2C1-9F352052EF01}" presName="hierChild4" presStyleCnt="0"/>
      <dgm:spPr/>
    </dgm:pt>
    <dgm:pt modelId="{5B2DA9AF-1669-4F48-807C-66E15148D4F4}" type="pres">
      <dgm:prSet presAssocID="{34AE8D34-A5D3-C84A-8DFA-9BE8C7CDEC79}" presName="Name23" presStyleLbl="parChTrans1D4" presStyleIdx="21" presStyleCnt="31"/>
      <dgm:spPr/>
    </dgm:pt>
    <dgm:pt modelId="{13B1EB35-387F-864F-9DBA-11AB6962B2D0}" type="pres">
      <dgm:prSet presAssocID="{0D3F90CE-8495-1E49-93D8-000CAF1FFDA0}" presName="hierRoot4" presStyleCnt="0"/>
      <dgm:spPr/>
    </dgm:pt>
    <dgm:pt modelId="{83DFA61E-DA4B-6B45-AFE9-CC1954C2EB00}" type="pres">
      <dgm:prSet presAssocID="{0D3F90CE-8495-1E49-93D8-000CAF1FFDA0}" presName="composite4" presStyleCnt="0"/>
      <dgm:spPr/>
    </dgm:pt>
    <dgm:pt modelId="{3C68C47C-A9BC-C041-A7C3-C81C1A93AF84}" type="pres">
      <dgm:prSet presAssocID="{0D3F90CE-8495-1E49-93D8-000CAF1FFDA0}" presName="background4" presStyleLbl="node4" presStyleIdx="21" presStyleCnt="31"/>
      <dgm:spPr/>
    </dgm:pt>
    <dgm:pt modelId="{3751471B-CC20-8547-9CE4-C46E11359996}" type="pres">
      <dgm:prSet presAssocID="{0D3F90CE-8495-1E49-93D8-000CAF1FFDA0}" presName="text4" presStyleLbl="fgAcc4" presStyleIdx="21" presStyleCnt="31">
        <dgm:presLayoutVars>
          <dgm:chPref val="3"/>
        </dgm:presLayoutVars>
      </dgm:prSet>
      <dgm:spPr/>
    </dgm:pt>
    <dgm:pt modelId="{C2FB1AEC-4FB9-2C48-9D3A-339648376FDA}" type="pres">
      <dgm:prSet presAssocID="{0D3F90CE-8495-1E49-93D8-000CAF1FFDA0}" presName="hierChild5" presStyleCnt="0"/>
      <dgm:spPr/>
    </dgm:pt>
    <dgm:pt modelId="{19A2C103-3431-924F-88E8-A30E3B693E05}" type="pres">
      <dgm:prSet presAssocID="{3F057F73-05A0-1342-A72C-5E1D316D01AB}" presName="Name23" presStyleLbl="parChTrans1D4" presStyleIdx="22" presStyleCnt="31"/>
      <dgm:spPr/>
    </dgm:pt>
    <dgm:pt modelId="{90A53AEB-4B64-B840-B3E1-D82A9B74EA91}" type="pres">
      <dgm:prSet presAssocID="{A70463C5-9B27-E842-AAF9-851E68DC1B4E}" presName="hierRoot4" presStyleCnt="0"/>
      <dgm:spPr/>
    </dgm:pt>
    <dgm:pt modelId="{46AB306A-0F8E-A240-8DD7-E22DABBA33E3}" type="pres">
      <dgm:prSet presAssocID="{A70463C5-9B27-E842-AAF9-851E68DC1B4E}" presName="composite4" presStyleCnt="0"/>
      <dgm:spPr/>
    </dgm:pt>
    <dgm:pt modelId="{C0985385-8083-5243-BEDC-71BED5DB2469}" type="pres">
      <dgm:prSet presAssocID="{A70463C5-9B27-E842-AAF9-851E68DC1B4E}" presName="background4" presStyleLbl="node4" presStyleIdx="22" presStyleCnt="31"/>
      <dgm:spPr/>
    </dgm:pt>
    <dgm:pt modelId="{5C646CFB-C423-0649-9CC9-8D41D3928549}" type="pres">
      <dgm:prSet presAssocID="{A70463C5-9B27-E842-AAF9-851E68DC1B4E}" presName="text4" presStyleLbl="fgAcc4" presStyleIdx="22" presStyleCnt="31">
        <dgm:presLayoutVars>
          <dgm:chPref val="3"/>
        </dgm:presLayoutVars>
      </dgm:prSet>
      <dgm:spPr/>
    </dgm:pt>
    <dgm:pt modelId="{3CCBF008-0DF2-0C4E-B6CD-7B238D35F5D2}" type="pres">
      <dgm:prSet presAssocID="{A70463C5-9B27-E842-AAF9-851E68DC1B4E}" presName="hierChild5" presStyleCnt="0"/>
      <dgm:spPr/>
    </dgm:pt>
    <dgm:pt modelId="{14041500-E136-3C4C-A387-E34B685202F7}" type="pres">
      <dgm:prSet presAssocID="{83AB2F40-3079-1845-9DD0-F3B04500FAFD}" presName="Name23" presStyleLbl="parChTrans1D4" presStyleIdx="23" presStyleCnt="31"/>
      <dgm:spPr/>
    </dgm:pt>
    <dgm:pt modelId="{B5E40F14-5D48-814E-BED4-8994C6C700A6}" type="pres">
      <dgm:prSet presAssocID="{947076D7-8D94-E940-ACE6-0FCA48AEFDF1}" presName="hierRoot4" presStyleCnt="0"/>
      <dgm:spPr/>
    </dgm:pt>
    <dgm:pt modelId="{AC87E0EB-C078-4641-ABD8-601912AEC1D0}" type="pres">
      <dgm:prSet presAssocID="{947076D7-8D94-E940-ACE6-0FCA48AEFDF1}" presName="composite4" presStyleCnt="0"/>
      <dgm:spPr/>
    </dgm:pt>
    <dgm:pt modelId="{7653B37A-5503-8747-BC41-D0D79854321B}" type="pres">
      <dgm:prSet presAssocID="{947076D7-8D94-E940-ACE6-0FCA48AEFDF1}" presName="background4" presStyleLbl="node4" presStyleIdx="23" presStyleCnt="31"/>
      <dgm:spPr/>
    </dgm:pt>
    <dgm:pt modelId="{6C1D51E3-AE05-8B41-8BE2-1707A404FA52}" type="pres">
      <dgm:prSet presAssocID="{947076D7-8D94-E940-ACE6-0FCA48AEFDF1}" presName="text4" presStyleLbl="fgAcc4" presStyleIdx="23" presStyleCnt="31">
        <dgm:presLayoutVars>
          <dgm:chPref val="3"/>
        </dgm:presLayoutVars>
      </dgm:prSet>
      <dgm:spPr/>
    </dgm:pt>
    <dgm:pt modelId="{FD5ED577-BB8C-1540-A535-2D193F9955E3}" type="pres">
      <dgm:prSet presAssocID="{947076D7-8D94-E940-ACE6-0FCA48AEFDF1}" presName="hierChild5" presStyleCnt="0"/>
      <dgm:spPr/>
    </dgm:pt>
    <dgm:pt modelId="{DC447E2B-8FF1-0D4C-A978-88F2E1AAB940}" type="pres">
      <dgm:prSet presAssocID="{D06F703F-80A9-D445-AC86-2625733140B7}" presName="Name23" presStyleLbl="parChTrans1D4" presStyleIdx="24" presStyleCnt="31"/>
      <dgm:spPr/>
    </dgm:pt>
    <dgm:pt modelId="{F398ED62-C69B-0140-A049-FA3A6247A293}" type="pres">
      <dgm:prSet presAssocID="{58FF8D6E-7E8E-D349-BA50-F44525D6D3A2}" presName="hierRoot4" presStyleCnt="0"/>
      <dgm:spPr/>
    </dgm:pt>
    <dgm:pt modelId="{C29EE3BE-9701-3541-BD59-4CFE8F79038A}" type="pres">
      <dgm:prSet presAssocID="{58FF8D6E-7E8E-D349-BA50-F44525D6D3A2}" presName="composite4" presStyleCnt="0"/>
      <dgm:spPr/>
    </dgm:pt>
    <dgm:pt modelId="{AB684357-D11A-484B-A4DC-B156DD2677CD}" type="pres">
      <dgm:prSet presAssocID="{58FF8D6E-7E8E-D349-BA50-F44525D6D3A2}" presName="background4" presStyleLbl="node4" presStyleIdx="24" presStyleCnt="31"/>
      <dgm:spPr/>
    </dgm:pt>
    <dgm:pt modelId="{C93DD578-C07C-224C-A90A-80FC79C896DD}" type="pres">
      <dgm:prSet presAssocID="{58FF8D6E-7E8E-D349-BA50-F44525D6D3A2}" presName="text4" presStyleLbl="fgAcc4" presStyleIdx="24" presStyleCnt="31">
        <dgm:presLayoutVars>
          <dgm:chPref val="3"/>
        </dgm:presLayoutVars>
      </dgm:prSet>
      <dgm:spPr/>
    </dgm:pt>
    <dgm:pt modelId="{143AAC0A-3F1A-FC46-877F-ABCF9C6A7C68}" type="pres">
      <dgm:prSet presAssocID="{58FF8D6E-7E8E-D349-BA50-F44525D6D3A2}" presName="hierChild5" presStyleCnt="0"/>
      <dgm:spPr/>
    </dgm:pt>
    <dgm:pt modelId="{A4958644-7C8F-CE43-BF62-C8749DBCDD41}" type="pres">
      <dgm:prSet presAssocID="{BBECAAEE-F28E-A04B-AD6D-C4BB42949081}" presName="Name23" presStyleLbl="parChTrans1D4" presStyleIdx="25" presStyleCnt="31"/>
      <dgm:spPr/>
    </dgm:pt>
    <dgm:pt modelId="{2B281E24-26C3-7945-AAC4-E10CD4DD18F5}" type="pres">
      <dgm:prSet presAssocID="{27DA13F0-F573-2143-8E5F-5BD6BC970F81}" presName="hierRoot4" presStyleCnt="0"/>
      <dgm:spPr/>
    </dgm:pt>
    <dgm:pt modelId="{EEF37FA1-CB4C-7644-942E-139B22F93EFB}" type="pres">
      <dgm:prSet presAssocID="{27DA13F0-F573-2143-8E5F-5BD6BC970F81}" presName="composite4" presStyleCnt="0"/>
      <dgm:spPr/>
    </dgm:pt>
    <dgm:pt modelId="{A7B5AA75-9105-E046-A7ED-DC862522B820}" type="pres">
      <dgm:prSet presAssocID="{27DA13F0-F573-2143-8E5F-5BD6BC970F81}" presName="background4" presStyleLbl="node4" presStyleIdx="25" presStyleCnt="31"/>
      <dgm:spPr/>
    </dgm:pt>
    <dgm:pt modelId="{3C9E6637-A6FC-7E47-B700-39925215437D}" type="pres">
      <dgm:prSet presAssocID="{27DA13F0-F573-2143-8E5F-5BD6BC970F81}" presName="text4" presStyleLbl="fgAcc4" presStyleIdx="25" presStyleCnt="31">
        <dgm:presLayoutVars>
          <dgm:chPref val="3"/>
        </dgm:presLayoutVars>
      </dgm:prSet>
      <dgm:spPr/>
    </dgm:pt>
    <dgm:pt modelId="{F01928FC-9EEA-BB4E-A115-D2C1EB387C98}" type="pres">
      <dgm:prSet presAssocID="{27DA13F0-F573-2143-8E5F-5BD6BC970F81}" presName="hierChild5" presStyleCnt="0"/>
      <dgm:spPr/>
    </dgm:pt>
    <dgm:pt modelId="{99361BCA-182F-8947-860D-5DF37B1134D6}" type="pres">
      <dgm:prSet presAssocID="{434F90E6-A826-304F-ACBC-29F5FC9BCE60}" presName="Name23" presStyleLbl="parChTrans1D4" presStyleIdx="26" presStyleCnt="31"/>
      <dgm:spPr/>
    </dgm:pt>
    <dgm:pt modelId="{98D9D59B-DE56-7C45-9186-DEB14B562009}" type="pres">
      <dgm:prSet presAssocID="{2E08E455-91C2-F048-8870-08C05062CE4E}" presName="hierRoot4" presStyleCnt="0"/>
      <dgm:spPr/>
    </dgm:pt>
    <dgm:pt modelId="{CDD77EF7-B43B-8048-8206-0EF79252C310}" type="pres">
      <dgm:prSet presAssocID="{2E08E455-91C2-F048-8870-08C05062CE4E}" presName="composite4" presStyleCnt="0"/>
      <dgm:spPr/>
    </dgm:pt>
    <dgm:pt modelId="{577210CD-C018-0A4E-B584-807336AAA528}" type="pres">
      <dgm:prSet presAssocID="{2E08E455-91C2-F048-8870-08C05062CE4E}" presName="background4" presStyleLbl="node4" presStyleIdx="26" presStyleCnt="31"/>
      <dgm:spPr/>
    </dgm:pt>
    <dgm:pt modelId="{E60C92AC-6CCB-7D4E-A4AE-1E096BD836F6}" type="pres">
      <dgm:prSet presAssocID="{2E08E455-91C2-F048-8870-08C05062CE4E}" presName="text4" presStyleLbl="fgAcc4" presStyleIdx="26" presStyleCnt="31">
        <dgm:presLayoutVars>
          <dgm:chPref val="3"/>
        </dgm:presLayoutVars>
      </dgm:prSet>
      <dgm:spPr/>
    </dgm:pt>
    <dgm:pt modelId="{0126E6E2-4EF9-AD48-8AB6-0E1C99D4A57E}" type="pres">
      <dgm:prSet presAssocID="{2E08E455-91C2-F048-8870-08C05062CE4E}" presName="hierChild5" presStyleCnt="0"/>
      <dgm:spPr/>
    </dgm:pt>
    <dgm:pt modelId="{4CD11435-30F9-5041-83F2-1CBE41B2D86F}" type="pres">
      <dgm:prSet presAssocID="{E4B2CCE5-0BDE-9449-AFCD-0A7D23CD71ED}" presName="Name17" presStyleLbl="parChTrans1D3" presStyleIdx="5" presStyleCnt="6"/>
      <dgm:spPr/>
    </dgm:pt>
    <dgm:pt modelId="{7F1EE9EA-8815-5744-A05A-A9D091C2F598}" type="pres">
      <dgm:prSet presAssocID="{DB314DC2-C7D5-234C-A482-1C42B02782D1}" presName="hierRoot3" presStyleCnt="0"/>
      <dgm:spPr/>
    </dgm:pt>
    <dgm:pt modelId="{DEB49B49-E91B-CE4A-AFF4-176A61176AB0}" type="pres">
      <dgm:prSet presAssocID="{DB314DC2-C7D5-234C-A482-1C42B02782D1}" presName="composite3" presStyleCnt="0"/>
      <dgm:spPr/>
    </dgm:pt>
    <dgm:pt modelId="{48ED2F1D-793A-8743-8EA8-7E73CEE7722D}" type="pres">
      <dgm:prSet presAssocID="{DB314DC2-C7D5-234C-A482-1C42B02782D1}" presName="background3" presStyleLbl="node3" presStyleIdx="5" presStyleCnt="6"/>
      <dgm:spPr/>
    </dgm:pt>
    <dgm:pt modelId="{3E1F25DD-DCB0-E74B-8C51-5F75D67BC77F}" type="pres">
      <dgm:prSet presAssocID="{DB314DC2-C7D5-234C-A482-1C42B02782D1}" presName="text3" presStyleLbl="fgAcc3" presStyleIdx="5" presStyleCnt="6">
        <dgm:presLayoutVars>
          <dgm:chPref val="3"/>
        </dgm:presLayoutVars>
      </dgm:prSet>
      <dgm:spPr/>
    </dgm:pt>
    <dgm:pt modelId="{F9673982-2275-934B-B926-EBA976AABAE2}" type="pres">
      <dgm:prSet presAssocID="{DB314DC2-C7D5-234C-A482-1C42B02782D1}" presName="hierChild4" presStyleCnt="0"/>
      <dgm:spPr/>
    </dgm:pt>
    <dgm:pt modelId="{16A00EDA-5B14-874A-A690-91AE8D982560}" type="pres">
      <dgm:prSet presAssocID="{9A4C55D3-ACE6-BE44-B52D-A9F3990DA354}" presName="Name23" presStyleLbl="parChTrans1D4" presStyleIdx="27" presStyleCnt="31"/>
      <dgm:spPr/>
    </dgm:pt>
    <dgm:pt modelId="{B94574FE-754B-AC4D-9A46-B3DE022A75FB}" type="pres">
      <dgm:prSet presAssocID="{1F36BB87-5C89-EF4D-A1EB-8CBEA12557F8}" presName="hierRoot4" presStyleCnt="0"/>
      <dgm:spPr/>
    </dgm:pt>
    <dgm:pt modelId="{E9DA9923-52C2-1B4C-8669-CE41EF237EE9}" type="pres">
      <dgm:prSet presAssocID="{1F36BB87-5C89-EF4D-A1EB-8CBEA12557F8}" presName="composite4" presStyleCnt="0"/>
      <dgm:spPr/>
    </dgm:pt>
    <dgm:pt modelId="{AABD11BB-3602-1E4E-AAED-25CD0EBEA847}" type="pres">
      <dgm:prSet presAssocID="{1F36BB87-5C89-EF4D-A1EB-8CBEA12557F8}" presName="background4" presStyleLbl="node4" presStyleIdx="27" presStyleCnt="31"/>
      <dgm:spPr/>
    </dgm:pt>
    <dgm:pt modelId="{7A8E5BD1-EBC1-BA48-BDB0-84964239A6E7}" type="pres">
      <dgm:prSet presAssocID="{1F36BB87-5C89-EF4D-A1EB-8CBEA12557F8}" presName="text4" presStyleLbl="fgAcc4" presStyleIdx="27" presStyleCnt="31">
        <dgm:presLayoutVars>
          <dgm:chPref val="3"/>
        </dgm:presLayoutVars>
      </dgm:prSet>
      <dgm:spPr/>
    </dgm:pt>
    <dgm:pt modelId="{0854C121-2D03-7646-AF27-C7E226179497}" type="pres">
      <dgm:prSet presAssocID="{1F36BB87-5C89-EF4D-A1EB-8CBEA12557F8}" presName="hierChild5" presStyleCnt="0"/>
      <dgm:spPr/>
    </dgm:pt>
    <dgm:pt modelId="{8613E3A6-CD94-DC43-B021-192BEC3FA1B3}" type="pres">
      <dgm:prSet presAssocID="{33E5AB99-D0E7-0E46-961F-A92786C4D7EA}" presName="Name23" presStyleLbl="parChTrans1D4" presStyleIdx="28" presStyleCnt="31"/>
      <dgm:spPr/>
    </dgm:pt>
    <dgm:pt modelId="{0D4EA949-BC91-FE40-AC3E-28090D4E4793}" type="pres">
      <dgm:prSet presAssocID="{0B09EB33-1510-434C-A717-869E755DA370}" presName="hierRoot4" presStyleCnt="0"/>
      <dgm:spPr/>
    </dgm:pt>
    <dgm:pt modelId="{F88F23B9-5E43-DE4F-935E-F25F895A041E}" type="pres">
      <dgm:prSet presAssocID="{0B09EB33-1510-434C-A717-869E755DA370}" presName="composite4" presStyleCnt="0"/>
      <dgm:spPr/>
    </dgm:pt>
    <dgm:pt modelId="{D0B126EE-0564-1449-AA77-0334A2C0BFDD}" type="pres">
      <dgm:prSet presAssocID="{0B09EB33-1510-434C-A717-869E755DA370}" presName="background4" presStyleLbl="node4" presStyleIdx="28" presStyleCnt="31"/>
      <dgm:spPr/>
    </dgm:pt>
    <dgm:pt modelId="{C5E2536F-2AD9-3948-90C4-3FF68FE17A78}" type="pres">
      <dgm:prSet presAssocID="{0B09EB33-1510-434C-A717-869E755DA370}" presName="text4" presStyleLbl="fgAcc4" presStyleIdx="28" presStyleCnt="31">
        <dgm:presLayoutVars>
          <dgm:chPref val="3"/>
        </dgm:presLayoutVars>
      </dgm:prSet>
      <dgm:spPr/>
    </dgm:pt>
    <dgm:pt modelId="{81D6777C-F5B4-6F4D-A884-8A277AEAE9A4}" type="pres">
      <dgm:prSet presAssocID="{0B09EB33-1510-434C-A717-869E755DA370}" presName="hierChild5" presStyleCnt="0"/>
      <dgm:spPr/>
    </dgm:pt>
    <dgm:pt modelId="{E6A976B1-22BB-154B-8E28-14111F0EAA57}" type="pres">
      <dgm:prSet presAssocID="{3AD7414A-662A-ED44-9686-6DC2731486D9}" presName="Name23" presStyleLbl="parChTrans1D4" presStyleIdx="29" presStyleCnt="31"/>
      <dgm:spPr/>
    </dgm:pt>
    <dgm:pt modelId="{208EB1FA-B95E-7F4A-96EF-69553F1529B0}" type="pres">
      <dgm:prSet presAssocID="{5698E580-0CC8-6C4E-88DD-A2A0A63FA90D}" presName="hierRoot4" presStyleCnt="0"/>
      <dgm:spPr/>
    </dgm:pt>
    <dgm:pt modelId="{6BF489AC-6A94-304B-868D-182C83473C43}" type="pres">
      <dgm:prSet presAssocID="{5698E580-0CC8-6C4E-88DD-A2A0A63FA90D}" presName="composite4" presStyleCnt="0"/>
      <dgm:spPr/>
    </dgm:pt>
    <dgm:pt modelId="{227AB222-FBE2-8247-9DA4-4E20B74C11BC}" type="pres">
      <dgm:prSet presAssocID="{5698E580-0CC8-6C4E-88DD-A2A0A63FA90D}" presName="background4" presStyleLbl="node4" presStyleIdx="29" presStyleCnt="31"/>
      <dgm:spPr/>
    </dgm:pt>
    <dgm:pt modelId="{7B4BBCEC-52C4-1E4D-B41B-AF023CF39B01}" type="pres">
      <dgm:prSet presAssocID="{5698E580-0CC8-6C4E-88DD-A2A0A63FA90D}" presName="text4" presStyleLbl="fgAcc4" presStyleIdx="29" presStyleCnt="31">
        <dgm:presLayoutVars>
          <dgm:chPref val="3"/>
        </dgm:presLayoutVars>
      </dgm:prSet>
      <dgm:spPr/>
    </dgm:pt>
    <dgm:pt modelId="{9E8B4392-CC3F-A44E-AD57-424239E90E14}" type="pres">
      <dgm:prSet presAssocID="{5698E580-0CC8-6C4E-88DD-A2A0A63FA90D}" presName="hierChild5" presStyleCnt="0"/>
      <dgm:spPr/>
    </dgm:pt>
    <dgm:pt modelId="{617C9F6E-E932-C14B-81AC-93F7334AE52F}" type="pres">
      <dgm:prSet presAssocID="{E47AF671-CAB9-F846-86F3-72640E55BD65}" presName="Name23" presStyleLbl="parChTrans1D4" presStyleIdx="30" presStyleCnt="31"/>
      <dgm:spPr/>
    </dgm:pt>
    <dgm:pt modelId="{7AA49F38-F399-4947-90DB-3E1809219BA0}" type="pres">
      <dgm:prSet presAssocID="{280FB671-773D-E649-9424-1EE657A3C8F5}" presName="hierRoot4" presStyleCnt="0"/>
      <dgm:spPr/>
    </dgm:pt>
    <dgm:pt modelId="{21EEDC5D-BD16-DF47-A16C-C6B15B8C16A8}" type="pres">
      <dgm:prSet presAssocID="{280FB671-773D-E649-9424-1EE657A3C8F5}" presName="composite4" presStyleCnt="0"/>
      <dgm:spPr/>
    </dgm:pt>
    <dgm:pt modelId="{31768B2E-B585-2B4F-80E7-A069F356466D}" type="pres">
      <dgm:prSet presAssocID="{280FB671-773D-E649-9424-1EE657A3C8F5}" presName="background4" presStyleLbl="node4" presStyleIdx="30" presStyleCnt="31"/>
      <dgm:spPr/>
    </dgm:pt>
    <dgm:pt modelId="{B0DA06BC-7C67-E743-B1BA-0E10C5631680}" type="pres">
      <dgm:prSet presAssocID="{280FB671-773D-E649-9424-1EE657A3C8F5}" presName="text4" presStyleLbl="fgAcc4" presStyleIdx="30" presStyleCnt="31">
        <dgm:presLayoutVars>
          <dgm:chPref val="3"/>
        </dgm:presLayoutVars>
      </dgm:prSet>
      <dgm:spPr/>
    </dgm:pt>
    <dgm:pt modelId="{4BA3B773-35C7-8A48-A0F4-C4EE44403C70}" type="pres">
      <dgm:prSet presAssocID="{280FB671-773D-E649-9424-1EE657A3C8F5}" presName="hierChild5" presStyleCnt="0"/>
      <dgm:spPr/>
    </dgm:pt>
  </dgm:ptLst>
  <dgm:cxnLst>
    <dgm:cxn modelId="{DA205701-D0F0-984E-A3F9-8EA551564DE6}" type="presOf" srcId="{434F90E6-A826-304F-ACBC-29F5FC9BCE60}" destId="{99361BCA-182F-8947-860D-5DF37B1134D6}" srcOrd="0" destOrd="0" presId="urn:microsoft.com/office/officeart/2005/8/layout/hierarchy1"/>
    <dgm:cxn modelId="{0ADA5204-6C7A-E44B-800D-5ED0D4F5A2A8}" type="presOf" srcId="{B558CF9A-BD5E-8840-BBFA-E4890C551915}" destId="{1649A313-60FB-DD44-A0A0-DF5324CFF6E3}" srcOrd="0" destOrd="0" presId="urn:microsoft.com/office/officeart/2005/8/layout/hierarchy1"/>
    <dgm:cxn modelId="{198E7C04-6AFF-0542-B5F1-C2CA285DA2A0}" type="presOf" srcId="{44011EF7-0FEF-1846-9C87-1E2887DEBC28}" destId="{2C5DB84E-8DD9-8748-A9CB-E8EEFC73BF55}" srcOrd="0" destOrd="0" presId="urn:microsoft.com/office/officeart/2005/8/layout/hierarchy1"/>
    <dgm:cxn modelId="{0C1C3306-E0CD-A946-8CEA-6ECC297AD27E}" type="presOf" srcId="{05F6243C-F761-E541-9CCD-A22EA670779D}" destId="{0E4ACB40-767A-6A45-984A-E33CE410A240}" srcOrd="0" destOrd="0" presId="urn:microsoft.com/office/officeart/2005/8/layout/hierarchy1"/>
    <dgm:cxn modelId="{A1B99606-5DE7-8D4C-973A-359A010E5604}" srcId="{DFB2DAA8-5F89-544C-97B3-230A4B8A8F5C}" destId="{296C25C2-2331-8546-9D90-3EEBD66458A7}" srcOrd="0" destOrd="0" parTransId="{1A8D8993-3D8A-5542-BAC6-5E1B81DC6E61}" sibTransId="{40D74C74-3A60-EE40-BC61-EF47F67A2135}"/>
    <dgm:cxn modelId="{AA963B0A-2E59-4C47-A3E5-A7D5BA2C1528}" type="presOf" srcId="{7C36901D-CBC3-3944-99D4-45BAA678DFB4}" destId="{38AB0AF3-F1FC-0840-B0A9-EC823A291295}" srcOrd="0" destOrd="0" presId="urn:microsoft.com/office/officeart/2005/8/layout/hierarchy1"/>
    <dgm:cxn modelId="{9C904B0F-E8B1-A44B-8883-FCFA865BFBCD}" type="presOf" srcId="{1FE6D869-FD3C-604E-9546-FD64E8F83AA1}" destId="{BD417063-DC73-334B-977D-B0DE692E41F4}" srcOrd="0" destOrd="0" presId="urn:microsoft.com/office/officeart/2005/8/layout/hierarchy1"/>
    <dgm:cxn modelId="{472CB90F-6DB7-214B-A136-88254BC6CA99}" type="presOf" srcId="{296C25C2-2331-8546-9D90-3EEBD66458A7}" destId="{9A3FCC32-EE7A-0047-8475-3A10C98A37DE}" srcOrd="0" destOrd="0" presId="urn:microsoft.com/office/officeart/2005/8/layout/hierarchy1"/>
    <dgm:cxn modelId="{9FBA3213-8D60-2845-B02C-660C389A2C9B}" type="presOf" srcId="{1F36BB87-5C89-EF4D-A1EB-8CBEA12557F8}" destId="{7A8E5BD1-EBC1-BA48-BDB0-84964239A6E7}" srcOrd="0" destOrd="0" presId="urn:microsoft.com/office/officeart/2005/8/layout/hierarchy1"/>
    <dgm:cxn modelId="{92C35715-D798-2E4C-A384-1FCDD8E9C00C}" type="presOf" srcId="{7BEE0A73-ECBA-D54E-8A7F-296E7E44BC1C}" destId="{076370A1-91F8-964C-A579-5821A132E374}" srcOrd="0" destOrd="0" presId="urn:microsoft.com/office/officeart/2005/8/layout/hierarchy1"/>
    <dgm:cxn modelId="{712A0F16-7B13-9547-B4AC-EC378A8F9EB9}" srcId="{9095D81D-8DE1-7B44-974F-E2F5A9ECEBB1}" destId="{F48E6414-AF53-1A4C-9362-E70D8DAEA1A2}" srcOrd="0" destOrd="0" parTransId="{4B944589-410A-3140-BEB5-A3CF50CB248C}" sibTransId="{E6BDE678-79E4-2F47-A4DA-B40FFE6BCD93}"/>
    <dgm:cxn modelId="{F3C39517-6761-E54F-AE4E-97A49A00B2F5}" type="presOf" srcId="{DE66093A-E41E-E645-BBBE-8C6756C50E07}" destId="{67B2E99E-4F0B-E048-AFC2-042CAEBAD673}" srcOrd="0" destOrd="0" presId="urn:microsoft.com/office/officeart/2005/8/layout/hierarchy1"/>
    <dgm:cxn modelId="{051EAB17-40B0-9B48-B247-967A9FADD59A}" type="presOf" srcId="{CA8049C3-9B64-264B-A2C1-9F352052EF01}" destId="{5BFE775D-1278-2845-8AFA-F27567955484}" srcOrd="0" destOrd="0" presId="urn:microsoft.com/office/officeart/2005/8/layout/hierarchy1"/>
    <dgm:cxn modelId="{EFFB2918-5134-DA47-90E4-6454A9836374}" type="presOf" srcId="{3CDE39C5-2A3A-174A-8EBC-00D8AEED7305}" destId="{B8FB63A8-5AB4-7845-92CF-DF8A3880729A}" srcOrd="0" destOrd="0" presId="urn:microsoft.com/office/officeart/2005/8/layout/hierarchy1"/>
    <dgm:cxn modelId="{822ED51D-D5AF-E14F-A988-567DB258170F}" srcId="{78FB3C89-B47A-2C41-A1AF-D1BB04D961D8}" destId="{175EDABD-9A41-294A-9614-62880358D77E}" srcOrd="0" destOrd="0" parTransId="{6FF83E4A-C61D-E641-8956-2D95E08614A6}" sibTransId="{9A823146-37F7-934F-B733-37CB997F4379}"/>
    <dgm:cxn modelId="{B9A37B1E-258C-064D-98AF-5675C52011A8}" type="presOf" srcId="{CAB7083A-D5DE-5643-A37A-CE2CEA19AE1C}" destId="{1A17589F-07A8-A242-8B96-3453D02099CD}" srcOrd="0" destOrd="0" presId="urn:microsoft.com/office/officeart/2005/8/layout/hierarchy1"/>
    <dgm:cxn modelId="{ECE41E21-AAE4-3F43-9B12-B793FB90028C}" type="presOf" srcId="{5FF5032A-9599-554E-BB1D-14FC3B5B30B9}" destId="{E2E8D02E-F251-5646-A9FA-8155998CD46C}" srcOrd="0" destOrd="0" presId="urn:microsoft.com/office/officeart/2005/8/layout/hierarchy1"/>
    <dgm:cxn modelId="{65A04023-4DDA-4C44-AF83-C8A0D723347A}" type="presOf" srcId="{5698E580-0CC8-6C4E-88DD-A2A0A63FA90D}" destId="{7B4BBCEC-52C4-1E4D-B41B-AF023CF39B01}" srcOrd="0" destOrd="0" presId="urn:microsoft.com/office/officeart/2005/8/layout/hierarchy1"/>
    <dgm:cxn modelId="{52088E25-797E-D640-9FD0-2F00A7A70EE2}" type="presOf" srcId="{0B09EB33-1510-434C-A717-869E755DA370}" destId="{C5E2536F-2AD9-3948-90C4-3FF68FE17A78}" srcOrd="0" destOrd="0" presId="urn:microsoft.com/office/officeart/2005/8/layout/hierarchy1"/>
    <dgm:cxn modelId="{1FA59B26-FEE8-AA46-81CD-4316D3C5EA7C}" type="presOf" srcId="{41A18EAA-8889-E549-B3E8-6CD3FF6DB411}" destId="{A7C73703-DB18-384F-864C-88965189D107}" srcOrd="0" destOrd="0" presId="urn:microsoft.com/office/officeart/2005/8/layout/hierarchy1"/>
    <dgm:cxn modelId="{D28DEA2A-A753-4E41-8AE1-02D94E327DE7}" srcId="{947076D7-8D94-E940-ACE6-0FCA48AEFDF1}" destId="{58FF8D6E-7E8E-D349-BA50-F44525D6D3A2}" srcOrd="0" destOrd="0" parTransId="{D06F703F-80A9-D445-AC86-2625733140B7}" sibTransId="{C8DB6A8D-CC85-634F-B378-18EA684A477E}"/>
    <dgm:cxn modelId="{DA1F272C-A959-7043-86B6-C7388B60EFD0}" type="presOf" srcId="{032C8A5E-4CF9-D64B-96A6-BF69FA1D486A}" destId="{822D93FC-81D7-9D42-B4A0-F7AD165D5118}" srcOrd="0" destOrd="0" presId="urn:microsoft.com/office/officeart/2005/8/layout/hierarchy1"/>
    <dgm:cxn modelId="{4E2BED2D-7CCE-594E-B24C-4B3B6F6039AD}" srcId="{AB6E590E-7CA8-854F-8F02-8721148E3C48}" destId="{F4B2ABF8-E963-D640-82A7-B9111FD140BC}" srcOrd="0" destOrd="0" parTransId="{89382A68-D9CF-2A44-92DA-48471B873C90}" sibTransId="{0EF0F49D-10E4-514B-B5A9-A6BA89433660}"/>
    <dgm:cxn modelId="{8F461A32-9286-9942-BBEA-268C2684C370}" type="presOf" srcId="{9A4C55D3-ACE6-BE44-B52D-A9F3990DA354}" destId="{16A00EDA-5B14-874A-A690-91AE8D982560}" srcOrd="0" destOrd="0" presId="urn:microsoft.com/office/officeart/2005/8/layout/hierarchy1"/>
    <dgm:cxn modelId="{30534D34-B370-2149-A838-6D57248149A5}" type="presOf" srcId="{D96095D2-B88F-BE4C-85AE-EB9B39EC2406}" destId="{962727CF-C77B-9648-AC67-14EFE6B1217D}" srcOrd="0" destOrd="0" presId="urn:microsoft.com/office/officeart/2005/8/layout/hierarchy1"/>
    <dgm:cxn modelId="{78193335-F6E2-AD48-90B5-0D4187ABE815}" srcId="{F48E6414-AF53-1A4C-9362-E70D8DAEA1A2}" destId="{DFB2DAA8-5F89-544C-97B3-230A4B8A8F5C}" srcOrd="0" destOrd="0" parTransId="{A127FEA0-553D-7D42-8489-FEB8A980AD3F}" sibTransId="{F0FF9570-A353-BD4F-885B-0E4A8A4382F1}"/>
    <dgm:cxn modelId="{7C860C38-D6BC-3B4F-ACC3-20D5686686BE}" type="presOf" srcId="{2E2CEE83-2FD9-2F45-9FA0-612F69C1CB6D}" destId="{005A2B61-3E24-574F-9A69-95F619423861}" srcOrd="0" destOrd="0" presId="urn:microsoft.com/office/officeart/2005/8/layout/hierarchy1"/>
    <dgm:cxn modelId="{8DCF6B38-5355-704F-94E3-B203F26BED05}" srcId="{DB314DC2-C7D5-234C-A482-1C42B02782D1}" destId="{1F36BB87-5C89-EF4D-A1EB-8CBEA12557F8}" srcOrd="0" destOrd="0" parTransId="{9A4C55D3-ACE6-BE44-B52D-A9F3990DA354}" sibTransId="{58C695AF-D59B-5648-BCAE-613D3F74A77E}"/>
    <dgm:cxn modelId="{174B3239-0069-804E-A307-4B71C4F5F0D7}" srcId="{CAB7083A-D5DE-5643-A37A-CE2CEA19AE1C}" destId="{B558CF9A-BD5E-8840-BBFA-E4890C551915}" srcOrd="0" destOrd="0" parTransId="{93CDFD8D-9BB5-FD4C-BC1B-15F8FF737534}" sibTransId="{1EF22A2B-3C8F-074D-A51A-03245250803C}"/>
    <dgm:cxn modelId="{9B1FC43B-0A4B-674F-B407-30EA24CB0BBD}" type="presOf" srcId="{33E5AB99-D0E7-0E46-961F-A92786C4D7EA}" destId="{8613E3A6-CD94-DC43-B021-192BEC3FA1B3}" srcOrd="0" destOrd="0" presId="urn:microsoft.com/office/officeart/2005/8/layout/hierarchy1"/>
    <dgm:cxn modelId="{9114383E-8915-584E-B79F-68E25D3BF9A7}" type="presOf" srcId="{1C27D99E-D43D-E74C-9231-5BE39929997B}" destId="{57555886-6EF4-BC4D-B418-D5A84094038B}" srcOrd="0" destOrd="0" presId="urn:microsoft.com/office/officeart/2005/8/layout/hierarchy1"/>
    <dgm:cxn modelId="{E61A493E-29C8-FE48-9AB0-A393E449C656}" srcId="{A70463C5-9B27-E842-AAF9-851E68DC1B4E}" destId="{947076D7-8D94-E940-ACE6-0FCA48AEFDF1}" srcOrd="0" destOrd="0" parTransId="{83AB2F40-3079-1845-9DD0-F3B04500FAFD}" sibTransId="{2FDD9098-A728-544D-92F2-221175AF7B7C}"/>
    <dgm:cxn modelId="{15CF7B3E-BBC5-334C-90A6-4B3A063CB030}" type="presOf" srcId="{E4B2CCE5-0BDE-9449-AFCD-0A7D23CD71ED}" destId="{4CD11435-30F9-5041-83F2-1CBE41B2D86F}" srcOrd="0" destOrd="0" presId="urn:microsoft.com/office/officeart/2005/8/layout/hierarchy1"/>
    <dgm:cxn modelId="{50530E41-00A3-6A4C-BF8A-DAB034A05C58}" srcId="{032C8A5E-4CF9-D64B-96A6-BF69FA1D486A}" destId="{3C16A87F-0143-C546-80D0-F458148912FD}" srcOrd="0" destOrd="0" parTransId="{3535C1BC-0C5B-EA45-A1A3-F1155A46973B}" sibTransId="{602A6B32-74CC-2F45-A8C5-243D884DCE6A}"/>
    <dgm:cxn modelId="{9A9ABD44-9B9D-FD44-8549-3650B2EDD3BA}" type="presOf" srcId="{18751532-5E9F-C54F-BA16-9FECBC782198}" destId="{80A30608-4436-5D4D-A864-288C39E3B2D2}" srcOrd="0" destOrd="0" presId="urn:microsoft.com/office/officeart/2005/8/layout/hierarchy1"/>
    <dgm:cxn modelId="{305EB245-CDC7-DF47-B6BB-63ECA90A4BFA}" type="presOf" srcId="{9095D81D-8DE1-7B44-974F-E2F5A9ECEBB1}" destId="{3A822A90-2D9E-2842-AAC1-047D920B7CD2}" srcOrd="0" destOrd="0" presId="urn:microsoft.com/office/officeart/2005/8/layout/hierarchy1"/>
    <dgm:cxn modelId="{7B05B047-E648-0145-B9AD-0E64CF8D81A0}" type="presOf" srcId="{2E15342F-073A-EF45-8808-B06C9AEFE883}" destId="{F355FD19-5703-B74F-B28B-C643533E6B8C}" srcOrd="0" destOrd="0" presId="urn:microsoft.com/office/officeart/2005/8/layout/hierarchy1"/>
    <dgm:cxn modelId="{9D6A6248-01BE-FB48-9E6B-4CFAF2076D14}" type="presOf" srcId="{B6D95800-045E-AD4E-9925-DC0965DA974B}" destId="{6FEC0318-86EE-BF4F-B69D-6AC6B37E2F23}" srcOrd="0" destOrd="0" presId="urn:microsoft.com/office/officeart/2005/8/layout/hierarchy1"/>
    <dgm:cxn modelId="{E812B748-C999-5D4D-A723-7680BE0EFF4F}" type="presOf" srcId="{DCBBFEB3-E900-C646-9B3D-CBA35AEFD9AE}" destId="{7C2EFDEC-1DD3-B64C-B321-A96F44F6E147}" srcOrd="0" destOrd="0" presId="urn:microsoft.com/office/officeart/2005/8/layout/hierarchy1"/>
    <dgm:cxn modelId="{59EBC14A-9477-3044-BBFF-C32042614AEA}" type="presOf" srcId="{AB6E590E-7CA8-854F-8F02-8721148E3C48}" destId="{EE0ACD88-5151-9246-9206-61AFFD397545}" srcOrd="0" destOrd="0" presId="urn:microsoft.com/office/officeart/2005/8/layout/hierarchy1"/>
    <dgm:cxn modelId="{FA37EA4A-530E-244C-B863-CF08EB40C090}" type="presOf" srcId="{882B9B0D-7C95-5C48-8B4E-4547887163C1}" destId="{6E0E4A02-84FE-F641-9BFD-9122ED410D7D}" srcOrd="0" destOrd="0" presId="urn:microsoft.com/office/officeart/2005/8/layout/hierarchy1"/>
    <dgm:cxn modelId="{E1AB004E-480B-C445-B259-4CF79B26FAF4}" srcId="{3C16A87F-0143-C546-80D0-F458148912FD}" destId="{DD544FD4-C748-7E40-BAAD-5EE539AC0E0E}" srcOrd="0" destOrd="0" parTransId="{2E15342F-073A-EF45-8808-B06C9AEFE883}" sibTransId="{D9A0FC68-C08E-6F43-8A80-CF748176DEA9}"/>
    <dgm:cxn modelId="{36A91950-711E-9B47-B63C-7A491F9FA47E}" type="presOf" srcId="{A70463C5-9B27-E842-AAF9-851E68DC1B4E}" destId="{5C646CFB-C423-0649-9CC9-8D41D3928549}" srcOrd="0" destOrd="0" presId="urn:microsoft.com/office/officeart/2005/8/layout/hierarchy1"/>
    <dgm:cxn modelId="{121D9C51-503B-2943-8A65-1558E1062823}" srcId="{5698E580-0CC8-6C4E-88DD-A2A0A63FA90D}" destId="{280FB671-773D-E649-9424-1EE657A3C8F5}" srcOrd="0" destOrd="0" parTransId="{E47AF671-CAB9-F846-86F3-72640E55BD65}" sibTransId="{A1A0828D-87FD-624A-8A55-787D02EA7F47}"/>
    <dgm:cxn modelId="{2B414754-FBBA-714C-9337-8501841861A6}" type="presOf" srcId="{175EDABD-9A41-294A-9614-62880358D77E}" destId="{36065A34-1C40-214C-A9B6-AFD04ECF2CEF}" srcOrd="0" destOrd="0" presId="urn:microsoft.com/office/officeart/2005/8/layout/hierarchy1"/>
    <dgm:cxn modelId="{14585D59-7018-3C4B-945D-AC2C3FDA33AC}" srcId="{7BEE0A73-ECBA-D54E-8A7F-296E7E44BC1C}" destId="{882B9B0D-7C95-5C48-8B4E-4547887163C1}" srcOrd="0" destOrd="0" parTransId="{F2F7C056-26B6-5544-8C2F-A1CDFCB281DB}" sibTransId="{DF8F6AFD-2E5C-6F4F-88CB-4FA12057BFDA}"/>
    <dgm:cxn modelId="{11C49562-6777-004E-B6FE-CD256BF00C16}" type="presOf" srcId="{646A01A0-A235-8E42-85B1-322A859FEACC}" destId="{28C33F85-F983-354F-996E-F8971B419192}" srcOrd="0" destOrd="0" presId="urn:microsoft.com/office/officeart/2005/8/layout/hierarchy1"/>
    <dgm:cxn modelId="{2D4C9863-2702-7841-B6BE-4405D41A7585}" srcId="{58FF8D6E-7E8E-D349-BA50-F44525D6D3A2}" destId="{27DA13F0-F573-2143-8E5F-5BD6BC970F81}" srcOrd="0" destOrd="0" parTransId="{BBECAAEE-F28E-A04B-AD6D-C4BB42949081}" sibTransId="{80FD5627-D6CC-9F45-9BA8-7E5DA53D21E7}"/>
    <dgm:cxn modelId="{4E61B864-65EF-294E-A8E9-7247B0596C68}" type="presOf" srcId="{6AB695FD-9AC0-2A4B-A2F5-5FB8C07E6540}" destId="{C3D6E933-9700-D845-BBE7-1D9AE743EBA5}" srcOrd="0" destOrd="0" presId="urn:microsoft.com/office/officeart/2005/8/layout/hierarchy1"/>
    <dgm:cxn modelId="{AE606A69-8651-4B4A-A6AD-331DAFB0D5F2}" type="presOf" srcId="{4274C98D-8801-A54E-A791-505030BE61CA}" destId="{9D472E96-40CE-204E-99F9-3568DCF9D7C4}" srcOrd="0" destOrd="0" presId="urn:microsoft.com/office/officeart/2005/8/layout/hierarchy1"/>
    <dgm:cxn modelId="{1CCC946A-D5EA-FC48-AC58-F3D59EADEE87}" type="presOf" srcId="{8C208B71-395F-1A46-9DA9-C67753565497}" destId="{C106F3C5-10E0-3249-B040-E544B47E858F}" srcOrd="0" destOrd="0" presId="urn:microsoft.com/office/officeart/2005/8/layout/hierarchy1"/>
    <dgm:cxn modelId="{F08DCF6A-8131-104F-A3F2-C1598AECB79B}" type="presOf" srcId="{F4B2ABF8-E963-D640-82A7-B9111FD140BC}" destId="{7F47DE85-E7E2-6046-9C80-60E09BBBC205}" srcOrd="0" destOrd="0" presId="urn:microsoft.com/office/officeart/2005/8/layout/hierarchy1"/>
    <dgm:cxn modelId="{2B10576C-8A14-954F-AD2B-254CECA35C5C}" type="presOf" srcId="{11D3BB9C-E46B-AC40-9232-33DF44A10A5A}" destId="{EB623CB8-169B-3E4B-A29A-D78CE9448BEB}" srcOrd="0" destOrd="0" presId="urn:microsoft.com/office/officeart/2005/8/layout/hierarchy1"/>
    <dgm:cxn modelId="{BD65BD6D-A67C-3643-B52C-33698B059D35}" type="presOf" srcId="{1A8D8993-3D8A-5542-BAC6-5E1B81DC6E61}" destId="{EC2BC668-B59D-0E4C-951C-1AE922B3B9F8}" srcOrd="0" destOrd="0" presId="urn:microsoft.com/office/officeart/2005/8/layout/hierarchy1"/>
    <dgm:cxn modelId="{4F6E8A70-FD1B-B844-858A-7C5C1CD50EDC}" type="presOf" srcId="{B5A6EE1E-0248-B443-A462-CCEE659BD411}" destId="{92DB63DD-A2E2-FB4B-8783-4ADFA7A53A68}" srcOrd="0" destOrd="0" presId="urn:microsoft.com/office/officeart/2005/8/layout/hierarchy1"/>
    <dgm:cxn modelId="{1AB1AE72-0DE3-EF41-AD06-1A34D5711660}" type="presOf" srcId="{280FB671-773D-E649-9424-1EE657A3C8F5}" destId="{B0DA06BC-7C67-E743-B1BA-0E10C5631680}" srcOrd="0" destOrd="0" presId="urn:microsoft.com/office/officeart/2005/8/layout/hierarchy1"/>
    <dgm:cxn modelId="{B0D23474-85AD-794D-92C2-AE060B3DA762}" type="presOf" srcId="{DB314DC2-C7D5-234C-A482-1C42B02782D1}" destId="{3E1F25DD-DCB0-E74B-8C51-5F75D67BC77F}" srcOrd="0" destOrd="0" presId="urn:microsoft.com/office/officeart/2005/8/layout/hierarchy1"/>
    <dgm:cxn modelId="{F0B48B75-83C5-D44B-B8DB-D088862499F0}" srcId="{0D3F90CE-8495-1E49-93D8-000CAF1FFDA0}" destId="{A70463C5-9B27-E842-AAF9-851E68DC1B4E}" srcOrd="0" destOrd="0" parTransId="{3F057F73-05A0-1342-A72C-5E1D316D01AB}" sibTransId="{BB218243-3AA3-0C41-8CCE-D014D70D0235}"/>
    <dgm:cxn modelId="{B9BB1879-8907-084D-80AD-D8ABB670098D}" srcId="{4B334412-BF21-C247-B74F-5E7CCB8BABAA}" destId="{11D3BB9C-E46B-AC40-9232-33DF44A10A5A}" srcOrd="0" destOrd="0" parTransId="{41A18EAA-8889-E549-B3E8-6CD3FF6DB411}" sibTransId="{C1F019D5-6B18-E44F-9B27-147D99855DEA}"/>
    <dgm:cxn modelId="{60F94A79-4841-3843-9CD2-9A0C81D5D1EE}" srcId="{DD544FD4-C748-7E40-BAAD-5EE539AC0E0E}" destId="{AB6E590E-7CA8-854F-8F02-8721148E3C48}" srcOrd="1" destOrd="0" parTransId="{225FDA2B-E7AB-0F42-A52C-5E7B728245DE}" sibTransId="{A0479B1C-F349-BB45-B4E6-4A9081CC5E1E}"/>
    <dgm:cxn modelId="{30AB5A79-D71D-744A-A88F-338086A536F0}" srcId="{7C36901D-CBC3-3944-99D4-45BAA678DFB4}" destId="{7BEE0A73-ECBA-D54E-8A7F-296E7E44BC1C}" srcOrd="0" destOrd="0" parTransId="{A8E8681B-54BA-DD42-B8C8-677DA1D3C0BD}" sibTransId="{89A93BDF-0AA1-8C46-A878-CD6C8600B764}"/>
    <dgm:cxn modelId="{40567A79-A79A-CA44-938B-7314350B625A}" type="presOf" srcId="{2E08E455-91C2-F048-8870-08C05062CE4E}" destId="{E60C92AC-6CCB-7D4E-A4AE-1E096BD836F6}" srcOrd="0" destOrd="0" presId="urn:microsoft.com/office/officeart/2005/8/layout/hierarchy1"/>
    <dgm:cxn modelId="{A808187C-FC9A-5449-96C3-CBAD792A7578}" type="presOf" srcId="{F2F7C056-26B6-5544-8C2F-A1CDFCB281DB}" destId="{4076A4FD-C072-F347-ABC7-15F013732CBF}" srcOrd="0" destOrd="0" presId="urn:microsoft.com/office/officeart/2005/8/layout/hierarchy1"/>
    <dgm:cxn modelId="{156B247C-461C-134E-B738-A4F0FACAD25A}" type="presOf" srcId="{27DA13F0-F573-2143-8E5F-5BD6BC970F81}" destId="{3C9E6637-A6FC-7E47-B700-39925215437D}" srcOrd="0" destOrd="0" presId="urn:microsoft.com/office/officeart/2005/8/layout/hierarchy1"/>
    <dgm:cxn modelId="{8FA1877F-A3A5-1247-AB28-6EB413DAC76F}" srcId="{5FF5032A-9599-554E-BB1D-14FC3B5B30B9}" destId="{78FB3C89-B47A-2C41-A1AF-D1BB04D961D8}" srcOrd="0" destOrd="0" parTransId="{4274C98D-8801-A54E-A791-505030BE61CA}" sibTransId="{537F8231-BF5C-B142-9EAC-C23E263BC2D1}"/>
    <dgm:cxn modelId="{EBBC3380-1062-DE4F-8C3F-34CA5D51B754}" srcId="{3C16A87F-0143-C546-80D0-F458148912FD}" destId="{D7AF14B8-9200-A84F-89E5-D166A807C0B5}" srcOrd="3" destOrd="0" parTransId="{B6D95800-045E-AD4E-9925-DC0965DA974B}" sibTransId="{68834CF8-9B5D-F24A-A510-EA48ACB4E9F7}"/>
    <dgm:cxn modelId="{8732A881-B9D2-5E45-A9E1-0A1223FC2E70}" srcId="{3C16A87F-0143-C546-80D0-F458148912FD}" destId="{DCBBFEB3-E900-C646-9B3D-CBA35AEFD9AE}" srcOrd="1" destOrd="0" parTransId="{DE66093A-E41E-E645-BBBE-8C6756C50E07}" sibTransId="{A5C08B03-8555-9C47-9A76-2DED8DA98DA7}"/>
    <dgm:cxn modelId="{A8B66684-757C-3A43-9D2C-113726C243D4}" type="presOf" srcId="{F48E6414-AF53-1A4C-9362-E70D8DAEA1A2}" destId="{FC7881DC-B1AD-BE47-B628-0671BC92D193}" srcOrd="0" destOrd="0" presId="urn:microsoft.com/office/officeart/2005/8/layout/hierarchy1"/>
    <dgm:cxn modelId="{6C67EE86-C9BD-E647-848A-A618EC6FDDF1}" type="presOf" srcId="{6FF83E4A-C61D-E641-8956-2D95E08614A6}" destId="{541BF21E-69C5-7D48-8E86-75ECA1EEBE48}" srcOrd="0" destOrd="0" presId="urn:microsoft.com/office/officeart/2005/8/layout/hierarchy1"/>
    <dgm:cxn modelId="{547E4587-1887-634F-9641-2DE742F513D9}" srcId="{18751532-5E9F-C54F-BA16-9FECBC782198}" destId="{B6CFB015-54D6-0842-979B-D51A7F685BC4}" srcOrd="0" destOrd="0" parTransId="{B06EDA80-F0DF-B646-A76D-208629672153}" sibTransId="{1318469D-7C2A-9340-8720-429F885AAAF1}"/>
    <dgm:cxn modelId="{1D89E28B-2D71-374F-B68C-01F1DFB10C65}" srcId="{CA8049C3-9B64-264B-A2C1-9F352052EF01}" destId="{0D3F90CE-8495-1E49-93D8-000CAF1FFDA0}" srcOrd="0" destOrd="0" parTransId="{34AE8D34-A5D3-C84A-8DFA-9BE8C7CDEC79}" sibTransId="{FE0CFBE1-D96E-1841-8CEC-797DBCE702C3}"/>
    <dgm:cxn modelId="{037DA58C-71AA-E24E-B81E-59DADA45FCBA}" type="presOf" srcId="{3A8B20E5-2A6E-E741-9A03-D813BFB48D7B}" destId="{9028AE5A-B1B9-544B-9E59-CAD3425BA1F3}" srcOrd="0" destOrd="0" presId="urn:microsoft.com/office/officeart/2005/8/layout/hierarchy1"/>
    <dgm:cxn modelId="{2C9D6D8D-4329-074E-B7A4-A478E4112FF1}" srcId="{3C16A87F-0143-C546-80D0-F458148912FD}" destId="{7C36901D-CBC3-3944-99D4-45BAA678DFB4}" srcOrd="2" destOrd="0" parTransId="{805D1118-A815-C44D-A096-56E51EF4D2FD}" sibTransId="{D22B338B-2A02-1D48-9D9A-5E1FBDDCB48C}"/>
    <dgm:cxn modelId="{C985E58D-B095-4648-B9E5-1367389A2E59}" type="presOf" srcId="{DD544FD4-C748-7E40-BAAD-5EE539AC0E0E}" destId="{3F295882-178B-9449-998B-2A17111D771C}" srcOrd="0" destOrd="0" presId="urn:microsoft.com/office/officeart/2005/8/layout/hierarchy1"/>
    <dgm:cxn modelId="{132E3B8F-D3E2-EC41-923E-425D95F7A514}" srcId="{D7AF14B8-9200-A84F-89E5-D166A807C0B5}" destId="{CA8049C3-9B64-264B-A2C1-9F352052EF01}" srcOrd="0" destOrd="0" parTransId="{D96095D2-B88F-BE4C-85AE-EB9B39EC2406}" sibTransId="{D6A10CE8-1905-8249-A291-E7D2C89A9CF4}"/>
    <dgm:cxn modelId="{4A148A8F-537F-5447-A3BA-CC9FD8980D6A}" type="presOf" srcId="{89382A68-D9CF-2A44-92DA-48471B873C90}" destId="{7823E61A-D461-B942-9A60-0D46E242C5B1}" srcOrd="0" destOrd="0" presId="urn:microsoft.com/office/officeart/2005/8/layout/hierarchy1"/>
    <dgm:cxn modelId="{C7DACD8F-AA11-EB43-8686-7FB0F65DD427}" srcId="{8C208B71-395F-1A46-9DA9-C67753565497}" destId="{4B334412-BF21-C247-B74F-5E7CCB8BABAA}" srcOrd="0" destOrd="0" parTransId="{3CDE39C5-2A3A-174A-8EBC-00D8AEED7305}" sibTransId="{392F6AA9-A590-AD4B-9239-8BA51CA5C6DF}"/>
    <dgm:cxn modelId="{15485090-F299-304D-BA5C-5A3A552F3E43}" type="presOf" srcId="{718C84D5-C8E1-C843-A5AC-F518F88CAD9A}" destId="{C6DF6BFC-26DA-BB4D-88E6-124549383820}" srcOrd="0" destOrd="0" presId="urn:microsoft.com/office/officeart/2005/8/layout/hierarchy1"/>
    <dgm:cxn modelId="{46B0AE90-31D0-0249-A1B2-BA17860A8D4F}" srcId="{27DA13F0-F573-2143-8E5F-5BD6BC970F81}" destId="{2E08E455-91C2-F048-8870-08C05062CE4E}" srcOrd="0" destOrd="0" parTransId="{434F90E6-A826-304F-ACBC-29F5FC9BCE60}" sibTransId="{2E1DB55A-52EF-6C4C-AF55-6596D28AF31B}"/>
    <dgm:cxn modelId="{1248B190-1282-2548-B878-50F92ED5862F}" type="presOf" srcId="{225FDA2B-E7AB-0F42-A52C-5E7B728245DE}" destId="{63168A2C-6D2F-D94C-B6D9-E005AA519A53}" srcOrd="0" destOrd="0" presId="urn:microsoft.com/office/officeart/2005/8/layout/hierarchy1"/>
    <dgm:cxn modelId="{DCDC7391-8571-6B45-B782-10D5D0102F63}" srcId="{DD544FD4-C748-7E40-BAAD-5EE539AC0E0E}" destId="{9095D81D-8DE1-7B44-974F-E2F5A9ECEBB1}" srcOrd="0" destOrd="0" parTransId="{04654FBB-FDC5-F84C-B8C8-E1E14FE1C2BA}" sibTransId="{AB307B06-6C04-304E-9A58-3714243ADE95}"/>
    <dgm:cxn modelId="{C0F0E692-A409-9D4A-93CA-CB292A95C59E}" srcId="{718C84D5-C8E1-C843-A5AC-F518F88CAD9A}" destId="{8C208B71-395F-1A46-9DA9-C67753565497}" srcOrd="0" destOrd="0" parTransId="{05F6243C-F761-E541-9CCD-A22EA670779D}" sibTransId="{5BD01ACD-21DA-BF46-A9D0-8EA6B77B2CA4}"/>
    <dgm:cxn modelId="{13995293-D249-8049-95A6-B7E2851DC81C}" type="presOf" srcId="{04654FBB-FDC5-F84C-B8C8-E1E14FE1C2BA}" destId="{44C5E056-7FCE-134A-AD56-4EB1DD7FDECC}" srcOrd="0" destOrd="0" presId="urn:microsoft.com/office/officeart/2005/8/layout/hierarchy1"/>
    <dgm:cxn modelId="{6DC6C494-9736-9F4B-8AF5-BEF1BA27DA20}" type="presOf" srcId="{ABBA09EE-9DA9-B14B-A1B1-7BF2342F02BA}" destId="{A00920F7-D5B3-AD41-A922-C8751868338D}" srcOrd="0" destOrd="0" presId="urn:microsoft.com/office/officeart/2005/8/layout/hierarchy1"/>
    <dgm:cxn modelId="{6E4B5C95-BEF7-DB49-B22B-2BEFDE2E9A05}" type="presOf" srcId="{DFB2DAA8-5F89-544C-97B3-230A4B8A8F5C}" destId="{2461EBCB-F8BD-C840-A3B7-29B13788EC93}" srcOrd="0" destOrd="0" presId="urn:microsoft.com/office/officeart/2005/8/layout/hierarchy1"/>
    <dgm:cxn modelId="{53DC0F9C-699F-3944-B940-CEAEF3B15E42}" type="presOf" srcId="{3F057F73-05A0-1342-A72C-5E1D316D01AB}" destId="{19A2C103-3431-924F-88E8-A30E3B693E05}" srcOrd="0" destOrd="0" presId="urn:microsoft.com/office/officeart/2005/8/layout/hierarchy1"/>
    <dgm:cxn modelId="{2687DB9C-F4D1-2F42-8753-27880EFCD0B5}" type="presOf" srcId="{3282DAC2-E4D5-5943-B2D9-41D7CC9A3359}" destId="{D0F2D382-D16C-1F4A-AFA3-483094D000C6}" srcOrd="0" destOrd="0" presId="urn:microsoft.com/office/officeart/2005/8/layout/hierarchy1"/>
    <dgm:cxn modelId="{2F6EF09D-497B-994B-B2A2-FC876522C7C5}" srcId="{0B09EB33-1510-434C-A717-869E755DA370}" destId="{5698E580-0CC8-6C4E-88DD-A2A0A63FA90D}" srcOrd="0" destOrd="0" parTransId="{3AD7414A-662A-ED44-9686-6DC2731486D9}" sibTransId="{D5FD40E8-0133-3B48-94CE-00C01A15232E}"/>
    <dgm:cxn modelId="{846EEDA3-0D5E-8644-B666-386C8F34AAB4}" srcId="{B558CF9A-BD5E-8840-BBFA-E4890C551915}" destId="{44011EF7-0FEF-1846-9C87-1E2887DEBC28}" srcOrd="0" destOrd="0" parTransId="{3282DAC2-E4D5-5943-B2D9-41D7CC9A3359}" sibTransId="{530E67CF-2A10-FC4E-991C-125C3B92CA5D}"/>
    <dgm:cxn modelId="{9D9F42A6-2D61-2B4E-8BF1-A69C89C1D71E}" type="presOf" srcId="{BBECAAEE-F28E-A04B-AD6D-C4BB42949081}" destId="{A4958644-7C8F-CE43-BF62-C8749DBCDD41}" srcOrd="0" destOrd="0" presId="urn:microsoft.com/office/officeart/2005/8/layout/hierarchy1"/>
    <dgm:cxn modelId="{EAFDCEA7-F0EC-EE44-A0F7-9A0F32C2EAA3}" type="presOf" srcId="{A983FBBF-0A9A-8944-8E6C-6B6A66FDB7FC}" destId="{CDF1661F-520F-824D-B245-3A2E2B4FF0E8}" srcOrd="0" destOrd="0" presId="urn:microsoft.com/office/officeart/2005/8/layout/hierarchy1"/>
    <dgm:cxn modelId="{74366FA8-5D9C-314A-9397-A5A31516B6C4}" type="presOf" srcId="{B6CFB015-54D6-0842-979B-D51A7F685BC4}" destId="{5B3C9D30-76FE-C24A-95F7-D615D029A2DA}" srcOrd="0" destOrd="0" presId="urn:microsoft.com/office/officeart/2005/8/layout/hierarchy1"/>
    <dgm:cxn modelId="{1F63E4A9-1EF5-9D40-BB37-0CC14C9E6C9D}" type="presOf" srcId="{4B944589-410A-3140-BEB5-A3CF50CB248C}" destId="{20BB2255-E216-A14C-9226-AF24F85AC6DB}" srcOrd="0" destOrd="0" presId="urn:microsoft.com/office/officeart/2005/8/layout/hierarchy1"/>
    <dgm:cxn modelId="{96B915AA-E439-9D48-94E9-B64CBC77ACE5}" type="presOf" srcId="{A8E8681B-54BA-DD42-B8C8-677DA1D3C0BD}" destId="{4129296A-77AD-0746-ABD3-20DDB8EB49FA}" srcOrd="0" destOrd="0" presId="urn:microsoft.com/office/officeart/2005/8/layout/hierarchy1"/>
    <dgm:cxn modelId="{958B44AF-FF3F-1A43-AF2B-A2E9C5FABAB3}" srcId="{D7AF14B8-9200-A84F-89E5-D166A807C0B5}" destId="{DB314DC2-C7D5-234C-A482-1C42B02782D1}" srcOrd="1" destOrd="0" parTransId="{E4B2CCE5-0BDE-9449-AFCD-0A7D23CD71ED}" sibTransId="{6C20B3C9-9672-8742-A121-DF73E0F0BF0A}"/>
    <dgm:cxn modelId="{A1595BB0-511C-5C49-8EE4-FCB0F9349C21}" type="presOf" srcId="{68B2B877-2BEF-6446-A8E2-9CA4ED3D8F04}" destId="{2B346ACF-10AF-D541-B7CC-E04FF5D8523B}" srcOrd="0" destOrd="0" presId="urn:microsoft.com/office/officeart/2005/8/layout/hierarchy1"/>
    <dgm:cxn modelId="{1C6F94B0-70A0-4742-AE12-80B75C303EFC}" type="presOf" srcId="{34AE8D34-A5D3-C84A-8DFA-9BE8C7CDEC79}" destId="{5B2DA9AF-1669-4F48-807C-66E15148D4F4}" srcOrd="0" destOrd="0" presId="urn:microsoft.com/office/officeart/2005/8/layout/hierarchy1"/>
    <dgm:cxn modelId="{CADF43B2-618E-EE4A-9456-96DCFEE79C9D}" type="presOf" srcId="{B06EDA80-F0DF-B646-A76D-208629672153}" destId="{3970C0B8-A898-CB45-A32E-6A937F5D46B0}" srcOrd="0" destOrd="0" presId="urn:microsoft.com/office/officeart/2005/8/layout/hierarchy1"/>
    <dgm:cxn modelId="{76DF18B3-4689-8E43-AFFD-15803CF2BED1}" type="presOf" srcId="{3AD7414A-662A-ED44-9686-6DC2731486D9}" destId="{E6A976B1-22BB-154B-8E28-14111F0EAA57}" srcOrd="0" destOrd="0" presId="urn:microsoft.com/office/officeart/2005/8/layout/hierarchy1"/>
    <dgm:cxn modelId="{C8D786B5-2DF7-D146-950F-D4B1AFD2A462}" type="presOf" srcId="{B9656EDB-C9ED-5A49-A833-80B5BB7AC810}" destId="{1BA4EE5F-88BA-7848-9DD8-5282449DFC5B}" srcOrd="0" destOrd="0" presId="urn:microsoft.com/office/officeart/2005/8/layout/hierarchy1"/>
    <dgm:cxn modelId="{DE4E43B8-DC49-DB48-B816-A32EE412BCBF}" type="presOf" srcId="{0D3F90CE-8495-1E49-93D8-000CAF1FFDA0}" destId="{3751471B-CC20-8547-9CE4-C46E11359996}" srcOrd="0" destOrd="0" presId="urn:microsoft.com/office/officeart/2005/8/layout/hierarchy1"/>
    <dgm:cxn modelId="{EF9DE2BB-3820-EE41-9B21-1E9B7AC729CF}" srcId="{DCBBFEB3-E900-C646-9B3D-CBA35AEFD9AE}" destId="{3B8D3815-382D-BA4B-82F1-ED717A2A0E17}" srcOrd="0" destOrd="0" parTransId="{C956D2AA-F540-B942-BDBC-B551809AACFF}" sibTransId="{0811D592-4C58-BD44-982F-51197E966E6B}"/>
    <dgm:cxn modelId="{43AED9BC-8DDB-7A45-B77B-DE5E701A8013}" type="presOf" srcId="{3C16A87F-0143-C546-80D0-F458148912FD}" destId="{954CE81A-40BF-0E48-B56E-FA4E7D6235A6}" srcOrd="0" destOrd="0" presId="urn:microsoft.com/office/officeart/2005/8/layout/hierarchy1"/>
    <dgm:cxn modelId="{D8D41ABE-61D7-9444-8046-DBD4F10A98E3}" srcId="{44011EF7-0FEF-1846-9C87-1E2887DEBC28}" destId="{18751532-5E9F-C54F-BA16-9FECBC782198}" srcOrd="0" destOrd="0" parTransId="{B5A6EE1E-0248-B443-A462-CCEE659BD411}" sibTransId="{99216C1A-85DB-114E-A861-1DC4742BF99A}"/>
    <dgm:cxn modelId="{77AD4BC2-C35A-1D44-9AC4-531C709C33B2}" srcId="{175EDABD-9A41-294A-9614-62880358D77E}" destId="{1C27D99E-D43D-E74C-9231-5BE39929997B}" srcOrd="0" destOrd="0" parTransId="{204DA0CB-8FE2-6847-8ACA-8827DAB29AF6}" sibTransId="{11AD8179-FA7B-D542-A29D-58CCADDD40D7}"/>
    <dgm:cxn modelId="{335ABDC8-3D7C-644D-818C-CC0873B4A123}" srcId="{1F36BB87-5C89-EF4D-A1EB-8CBEA12557F8}" destId="{0B09EB33-1510-434C-A717-869E755DA370}" srcOrd="0" destOrd="0" parTransId="{33E5AB99-D0E7-0E46-961F-A92786C4D7EA}" sibTransId="{8FA432B5-C4CA-104F-A81C-C2F559D91810}"/>
    <dgm:cxn modelId="{EDB6A8CA-8441-3F40-8645-0516C74468C3}" srcId="{3B8D3815-382D-BA4B-82F1-ED717A2A0E17}" destId="{ABBA09EE-9DA9-B14B-A1B1-7BF2342F02BA}" srcOrd="0" destOrd="0" parTransId="{646A01A0-A235-8E42-85B1-322A859FEACC}" sibTransId="{AF13BEF7-9EA6-5A4A-8BF1-1735897CD50D}"/>
    <dgm:cxn modelId="{DA7458CC-9AEF-4B4E-B6F7-4288AB4596D3}" type="presOf" srcId="{E47AF671-CAB9-F846-86F3-72640E55BD65}" destId="{617C9F6E-E932-C14B-81AC-93F7334AE52F}" srcOrd="0" destOrd="0" presId="urn:microsoft.com/office/officeart/2005/8/layout/hierarchy1"/>
    <dgm:cxn modelId="{CB8E9FCF-26A3-A449-B304-8CDD91A8CF16}" type="presOf" srcId="{83AB2F40-3079-1845-9DD0-F3B04500FAFD}" destId="{14041500-E136-3C4C-A387-E34B685202F7}" srcOrd="0" destOrd="0" presId="urn:microsoft.com/office/officeart/2005/8/layout/hierarchy1"/>
    <dgm:cxn modelId="{FD56C4D2-CC77-464F-BF81-8E6216EE5F66}" type="presOf" srcId="{805D1118-A815-C44D-A096-56E51EF4D2FD}" destId="{D78375EB-EAA0-BA4B-AE7E-7C88D176F13D}" srcOrd="0" destOrd="0" presId="urn:microsoft.com/office/officeart/2005/8/layout/hierarchy1"/>
    <dgm:cxn modelId="{2BC32DD3-7866-D547-A8AF-711A3F111B72}" type="presOf" srcId="{947076D7-8D94-E940-ACE6-0FCA48AEFDF1}" destId="{6C1D51E3-AE05-8B41-8BE2-1707A404FA52}" srcOrd="0" destOrd="0" presId="urn:microsoft.com/office/officeart/2005/8/layout/hierarchy1"/>
    <dgm:cxn modelId="{0E4C75D4-DD74-8044-A8EA-F03D972CFD1C}" srcId="{F4B2ABF8-E963-D640-82A7-B9111FD140BC}" destId="{A983FBBF-0A9A-8944-8E6C-6B6A66FDB7FC}" srcOrd="0" destOrd="0" parTransId="{68B2B877-2BEF-6446-A8E2-9CA4ED3D8F04}" sibTransId="{B28F042E-09D3-5A43-9DC4-3ED6CB091621}"/>
    <dgm:cxn modelId="{ECCE42DC-E6F8-2642-8054-29FC269E6C59}" srcId="{296C25C2-2331-8546-9D90-3EEBD66458A7}" destId="{2E2CEE83-2FD9-2F45-9FA0-612F69C1CB6D}" srcOrd="0" destOrd="0" parTransId="{1FE6D869-FD3C-604E-9546-FD64E8F83AA1}" sibTransId="{A9C2A1D3-2D66-F042-98BA-C2409DADD34C}"/>
    <dgm:cxn modelId="{54E01CDD-09D1-0C4A-B49A-518A147346B3}" type="presOf" srcId="{4B334412-BF21-C247-B74F-5E7CCB8BABAA}" destId="{CD79EAC9-FC2B-AE49-A729-F0537EC1A271}" srcOrd="0" destOrd="0" presId="urn:microsoft.com/office/officeart/2005/8/layout/hierarchy1"/>
    <dgm:cxn modelId="{1917A5DE-2A59-8240-B679-7F9EBBF7C093}" type="presOf" srcId="{78FB3C89-B47A-2C41-A1AF-D1BB04D961D8}" destId="{F1D30F0A-DBD2-F44E-BD1A-2FBAA79D514D}" srcOrd="0" destOrd="0" presId="urn:microsoft.com/office/officeart/2005/8/layout/hierarchy1"/>
    <dgm:cxn modelId="{C30D37E4-611B-C846-AC8E-3A46795CCDCF}" srcId="{882B9B0D-7C95-5C48-8B4E-4547887163C1}" destId="{5FF5032A-9599-554E-BB1D-14FC3B5B30B9}" srcOrd="0" destOrd="0" parTransId="{6AB695FD-9AC0-2A4B-A2F5-5FB8C07E6540}" sibTransId="{F2DBFE5E-06C5-D048-AA83-64C6F9D0328E}"/>
    <dgm:cxn modelId="{BE28B3EA-5074-F145-8776-241B2608D1DA}" type="presOf" srcId="{A127FEA0-553D-7D42-8489-FEB8A980AD3F}" destId="{4882DD57-5E1C-1D44-B881-01A160CDEF02}" srcOrd="0" destOrd="0" presId="urn:microsoft.com/office/officeart/2005/8/layout/hierarchy1"/>
    <dgm:cxn modelId="{2895F4EB-572E-DC4C-B16F-72B01AB3B61E}" type="presOf" srcId="{C956D2AA-F540-B942-BDBC-B551809AACFF}" destId="{A97F2092-F0B3-3347-A31A-CE5AA19C92A1}" srcOrd="0" destOrd="0" presId="urn:microsoft.com/office/officeart/2005/8/layout/hierarchy1"/>
    <dgm:cxn modelId="{A7D4BFEF-E40B-1742-B185-B2CF71D3F1D9}" type="presOf" srcId="{58FF8D6E-7E8E-D349-BA50-F44525D6D3A2}" destId="{C93DD578-C07C-224C-A90A-80FC79C896DD}" srcOrd="0" destOrd="0" presId="urn:microsoft.com/office/officeart/2005/8/layout/hierarchy1"/>
    <dgm:cxn modelId="{FF4140F4-E3AB-A848-85D7-CA63D0F50E26}" type="presOf" srcId="{204DA0CB-8FE2-6847-8ACA-8827DAB29AF6}" destId="{82A6E87C-4F80-364D-AF52-D3FB15955EFC}" srcOrd="0" destOrd="0" presId="urn:microsoft.com/office/officeart/2005/8/layout/hierarchy1"/>
    <dgm:cxn modelId="{6783DEF5-0422-3949-BE23-9BEA1EF634EB}" type="presOf" srcId="{93CDFD8D-9BB5-FD4C-BC1B-15F8FF737534}" destId="{F78B18A2-1B1F-D344-B806-34C9AA93CC81}" srcOrd="0" destOrd="0" presId="urn:microsoft.com/office/officeart/2005/8/layout/hierarchy1"/>
    <dgm:cxn modelId="{8362E6FA-5CEE-6743-9D92-AB8D9154B663}" srcId="{A983FBBF-0A9A-8944-8E6C-6B6A66FDB7FC}" destId="{718C84D5-C8E1-C843-A5AC-F518F88CAD9A}" srcOrd="0" destOrd="0" parTransId="{B9656EDB-C9ED-5A49-A833-80B5BB7AC810}" sibTransId="{C8168A20-47D9-C44F-9E4F-A8585FDBA2CD}"/>
    <dgm:cxn modelId="{94DF84FD-9EDD-2946-9FA6-C3036DA60817}" type="presOf" srcId="{D06F703F-80A9-D445-AC86-2625733140B7}" destId="{DC447E2B-8FF1-0D4C-A978-88F2E1AAB940}" srcOrd="0" destOrd="0" presId="urn:microsoft.com/office/officeart/2005/8/layout/hierarchy1"/>
    <dgm:cxn modelId="{39C4FDFD-5D60-0C40-A464-C75B9917465C}" type="presOf" srcId="{D7AF14B8-9200-A84F-89E5-D166A807C0B5}" destId="{C9CB6119-D7C9-BA45-B134-4F1B18CEBF44}" srcOrd="0" destOrd="0" presId="urn:microsoft.com/office/officeart/2005/8/layout/hierarchy1"/>
    <dgm:cxn modelId="{AE7E5DFE-37C3-3340-87D4-36A40CB91B86}" type="presOf" srcId="{3B8D3815-382D-BA4B-82F1-ED717A2A0E17}" destId="{E9C02831-FEE4-494D-B69C-14E83D1E7D71}" srcOrd="0" destOrd="0" presId="urn:microsoft.com/office/officeart/2005/8/layout/hierarchy1"/>
    <dgm:cxn modelId="{D38B98FE-3BD2-2B49-B031-5689FE8D6B21}" srcId="{ABBA09EE-9DA9-B14B-A1B1-7BF2342F02BA}" destId="{CAB7083A-D5DE-5643-A37A-CE2CEA19AE1C}" srcOrd="0" destOrd="0" parTransId="{3A8B20E5-2A6E-E741-9A03-D813BFB48D7B}" sibTransId="{CFE10CB7-E82F-BC45-A576-BA158160F975}"/>
    <dgm:cxn modelId="{DDBD08EE-B971-3D45-9752-04FC72491CEC}" type="presParOf" srcId="{822D93FC-81D7-9D42-B4A0-F7AD165D5118}" destId="{8BC4843D-E0E9-7F43-93A0-F8B1DE8DCA53}" srcOrd="0" destOrd="0" presId="urn:microsoft.com/office/officeart/2005/8/layout/hierarchy1"/>
    <dgm:cxn modelId="{8EE6C64C-9A17-A14B-A148-7BECC4B4077E}" type="presParOf" srcId="{8BC4843D-E0E9-7F43-93A0-F8B1DE8DCA53}" destId="{551CEDDF-B350-BF41-AA12-1840A7B06807}" srcOrd="0" destOrd="0" presId="urn:microsoft.com/office/officeart/2005/8/layout/hierarchy1"/>
    <dgm:cxn modelId="{798C6572-659D-144C-AEDF-A7E7CA29672D}" type="presParOf" srcId="{551CEDDF-B350-BF41-AA12-1840A7B06807}" destId="{CB089603-B7BB-734E-9B62-4290FAB4D50A}" srcOrd="0" destOrd="0" presId="urn:microsoft.com/office/officeart/2005/8/layout/hierarchy1"/>
    <dgm:cxn modelId="{BCAB49A7-266F-3744-8A14-4A75D22D24F5}" type="presParOf" srcId="{551CEDDF-B350-BF41-AA12-1840A7B06807}" destId="{954CE81A-40BF-0E48-B56E-FA4E7D6235A6}" srcOrd="1" destOrd="0" presId="urn:microsoft.com/office/officeart/2005/8/layout/hierarchy1"/>
    <dgm:cxn modelId="{6908549D-484D-D746-B014-F141E338FB04}" type="presParOf" srcId="{8BC4843D-E0E9-7F43-93A0-F8B1DE8DCA53}" destId="{0E32848A-7390-0A4B-B377-D92FFBB5F8F7}" srcOrd="1" destOrd="0" presId="urn:microsoft.com/office/officeart/2005/8/layout/hierarchy1"/>
    <dgm:cxn modelId="{9764A2BE-E5BA-D946-B3C4-A31564A70716}" type="presParOf" srcId="{0E32848A-7390-0A4B-B377-D92FFBB5F8F7}" destId="{F355FD19-5703-B74F-B28B-C643533E6B8C}" srcOrd="0" destOrd="0" presId="urn:microsoft.com/office/officeart/2005/8/layout/hierarchy1"/>
    <dgm:cxn modelId="{D90F9869-CA75-C444-84EC-1A1D16B76027}" type="presParOf" srcId="{0E32848A-7390-0A4B-B377-D92FFBB5F8F7}" destId="{051F81F0-2AE7-7642-A1EC-FD781B2CA266}" srcOrd="1" destOrd="0" presId="urn:microsoft.com/office/officeart/2005/8/layout/hierarchy1"/>
    <dgm:cxn modelId="{7176E3DA-8A81-8D44-B128-C27191664D9D}" type="presParOf" srcId="{051F81F0-2AE7-7642-A1EC-FD781B2CA266}" destId="{505F2747-8427-C247-93DB-29E9DCF13FE9}" srcOrd="0" destOrd="0" presId="urn:microsoft.com/office/officeart/2005/8/layout/hierarchy1"/>
    <dgm:cxn modelId="{3DB59349-3077-0644-9F19-3888C42092C2}" type="presParOf" srcId="{505F2747-8427-C247-93DB-29E9DCF13FE9}" destId="{71609BCC-5679-4C4B-8014-385C27FFE180}" srcOrd="0" destOrd="0" presId="urn:microsoft.com/office/officeart/2005/8/layout/hierarchy1"/>
    <dgm:cxn modelId="{A18F6F33-1465-4F4A-8FBA-8FF814B36E58}" type="presParOf" srcId="{505F2747-8427-C247-93DB-29E9DCF13FE9}" destId="{3F295882-178B-9449-998B-2A17111D771C}" srcOrd="1" destOrd="0" presId="urn:microsoft.com/office/officeart/2005/8/layout/hierarchy1"/>
    <dgm:cxn modelId="{D96A85DD-41E6-5948-8229-6687ADF951E2}" type="presParOf" srcId="{051F81F0-2AE7-7642-A1EC-FD781B2CA266}" destId="{215039E5-6F53-E74D-A270-0127D61E2F18}" srcOrd="1" destOrd="0" presId="urn:microsoft.com/office/officeart/2005/8/layout/hierarchy1"/>
    <dgm:cxn modelId="{740EE5EF-85D6-CD4C-87A0-BB3EFCDBF1DB}" type="presParOf" srcId="{215039E5-6F53-E74D-A270-0127D61E2F18}" destId="{44C5E056-7FCE-134A-AD56-4EB1DD7FDECC}" srcOrd="0" destOrd="0" presId="urn:microsoft.com/office/officeart/2005/8/layout/hierarchy1"/>
    <dgm:cxn modelId="{C3D3F307-62BD-2947-81FD-C26F2138BB20}" type="presParOf" srcId="{215039E5-6F53-E74D-A270-0127D61E2F18}" destId="{5B084250-2DD9-9F42-AB0F-258592C1928D}" srcOrd="1" destOrd="0" presId="urn:microsoft.com/office/officeart/2005/8/layout/hierarchy1"/>
    <dgm:cxn modelId="{F54FB42C-AFFF-C144-B4AE-EB55ED750D00}" type="presParOf" srcId="{5B084250-2DD9-9F42-AB0F-258592C1928D}" destId="{9468D562-CB58-B745-8791-0C7996EFC05C}" srcOrd="0" destOrd="0" presId="urn:microsoft.com/office/officeart/2005/8/layout/hierarchy1"/>
    <dgm:cxn modelId="{3CFCBAB8-9DB8-AD4D-875C-264F4F1B066F}" type="presParOf" srcId="{9468D562-CB58-B745-8791-0C7996EFC05C}" destId="{3A746504-4B83-374F-A220-09D78F5849CB}" srcOrd="0" destOrd="0" presId="urn:microsoft.com/office/officeart/2005/8/layout/hierarchy1"/>
    <dgm:cxn modelId="{41715ACA-C4DF-3041-9677-178BCC0B4158}" type="presParOf" srcId="{9468D562-CB58-B745-8791-0C7996EFC05C}" destId="{3A822A90-2D9E-2842-AAC1-047D920B7CD2}" srcOrd="1" destOrd="0" presId="urn:microsoft.com/office/officeart/2005/8/layout/hierarchy1"/>
    <dgm:cxn modelId="{1C90BC3D-35CE-2245-92EF-3D70DC23DE7A}" type="presParOf" srcId="{5B084250-2DD9-9F42-AB0F-258592C1928D}" destId="{3269B6E0-19F1-634E-8088-F9D233B8E98C}" srcOrd="1" destOrd="0" presId="urn:microsoft.com/office/officeart/2005/8/layout/hierarchy1"/>
    <dgm:cxn modelId="{4FDC4214-C492-BE4B-92D0-AE7CA9F5C03B}" type="presParOf" srcId="{3269B6E0-19F1-634E-8088-F9D233B8E98C}" destId="{20BB2255-E216-A14C-9226-AF24F85AC6DB}" srcOrd="0" destOrd="0" presId="urn:microsoft.com/office/officeart/2005/8/layout/hierarchy1"/>
    <dgm:cxn modelId="{78ADF543-22F7-4241-8D95-573C629D00AB}" type="presParOf" srcId="{3269B6E0-19F1-634E-8088-F9D233B8E98C}" destId="{6F9BEDD8-4560-6749-9F58-EEF40AA893FF}" srcOrd="1" destOrd="0" presId="urn:microsoft.com/office/officeart/2005/8/layout/hierarchy1"/>
    <dgm:cxn modelId="{7929FFF1-F9A9-1748-A6EC-FBD43B43EF52}" type="presParOf" srcId="{6F9BEDD8-4560-6749-9F58-EEF40AA893FF}" destId="{E5C94E11-078C-D54E-9A0D-D55C6F33E529}" srcOrd="0" destOrd="0" presId="urn:microsoft.com/office/officeart/2005/8/layout/hierarchy1"/>
    <dgm:cxn modelId="{98A7B59F-536F-6847-8278-79F0B5260509}" type="presParOf" srcId="{E5C94E11-078C-D54E-9A0D-D55C6F33E529}" destId="{B38E4462-E8C9-4242-BA57-765FC244BCFD}" srcOrd="0" destOrd="0" presId="urn:microsoft.com/office/officeart/2005/8/layout/hierarchy1"/>
    <dgm:cxn modelId="{CE85E0ED-340E-3C4C-B2E1-1EA062F7C465}" type="presParOf" srcId="{E5C94E11-078C-D54E-9A0D-D55C6F33E529}" destId="{FC7881DC-B1AD-BE47-B628-0671BC92D193}" srcOrd="1" destOrd="0" presId="urn:microsoft.com/office/officeart/2005/8/layout/hierarchy1"/>
    <dgm:cxn modelId="{9EB587AE-7DD5-A04E-AF0C-D14B7EB17C0E}" type="presParOf" srcId="{6F9BEDD8-4560-6749-9F58-EEF40AA893FF}" destId="{C3D58B68-3850-0B47-941D-767668AF6729}" srcOrd="1" destOrd="0" presId="urn:microsoft.com/office/officeart/2005/8/layout/hierarchy1"/>
    <dgm:cxn modelId="{262D8851-BAA8-674E-8DC7-4963CAB8B0A7}" type="presParOf" srcId="{C3D58B68-3850-0B47-941D-767668AF6729}" destId="{4882DD57-5E1C-1D44-B881-01A160CDEF02}" srcOrd="0" destOrd="0" presId="urn:microsoft.com/office/officeart/2005/8/layout/hierarchy1"/>
    <dgm:cxn modelId="{94BBEA88-620E-5C46-BE13-449F12065D86}" type="presParOf" srcId="{C3D58B68-3850-0B47-941D-767668AF6729}" destId="{E93DFCD1-842C-6F46-BB15-DBB4B1E932A0}" srcOrd="1" destOrd="0" presId="urn:microsoft.com/office/officeart/2005/8/layout/hierarchy1"/>
    <dgm:cxn modelId="{8BEED5A3-EADF-6A4E-AD2B-AFA68BB692C1}" type="presParOf" srcId="{E93DFCD1-842C-6F46-BB15-DBB4B1E932A0}" destId="{8FEC2267-B75C-4B49-83E9-0FA30A2D0F71}" srcOrd="0" destOrd="0" presId="urn:microsoft.com/office/officeart/2005/8/layout/hierarchy1"/>
    <dgm:cxn modelId="{A28FBF76-81BE-4B49-A075-137CE8E92370}" type="presParOf" srcId="{8FEC2267-B75C-4B49-83E9-0FA30A2D0F71}" destId="{AC099CFF-8503-074D-9ECC-154C1F18903E}" srcOrd="0" destOrd="0" presId="urn:microsoft.com/office/officeart/2005/8/layout/hierarchy1"/>
    <dgm:cxn modelId="{E299C80E-1EFA-C145-8755-436A42CD458B}" type="presParOf" srcId="{8FEC2267-B75C-4B49-83E9-0FA30A2D0F71}" destId="{2461EBCB-F8BD-C840-A3B7-29B13788EC93}" srcOrd="1" destOrd="0" presId="urn:microsoft.com/office/officeart/2005/8/layout/hierarchy1"/>
    <dgm:cxn modelId="{1A5FCB79-02DB-974C-B134-C4B838578528}" type="presParOf" srcId="{E93DFCD1-842C-6F46-BB15-DBB4B1E932A0}" destId="{C90B20A9-2DFF-5045-8315-3E91B8280DCF}" srcOrd="1" destOrd="0" presId="urn:microsoft.com/office/officeart/2005/8/layout/hierarchy1"/>
    <dgm:cxn modelId="{2AC2B5CF-E8A8-B741-8FE5-2EC63A04136A}" type="presParOf" srcId="{C90B20A9-2DFF-5045-8315-3E91B8280DCF}" destId="{EC2BC668-B59D-0E4C-951C-1AE922B3B9F8}" srcOrd="0" destOrd="0" presId="urn:microsoft.com/office/officeart/2005/8/layout/hierarchy1"/>
    <dgm:cxn modelId="{4839162A-E00E-7145-816B-F7BD0F24339E}" type="presParOf" srcId="{C90B20A9-2DFF-5045-8315-3E91B8280DCF}" destId="{187A6167-1932-8F44-8682-F128BCE8F281}" srcOrd="1" destOrd="0" presId="urn:microsoft.com/office/officeart/2005/8/layout/hierarchy1"/>
    <dgm:cxn modelId="{B2B5447D-A3F2-E648-83BF-E6463CFF2A38}" type="presParOf" srcId="{187A6167-1932-8F44-8682-F128BCE8F281}" destId="{C7720EDC-7A55-D448-98AF-5314351D8940}" srcOrd="0" destOrd="0" presId="urn:microsoft.com/office/officeart/2005/8/layout/hierarchy1"/>
    <dgm:cxn modelId="{282A9410-3197-2B41-9CA1-A0412DD0F991}" type="presParOf" srcId="{C7720EDC-7A55-D448-98AF-5314351D8940}" destId="{9F9CB280-0983-E14C-B257-C2B10FF1D0DD}" srcOrd="0" destOrd="0" presId="urn:microsoft.com/office/officeart/2005/8/layout/hierarchy1"/>
    <dgm:cxn modelId="{3CA94640-C352-C640-9F9D-C8E900DF55A0}" type="presParOf" srcId="{C7720EDC-7A55-D448-98AF-5314351D8940}" destId="{9A3FCC32-EE7A-0047-8475-3A10C98A37DE}" srcOrd="1" destOrd="0" presId="urn:microsoft.com/office/officeart/2005/8/layout/hierarchy1"/>
    <dgm:cxn modelId="{B3BE4907-3BF8-F147-82D2-5A2E48844FF2}" type="presParOf" srcId="{187A6167-1932-8F44-8682-F128BCE8F281}" destId="{99928F1D-B83E-944D-8097-220D19694DD0}" srcOrd="1" destOrd="0" presId="urn:microsoft.com/office/officeart/2005/8/layout/hierarchy1"/>
    <dgm:cxn modelId="{9B8E5ADD-9711-C54A-A84E-F410B2E80ACA}" type="presParOf" srcId="{99928F1D-B83E-944D-8097-220D19694DD0}" destId="{BD417063-DC73-334B-977D-B0DE692E41F4}" srcOrd="0" destOrd="0" presId="urn:microsoft.com/office/officeart/2005/8/layout/hierarchy1"/>
    <dgm:cxn modelId="{965BEE4C-1812-5D47-958A-D20AAED39ACB}" type="presParOf" srcId="{99928F1D-B83E-944D-8097-220D19694DD0}" destId="{7288CFF1-9EFE-7E4F-A25D-E48244A37F4D}" srcOrd="1" destOrd="0" presId="urn:microsoft.com/office/officeart/2005/8/layout/hierarchy1"/>
    <dgm:cxn modelId="{1F48791A-52FD-8345-AA14-1E383CAFD649}" type="presParOf" srcId="{7288CFF1-9EFE-7E4F-A25D-E48244A37F4D}" destId="{E8898C6B-C308-DA4A-AC65-A0D96947DD8C}" srcOrd="0" destOrd="0" presId="urn:microsoft.com/office/officeart/2005/8/layout/hierarchy1"/>
    <dgm:cxn modelId="{D141784D-FEDF-A149-A67E-56EC1A0F4358}" type="presParOf" srcId="{E8898C6B-C308-DA4A-AC65-A0D96947DD8C}" destId="{C42E1A19-C2E6-434B-A48D-BC3BC49742AF}" srcOrd="0" destOrd="0" presId="urn:microsoft.com/office/officeart/2005/8/layout/hierarchy1"/>
    <dgm:cxn modelId="{F5C37D1C-3194-7748-B3A3-10FBC8133109}" type="presParOf" srcId="{E8898C6B-C308-DA4A-AC65-A0D96947DD8C}" destId="{005A2B61-3E24-574F-9A69-95F619423861}" srcOrd="1" destOrd="0" presId="urn:microsoft.com/office/officeart/2005/8/layout/hierarchy1"/>
    <dgm:cxn modelId="{8C4DA3C2-7A3C-3A48-8921-11FE5E64F330}" type="presParOf" srcId="{7288CFF1-9EFE-7E4F-A25D-E48244A37F4D}" destId="{A25143F1-C1F6-C64E-A15E-0DB3659A8410}" srcOrd="1" destOrd="0" presId="urn:microsoft.com/office/officeart/2005/8/layout/hierarchy1"/>
    <dgm:cxn modelId="{FD290296-B864-234E-B425-7B4C336BD48D}" type="presParOf" srcId="{215039E5-6F53-E74D-A270-0127D61E2F18}" destId="{63168A2C-6D2F-D94C-B6D9-E005AA519A53}" srcOrd="2" destOrd="0" presId="urn:microsoft.com/office/officeart/2005/8/layout/hierarchy1"/>
    <dgm:cxn modelId="{DD0A2333-0E5F-1E41-8554-7A5D20043D23}" type="presParOf" srcId="{215039E5-6F53-E74D-A270-0127D61E2F18}" destId="{4DE0F39A-DC58-7840-B134-0DF90500AAF5}" srcOrd="3" destOrd="0" presId="urn:microsoft.com/office/officeart/2005/8/layout/hierarchy1"/>
    <dgm:cxn modelId="{FA75634B-6AEA-FF4A-BA58-3096AE27BCE1}" type="presParOf" srcId="{4DE0F39A-DC58-7840-B134-0DF90500AAF5}" destId="{1CA8D66C-2AF5-5F4E-9280-3DC9EB6243BF}" srcOrd="0" destOrd="0" presId="urn:microsoft.com/office/officeart/2005/8/layout/hierarchy1"/>
    <dgm:cxn modelId="{77946E0E-C66D-2440-BF3E-00CB606EB84E}" type="presParOf" srcId="{1CA8D66C-2AF5-5F4E-9280-3DC9EB6243BF}" destId="{6587A665-94F8-7040-9E68-E7EA72FB7837}" srcOrd="0" destOrd="0" presId="urn:microsoft.com/office/officeart/2005/8/layout/hierarchy1"/>
    <dgm:cxn modelId="{6125D608-A953-464A-A796-F28C6F07C3A8}" type="presParOf" srcId="{1CA8D66C-2AF5-5F4E-9280-3DC9EB6243BF}" destId="{EE0ACD88-5151-9246-9206-61AFFD397545}" srcOrd="1" destOrd="0" presId="urn:microsoft.com/office/officeart/2005/8/layout/hierarchy1"/>
    <dgm:cxn modelId="{9EC50BEB-6308-3E4F-AF91-18CF22041EA5}" type="presParOf" srcId="{4DE0F39A-DC58-7840-B134-0DF90500AAF5}" destId="{CD3720FB-B5BC-294A-B089-4481CE4E1924}" srcOrd="1" destOrd="0" presId="urn:microsoft.com/office/officeart/2005/8/layout/hierarchy1"/>
    <dgm:cxn modelId="{669AD7C3-1AF7-EC44-B099-8755AA4DE756}" type="presParOf" srcId="{CD3720FB-B5BC-294A-B089-4481CE4E1924}" destId="{7823E61A-D461-B942-9A60-0D46E242C5B1}" srcOrd="0" destOrd="0" presId="urn:microsoft.com/office/officeart/2005/8/layout/hierarchy1"/>
    <dgm:cxn modelId="{7C301E64-6C8D-A744-BA97-3A52784276D6}" type="presParOf" srcId="{CD3720FB-B5BC-294A-B089-4481CE4E1924}" destId="{B201D7C8-CB85-E248-AAF9-C08DBD592FFE}" srcOrd="1" destOrd="0" presId="urn:microsoft.com/office/officeart/2005/8/layout/hierarchy1"/>
    <dgm:cxn modelId="{4FFE40FD-2E72-7048-AE8C-4A643DE9ED27}" type="presParOf" srcId="{B201D7C8-CB85-E248-AAF9-C08DBD592FFE}" destId="{80880AAD-33ED-EB42-B76B-D38E11AB747D}" srcOrd="0" destOrd="0" presId="urn:microsoft.com/office/officeart/2005/8/layout/hierarchy1"/>
    <dgm:cxn modelId="{9C6A1C73-6BF2-C242-ADBC-0D2EB40A215B}" type="presParOf" srcId="{80880AAD-33ED-EB42-B76B-D38E11AB747D}" destId="{7B06B655-43EB-BF4F-8EEB-BC4B5F2809D7}" srcOrd="0" destOrd="0" presId="urn:microsoft.com/office/officeart/2005/8/layout/hierarchy1"/>
    <dgm:cxn modelId="{EF6B2C15-1202-044F-8817-B1F0D616AC91}" type="presParOf" srcId="{80880AAD-33ED-EB42-B76B-D38E11AB747D}" destId="{7F47DE85-E7E2-6046-9C80-60E09BBBC205}" srcOrd="1" destOrd="0" presId="urn:microsoft.com/office/officeart/2005/8/layout/hierarchy1"/>
    <dgm:cxn modelId="{F991AE29-5C51-484A-AD70-7C73BB8B21D1}" type="presParOf" srcId="{B201D7C8-CB85-E248-AAF9-C08DBD592FFE}" destId="{460F2869-28EF-0E48-92D0-74E1FA3CC996}" srcOrd="1" destOrd="0" presId="urn:microsoft.com/office/officeart/2005/8/layout/hierarchy1"/>
    <dgm:cxn modelId="{0DC9F699-B08F-7641-82FF-6050404D55AD}" type="presParOf" srcId="{460F2869-28EF-0E48-92D0-74E1FA3CC996}" destId="{2B346ACF-10AF-D541-B7CC-E04FF5D8523B}" srcOrd="0" destOrd="0" presId="urn:microsoft.com/office/officeart/2005/8/layout/hierarchy1"/>
    <dgm:cxn modelId="{3DA79F61-8DA8-8241-B4A9-3A9B9BD25E60}" type="presParOf" srcId="{460F2869-28EF-0E48-92D0-74E1FA3CC996}" destId="{547A3690-CABC-0249-8846-9DE360DAE4A5}" srcOrd="1" destOrd="0" presId="urn:microsoft.com/office/officeart/2005/8/layout/hierarchy1"/>
    <dgm:cxn modelId="{291EC561-490C-3448-BF2F-C88583646A88}" type="presParOf" srcId="{547A3690-CABC-0249-8846-9DE360DAE4A5}" destId="{AA2A10CF-6CCD-7F4E-80AE-A6A3A76DE2CC}" srcOrd="0" destOrd="0" presId="urn:microsoft.com/office/officeart/2005/8/layout/hierarchy1"/>
    <dgm:cxn modelId="{C18C8ADF-19F7-7C43-A914-70B71E714C53}" type="presParOf" srcId="{AA2A10CF-6CCD-7F4E-80AE-A6A3A76DE2CC}" destId="{108E25C8-0052-024F-9761-7127A60957CD}" srcOrd="0" destOrd="0" presId="urn:microsoft.com/office/officeart/2005/8/layout/hierarchy1"/>
    <dgm:cxn modelId="{0093BF3A-0600-CC4F-B587-60880B1DEEA9}" type="presParOf" srcId="{AA2A10CF-6CCD-7F4E-80AE-A6A3A76DE2CC}" destId="{CDF1661F-520F-824D-B245-3A2E2B4FF0E8}" srcOrd="1" destOrd="0" presId="urn:microsoft.com/office/officeart/2005/8/layout/hierarchy1"/>
    <dgm:cxn modelId="{D000451B-20D8-E14D-90B1-166545BFDF09}" type="presParOf" srcId="{547A3690-CABC-0249-8846-9DE360DAE4A5}" destId="{90BB457D-518A-3E44-8887-CC60D76955BF}" srcOrd="1" destOrd="0" presId="urn:microsoft.com/office/officeart/2005/8/layout/hierarchy1"/>
    <dgm:cxn modelId="{C7E9DD3F-EFAC-4749-9E98-67BD69BB443A}" type="presParOf" srcId="{90BB457D-518A-3E44-8887-CC60D76955BF}" destId="{1BA4EE5F-88BA-7848-9DD8-5282449DFC5B}" srcOrd="0" destOrd="0" presId="urn:microsoft.com/office/officeart/2005/8/layout/hierarchy1"/>
    <dgm:cxn modelId="{C86F2601-8AB9-B04D-9091-691AE7176A0D}" type="presParOf" srcId="{90BB457D-518A-3E44-8887-CC60D76955BF}" destId="{A0ECFB56-637D-6F4B-92B8-2FCA384165D6}" srcOrd="1" destOrd="0" presId="urn:microsoft.com/office/officeart/2005/8/layout/hierarchy1"/>
    <dgm:cxn modelId="{8A6C306D-0753-F84B-BAFA-0E90F9EE4240}" type="presParOf" srcId="{A0ECFB56-637D-6F4B-92B8-2FCA384165D6}" destId="{592608FC-6647-4A48-B691-66D1D495F071}" srcOrd="0" destOrd="0" presId="urn:microsoft.com/office/officeart/2005/8/layout/hierarchy1"/>
    <dgm:cxn modelId="{3D5C0A46-C1FF-AA44-A77C-70363A00204B}" type="presParOf" srcId="{592608FC-6647-4A48-B691-66D1D495F071}" destId="{A2D33103-7A1D-6849-BE63-E30C853DB3DD}" srcOrd="0" destOrd="0" presId="urn:microsoft.com/office/officeart/2005/8/layout/hierarchy1"/>
    <dgm:cxn modelId="{A3D4A1D9-F332-944A-B694-278126EB59A4}" type="presParOf" srcId="{592608FC-6647-4A48-B691-66D1D495F071}" destId="{C6DF6BFC-26DA-BB4D-88E6-124549383820}" srcOrd="1" destOrd="0" presId="urn:microsoft.com/office/officeart/2005/8/layout/hierarchy1"/>
    <dgm:cxn modelId="{286CD283-3E45-2845-92B1-C4732409F8AD}" type="presParOf" srcId="{A0ECFB56-637D-6F4B-92B8-2FCA384165D6}" destId="{9091D4A0-B2A4-124A-9775-68F7E01482AB}" srcOrd="1" destOrd="0" presId="urn:microsoft.com/office/officeart/2005/8/layout/hierarchy1"/>
    <dgm:cxn modelId="{F922E450-2DE7-644B-BB0E-ED383BB5D05F}" type="presParOf" srcId="{9091D4A0-B2A4-124A-9775-68F7E01482AB}" destId="{0E4ACB40-767A-6A45-984A-E33CE410A240}" srcOrd="0" destOrd="0" presId="urn:microsoft.com/office/officeart/2005/8/layout/hierarchy1"/>
    <dgm:cxn modelId="{5C1FE4EF-ED84-794F-97FD-4B6A43AD8908}" type="presParOf" srcId="{9091D4A0-B2A4-124A-9775-68F7E01482AB}" destId="{D3F229D2-282A-3741-AC14-BB4934437B5F}" srcOrd="1" destOrd="0" presId="urn:microsoft.com/office/officeart/2005/8/layout/hierarchy1"/>
    <dgm:cxn modelId="{0CDAF7BF-C1F4-8C47-AF09-E170C9DFDC5A}" type="presParOf" srcId="{D3F229D2-282A-3741-AC14-BB4934437B5F}" destId="{67527FDA-306D-5040-A817-1857C5138815}" srcOrd="0" destOrd="0" presId="urn:microsoft.com/office/officeart/2005/8/layout/hierarchy1"/>
    <dgm:cxn modelId="{3E15957E-1D1D-B040-9F15-31980F27EC49}" type="presParOf" srcId="{67527FDA-306D-5040-A817-1857C5138815}" destId="{9AC02617-ADFC-6643-B37A-F46DF60952F0}" srcOrd="0" destOrd="0" presId="urn:microsoft.com/office/officeart/2005/8/layout/hierarchy1"/>
    <dgm:cxn modelId="{BC73EA56-A226-5549-BCD6-B543D09B266E}" type="presParOf" srcId="{67527FDA-306D-5040-A817-1857C5138815}" destId="{C106F3C5-10E0-3249-B040-E544B47E858F}" srcOrd="1" destOrd="0" presId="urn:microsoft.com/office/officeart/2005/8/layout/hierarchy1"/>
    <dgm:cxn modelId="{E9EEEB16-1632-3B4C-8BD2-13A8981BAC9D}" type="presParOf" srcId="{D3F229D2-282A-3741-AC14-BB4934437B5F}" destId="{698BE69C-53ED-504E-A793-5D6E67BE43B7}" srcOrd="1" destOrd="0" presId="urn:microsoft.com/office/officeart/2005/8/layout/hierarchy1"/>
    <dgm:cxn modelId="{D624286E-DF42-4147-9A93-419889A309AC}" type="presParOf" srcId="{698BE69C-53ED-504E-A793-5D6E67BE43B7}" destId="{B8FB63A8-5AB4-7845-92CF-DF8A3880729A}" srcOrd="0" destOrd="0" presId="urn:microsoft.com/office/officeart/2005/8/layout/hierarchy1"/>
    <dgm:cxn modelId="{994A6A14-2538-814C-84BE-FF7835B7BFFB}" type="presParOf" srcId="{698BE69C-53ED-504E-A793-5D6E67BE43B7}" destId="{49F2E929-B284-6F4B-8EAC-FF9136E23401}" srcOrd="1" destOrd="0" presId="urn:microsoft.com/office/officeart/2005/8/layout/hierarchy1"/>
    <dgm:cxn modelId="{B2925811-3FF0-814F-B0D6-083EDC13F002}" type="presParOf" srcId="{49F2E929-B284-6F4B-8EAC-FF9136E23401}" destId="{7E105ABD-EAEC-434F-8215-E9429B5E5763}" srcOrd="0" destOrd="0" presId="urn:microsoft.com/office/officeart/2005/8/layout/hierarchy1"/>
    <dgm:cxn modelId="{00890A9A-2E38-994B-B27B-D3D71D35BD95}" type="presParOf" srcId="{7E105ABD-EAEC-434F-8215-E9429B5E5763}" destId="{2A4375D5-7EFD-DE40-9036-90ACB48890E6}" srcOrd="0" destOrd="0" presId="urn:microsoft.com/office/officeart/2005/8/layout/hierarchy1"/>
    <dgm:cxn modelId="{C3D4F92E-EA17-AE4C-A473-D48CE15013C2}" type="presParOf" srcId="{7E105ABD-EAEC-434F-8215-E9429B5E5763}" destId="{CD79EAC9-FC2B-AE49-A729-F0537EC1A271}" srcOrd="1" destOrd="0" presId="urn:microsoft.com/office/officeart/2005/8/layout/hierarchy1"/>
    <dgm:cxn modelId="{48764573-7DD1-1044-A852-D15689563746}" type="presParOf" srcId="{49F2E929-B284-6F4B-8EAC-FF9136E23401}" destId="{EA86975E-85E1-0A43-96F7-5EA26A4F31AA}" srcOrd="1" destOrd="0" presId="urn:microsoft.com/office/officeart/2005/8/layout/hierarchy1"/>
    <dgm:cxn modelId="{559CA983-469D-3641-9C2E-B24A4B2D9F74}" type="presParOf" srcId="{EA86975E-85E1-0A43-96F7-5EA26A4F31AA}" destId="{A7C73703-DB18-384F-864C-88965189D107}" srcOrd="0" destOrd="0" presId="urn:microsoft.com/office/officeart/2005/8/layout/hierarchy1"/>
    <dgm:cxn modelId="{DBA62287-DC96-6544-9A0B-E28570657203}" type="presParOf" srcId="{EA86975E-85E1-0A43-96F7-5EA26A4F31AA}" destId="{EB0197CD-C212-6F47-9B28-93DC247A3F61}" srcOrd="1" destOrd="0" presId="urn:microsoft.com/office/officeart/2005/8/layout/hierarchy1"/>
    <dgm:cxn modelId="{82C32FFF-E4E0-5444-9AE8-C2F1317370BD}" type="presParOf" srcId="{EB0197CD-C212-6F47-9B28-93DC247A3F61}" destId="{DB59D7CF-9F3C-A145-BD02-390ED3BEFFEF}" srcOrd="0" destOrd="0" presId="urn:microsoft.com/office/officeart/2005/8/layout/hierarchy1"/>
    <dgm:cxn modelId="{AE66CD27-F365-6746-A83E-846FEF97DD57}" type="presParOf" srcId="{DB59D7CF-9F3C-A145-BD02-390ED3BEFFEF}" destId="{86AE72BE-6CBF-A841-9DC5-2BFB2A6F48F9}" srcOrd="0" destOrd="0" presId="urn:microsoft.com/office/officeart/2005/8/layout/hierarchy1"/>
    <dgm:cxn modelId="{AFFDEC53-862A-4F4F-AF59-8D5BB837E345}" type="presParOf" srcId="{DB59D7CF-9F3C-A145-BD02-390ED3BEFFEF}" destId="{EB623CB8-169B-3E4B-A29A-D78CE9448BEB}" srcOrd="1" destOrd="0" presId="urn:microsoft.com/office/officeart/2005/8/layout/hierarchy1"/>
    <dgm:cxn modelId="{6AF1AF29-27D6-0543-B441-50D3DA5727BE}" type="presParOf" srcId="{EB0197CD-C212-6F47-9B28-93DC247A3F61}" destId="{05F518A1-AA73-2F46-B9EE-75FC1EDC3A5A}" srcOrd="1" destOrd="0" presId="urn:microsoft.com/office/officeart/2005/8/layout/hierarchy1"/>
    <dgm:cxn modelId="{7CCCD053-AB8F-BE45-B168-BC5F62367319}" type="presParOf" srcId="{0E32848A-7390-0A4B-B377-D92FFBB5F8F7}" destId="{67B2E99E-4F0B-E048-AFC2-042CAEBAD673}" srcOrd="2" destOrd="0" presId="urn:microsoft.com/office/officeart/2005/8/layout/hierarchy1"/>
    <dgm:cxn modelId="{725886CA-B4A6-9C47-B76F-70CA5CBD47E6}" type="presParOf" srcId="{0E32848A-7390-0A4B-B377-D92FFBB5F8F7}" destId="{306E389E-9B88-9343-BBFE-861756F51380}" srcOrd="3" destOrd="0" presId="urn:microsoft.com/office/officeart/2005/8/layout/hierarchy1"/>
    <dgm:cxn modelId="{C441D48D-234F-5B4B-9EA6-40DBBC93B56A}" type="presParOf" srcId="{306E389E-9B88-9343-BBFE-861756F51380}" destId="{CAC5F77D-4AC6-5649-9BAA-DAB8CB4B159F}" srcOrd="0" destOrd="0" presId="urn:microsoft.com/office/officeart/2005/8/layout/hierarchy1"/>
    <dgm:cxn modelId="{BD0EA042-FB97-9342-8ABA-779F4E701B33}" type="presParOf" srcId="{CAC5F77D-4AC6-5649-9BAA-DAB8CB4B159F}" destId="{02D662F4-3F2D-DE48-B3AC-F561F87230ED}" srcOrd="0" destOrd="0" presId="urn:microsoft.com/office/officeart/2005/8/layout/hierarchy1"/>
    <dgm:cxn modelId="{9E81AE00-CA62-7548-9B09-19C6265F30F1}" type="presParOf" srcId="{CAC5F77D-4AC6-5649-9BAA-DAB8CB4B159F}" destId="{7C2EFDEC-1DD3-B64C-B321-A96F44F6E147}" srcOrd="1" destOrd="0" presId="urn:microsoft.com/office/officeart/2005/8/layout/hierarchy1"/>
    <dgm:cxn modelId="{45541C26-B956-2B41-B0CA-16D2F1790DFF}" type="presParOf" srcId="{306E389E-9B88-9343-BBFE-861756F51380}" destId="{9352A46B-C9DE-DA45-8CC5-2BDDAB61D2F3}" srcOrd="1" destOrd="0" presId="urn:microsoft.com/office/officeart/2005/8/layout/hierarchy1"/>
    <dgm:cxn modelId="{42412360-84CD-C841-89B2-734E42771D5D}" type="presParOf" srcId="{9352A46B-C9DE-DA45-8CC5-2BDDAB61D2F3}" destId="{A97F2092-F0B3-3347-A31A-CE5AA19C92A1}" srcOrd="0" destOrd="0" presId="urn:microsoft.com/office/officeart/2005/8/layout/hierarchy1"/>
    <dgm:cxn modelId="{C328C64E-9951-DA42-8D5F-7B530BEA6656}" type="presParOf" srcId="{9352A46B-C9DE-DA45-8CC5-2BDDAB61D2F3}" destId="{4CA21972-2655-0845-A251-4BF0BADE14F5}" srcOrd="1" destOrd="0" presId="urn:microsoft.com/office/officeart/2005/8/layout/hierarchy1"/>
    <dgm:cxn modelId="{4F41EC6E-B4CA-3643-8E9B-58D16B7C8841}" type="presParOf" srcId="{4CA21972-2655-0845-A251-4BF0BADE14F5}" destId="{055D61BA-3C48-CB42-92B9-2C0E3F4EC470}" srcOrd="0" destOrd="0" presId="urn:microsoft.com/office/officeart/2005/8/layout/hierarchy1"/>
    <dgm:cxn modelId="{05E27B4F-1C42-344B-9A51-9240CA88D4D5}" type="presParOf" srcId="{055D61BA-3C48-CB42-92B9-2C0E3F4EC470}" destId="{043CC1E7-EC39-9E4B-BBF2-98A67DE89A3F}" srcOrd="0" destOrd="0" presId="urn:microsoft.com/office/officeart/2005/8/layout/hierarchy1"/>
    <dgm:cxn modelId="{7B98F582-3077-0C4E-98E0-89E169F652CE}" type="presParOf" srcId="{055D61BA-3C48-CB42-92B9-2C0E3F4EC470}" destId="{E9C02831-FEE4-494D-B69C-14E83D1E7D71}" srcOrd="1" destOrd="0" presId="urn:microsoft.com/office/officeart/2005/8/layout/hierarchy1"/>
    <dgm:cxn modelId="{43DF1BA2-F938-9445-B807-E845CD9D7099}" type="presParOf" srcId="{4CA21972-2655-0845-A251-4BF0BADE14F5}" destId="{0EEC04C8-2648-E643-A5CB-CF0B1B299B03}" srcOrd="1" destOrd="0" presId="urn:microsoft.com/office/officeart/2005/8/layout/hierarchy1"/>
    <dgm:cxn modelId="{CC2661B9-9943-AC4C-B3A9-76D03C8495AA}" type="presParOf" srcId="{0EEC04C8-2648-E643-A5CB-CF0B1B299B03}" destId="{28C33F85-F983-354F-996E-F8971B419192}" srcOrd="0" destOrd="0" presId="urn:microsoft.com/office/officeart/2005/8/layout/hierarchy1"/>
    <dgm:cxn modelId="{6EEF2855-FC49-384A-AACF-E93FC50AA314}" type="presParOf" srcId="{0EEC04C8-2648-E643-A5CB-CF0B1B299B03}" destId="{54590E53-350A-8F4D-93E1-F2FCD89E8AB2}" srcOrd="1" destOrd="0" presId="urn:microsoft.com/office/officeart/2005/8/layout/hierarchy1"/>
    <dgm:cxn modelId="{08892188-A004-8E43-B376-187CAF526F6E}" type="presParOf" srcId="{54590E53-350A-8F4D-93E1-F2FCD89E8AB2}" destId="{053AAAFC-0345-D547-932B-A07555662A8C}" srcOrd="0" destOrd="0" presId="urn:microsoft.com/office/officeart/2005/8/layout/hierarchy1"/>
    <dgm:cxn modelId="{7D5C98AF-3E1C-FF4D-B0FE-09804C47B88A}" type="presParOf" srcId="{053AAAFC-0345-D547-932B-A07555662A8C}" destId="{28AFDAD8-DC32-1941-8F87-C4209BEE30CF}" srcOrd="0" destOrd="0" presId="urn:microsoft.com/office/officeart/2005/8/layout/hierarchy1"/>
    <dgm:cxn modelId="{07F45334-4BCF-D848-AF3D-26D3F0111590}" type="presParOf" srcId="{053AAAFC-0345-D547-932B-A07555662A8C}" destId="{A00920F7-D5B3-AD41-A922-C8751868338D}" srcOrd="1" destOrd="0" presId="urn:microsoft.com/office/officeart/2005/8/layout/hierarchy1"/>
    <dgm:cxn modelId="{C32B79E5-4A97-9947-BBE4-221A7B36E711}" type="presParOf" srcId="{54590E53-350A-8F4D-93E1-F2FCD89E8AB2}" destId="{BEEB2DFA-F9BE-4447-B8A5-7D2C2B2121D2}" srcOrd="1" destOrd="0" presId="urn:microsoft.com/office/officeart/2005/8/layout/hierarchy1"/>
    <dgm:cxn modelId="{03440805-E5F5-244B-BA80-29CEF30730B0}" type="presParOf" srcId="{BEEB2DFA-F9BE-4447-B8A5-7D2C2B2121D2}" destId="{9028AE5A-B1B9-544B-9E59-CAD3425BA1F3}" srcOrd="0" destOrd="0" presId="urn:microsoft.com/office/officeart/2005/8/layout/hierarchy1"/>
    <dgm:cxn modelId="{C711C7C4-B0C9-3147-82FE-D387E727CF16}" type="presParOf" srcId="{BEEB2DFA-F9BE-4447-B8A5-7D2C2B2121D2}" destId="{EE0E0CCE-F981-304A-BACA-0C0322826FC5}" srcOrd="1" destOrd="0" presId="urn:microsoft.com/office/officeart/2005/8/layout/hierarchy1"/>
    <dgm:cxn modelId="{BF55E0A9-4F2F-9A4A-90CA-2696A08546D2}" type="presParOf" srcId="{EE0E0CCE-F981-304A-BACA-0C0322826FC5}" destId="{EE8D9EAA-943F-ED41-9EE7-902552FE2B18}" srcOrd="0" destOrd="0" presId="urn:microsoft.com/office/officeart/2005/8/layout/hierarchy1"/>
    <dgm:cxn modelId="{4D0A7391-277B-7A4C-B51B-DCFCBAE235B8}" type="presParOf" srcId="{EE8D9EAA-943F-ED41-9EE7-902552FE2B18}" destId="{D8A61740-8106-7346-BF40-B94B98F4594F}" srcOrd="0" destOrd="0" presId="urn:microsoft.com/office/officeart/2005/8/layout/hierarchy1"/>
    <dgm:cxn modelId="{1750BCC8-0A41-CE47-BEAD-F94102EC0E21}" type="presParOf" srcId="{EE8D9EAA-943F-ED41-9EE7-902552FE2B18}" destId="{1A17589F-07A8-A242-8B96-3453D02099CD}" srcOrd="1" destOrd="0" presId="urn:microsoft.com/office/officeart/2005/8/layout/hierarchy1"/>
    <dgm:cxn modelId="{87D404F8-864A-E342-871E-1393A2019044}" type="presParOf" srcId="{EE0E0CCE-F981-304A-BACA-0C0322826FC5}" destId="{F2F99580-7B9F-F24C-8263-F8428ADC9DDA}" srcOrd="1" destOrd="0" presId="urn:microsoft.com/office/officeart/2005/8/layout/hierarchy1"/>
    <dgm:cxn modelId="{ED913872-4554-F04A-9A43-17206CE0B2B1}" type="presParOf" srcId="{F2F99580-7B9F-F24C-8263-F8428ADC9DDA}" destId="{F78B18A2-1B1F-D344-B806-34C9AA93CC81}" srcOrd="0" destOrd="0" presId="urn:microsoft.com/office/officeart/2005/8/layout/hierarchy1"/>
    <dgm:cxn modelId="{0FE42C0B-0250-3846-BF5D-1CD7A67E9763}" type="presParOf" srcId="{F2F99580-7B9F-F24C-8263-F8428ADC9DDA}" destId="{56FE573E-4050-9049-963A-442EC26C3812}" srcOrd="1" destOrd="0" presId="urn:microsoft.com/office/officeart/2005/8/layout/hierarchy1"/>
    <dgm:cxn modelId="{07EF225C-3329-1743-AAEC-8FDA8A1786BE}" type="presParOf" srcId="{56FE573E-4050-9049-963A-442EC26C3812}" destId="{77C52E4D-207E-4940-822C-4A7EA62AAF7F}" srcOrd="0" destOrd="0" presId="urn:microsoft.com/office/officeart/2005/8/layout/hierarchy1"/>
    <dgm:cxn modelId="{38317987-D972-214E-B61E-A986F81176AE}" type="presParOf" srcId="{77C52E4D-207E-4940-822C-4A7EA62AAF7F}" destId="{80BD8585-FC5C-524E-AE36-926061FD1E65}" srcOrd="0" destOrd="0" presId="urn:microsoft.com/office/officeart/2005/8/layout/hierarchy1"/>
    <dgm:cxn modelId="{F5F46AF4-A1B8-BA43-9F6E-5674B6A8FED7}" type="presParOf" srcId="{77C52E4D-207E-4940-822C-4A7EA62AAF7F}" destId="{1649A313-60FB-DD44-A0A0-DF5324CFF6E3}" srcOrd="1" destOrd="0" presId="urn:microsoft.com/office/officeart/2005/8/layout/hierarchy1"/>
    <dgm:cxn modelId="{D9281860-1708-DF47-9404-D791AB06A30B}" type="presParOf" srcId="{56FE573E-4050-9049-963A-442EC26C3812}" destId="{AD146A09-00F0-B44D-80CD-21585418BB70}" srcOrd="1" destOrd="0" presId="urn:microsoft.com/office/officeart/2005/8/layout/hierarchy1"/>
    <dgm:cxn modelId="{DB1939AC-467C-FB4E-A929-C5C992808B7C}" type="presParOf" srcId="{AD146A09-00F0-B44D-80CD-21585418BB70}" destId="{D0F2D382-D16C-1F4A-AFA3-483094D000C6}" srcOrd="0" destOrd="0" presId="urn:microsoft.com/office/officeart/2005/8/layout/hierarchy1"/>
    <dgm:cxn modelId="{6D6F040F-C8AD-7944-9FAC-D49EB44F5DD8}" type="presParOf" srcId="{AD146A09-00F0-B44D-80CD-21585418BB70}" destId="{2DEAFFF6-E5E5-B242-B99B-7502F50FB546}" srcOrd="1" destOrd="0" presId="urn:microsoft.com/office/officeart/2005/8/layout/hierarchy1"/>
    <dgm:cxn modelId="{554A09C3-6CE1-2142-91E4-8EDCE4E85D49}" type="presParOf" srcId="{2DEAFFF6-E5E5-B242-B99B-7502F50FB546}" destId="{224AAA43-1246-B941-A561-15CCB2AF4AE4}" srcOrd="0" destOrd="0" presId="urn:microsoft.com/office/officeart/2005/8/layout/hierarchy1"/>
    <dgm:cxn modelId="{B248FF81-BF27-DB43-959C-1ED970EE5410}" type="presParOf" srcId="{224AAA43-1246-B941-A561-15CCB2AF4AE4}" destId="{0E615789-6A73-1F46-8F19-56FB8C82FA46}" srcOrd="0" destOrd="0" presId="urn:microsoft.com/office/officeart/2005/8/layout/hierarchy1"/>
    <dgm:cxn modelId="{56AAA02C-1C97-D744-9268-6CF22590BDEC}" type="presParOf" srcId="{224AAA43-1246-B941-A561-15CCB2AF4AE4}" destId="{2C5DB84E-8DD9-8748-A9CB-E8EEFC73BF55}" srcOrd="1" destOrd="0" presId="urn:microsoft.com/office/officeart/2005/8/layout/hierarchy1"/>
    <dgm:cxn modelId="{498BB13B-6FE2-1649-A1FE-086625FB72E5}" type="presParOf" srcId="{2DEAFFF6-E5E5-B242-B99B-7502F50FB546}" destId="{D44A8EA7-A4E7-F645-933E-CDBA987B9415}" srcOrd="1" destOrd="0" presId="urn:microsoft.com/office/officeart/2005/8/layout/hierarchy1"/>
    <dgm:cxn modelId="{4F5B1FF9-9F3B-5040-A1B9-C0FF3048F8D2}" type="presParOf" srcId="{D44A8EA7-A4E7-F645-933E-CDBA987B9415}" destId="{92DB63DD-A2E2-FB4B-8783-4ADFA7A53A68}" srcOrd="0" destOrd="0" presId="urn:microsoft.com/office/officeart/2005/8/layout/hierarchy1"/>
    <dgm:cxn modelId="{7A388A78-5724-C14E-A1FF-AF32C12D7435}" type="presParOf" srcId="{D44A8EA7-A4E7-F645-933E-CDBA987B9415}" destId="{173B57D3-706E-9B4B-8362-79B8383C0682}" srcOrd="1" destOrd="0" presId="urn:microsoft.com/office/officeart/2005/8/layout/hierarchy1"/>
    <dgm:cxn modelId="{9B06D042-931D-0149-A365-D64B2EE79DD8}" type="presParOf" srcId="{173B57D3-706E-9B4B-8362-79B8383C0682}" destId="{355C7BE9-A73F-CC4C-99AD-EA5932A44DFD}" srcOrd="0" destOrd="0" presId="urn:microsoft.com/office/officeart/2005/8/layout/hierarchy1"/>
    <dgm:cxn modelId="{86B74153-AA3E-8842-9645-220FAA919A61}" type="presParOf" srcId="{355C7BE9-A73F-CC4C-99AD-EA5932A44DFD}" destId="{79E261A0-5E01-3642-89C2-8584C37D1004}" srcOrd="0" destOrd="0" presId="urn:microsoft.com/office/officeart/2005/8/layout/hierarchy1"/>
    <dgm:cxn modelId="{0879CE2A-77CD-6E43-B2BF-F7D8D09121C8}" type="presParOf" srcId="{355C7BE9-A73F-CC4C-99AD-EA5932A44DFD}" destId="{80A30608-4436-5D4D-A864-288C39E3B2D2}" srcOrd="1" destOrd="0" presId="urn:microsoft.com/office/officeart/2005/8/layout/hierarchy1"/>
    <dgm:cxn modelId="{30E6E93D-6C1F-A742-AE2D-4CB1C86F0769}" type="presParOf" srcId="{173B57D3-706E-9B4B-8362-79B8383C0682}" destId="{896EF3F7-852B-EE40-8267-4C8AC9F61BA8}" srcOrd="1" destOrd="0" presId="urn:microsoft.com/office/officeart/2005/8/layout/hierarchy1"/>
    <dgm:cxn modelId="{B6F65439-B3B9-AA40-8D71-2BFF226DA479}" type="presParOf" srcId="{896EF3F7-852B-EE40-8267-4C8AC9F61BA8}" destId="{3970C0B8-A898-CB45-A32E-6A937F5D46B0}" srcOrd="0" destOrd="0" presId="urn:microsoft.com/office/officeart/2005/8/layout/hierarchy1"/>
    <dgm:cxn modelId="{981B9BDF-3217-6941-8AA2-7466DDECFE26}" type="presParOf" srcId="{896EF3F7-852B-EE40-8267-4C8AC9F61BA8}" destId="{0BF178D1-8B23-4A49-A6A7-956CE4151D1F}" srcOrd="1" destOrd="0" presId="urn:microsoft.com/office/officeart/2005/8/layout/hierarchy1"/>
    <dgm:cxn modelId="{989D928A-FF69-1449-BCD9-89E3A2E135F7}" type="presParOf" srcId="{0BF178D1-8B23-4A49-A6A7-956CE4151D1F}" destId="{3F90B90A-5A90-8645-8BAB-F14CFE886118}" srcOrd="0" destOrd="0" presId="urn:microsoft.com/office/officeart/2005/8/layout/hierarchy1"/>
    <dgm:cxn modelId="{5F54F409-AD1E-044D-9E71-188B9DCFF4BE}" type="presParOf" srcId="{3F90B90A-5A90-8645-8BAB-F14CFE886118}" destId="{FEEE5347-1938-2B40-BB09-6A0B51FB6FED}" srcOrd="0" destOrd="0" presId="urn:microsoft.com/office/officeart/2005/8/layout/hierarchy1"/>
    <dgm:cxn modelId="{300AAB6E-D3A2-6047-B3F0-03046C66F36D}" type="presParOf" srcId="{3F90B90A-5A90-8645-8BAB-F14CFE886118}" destId="{5B3C9D30-76FE-C24A-95F7-D615D029A2DA}" srcOrd="1" destOrd="0" presId="urn:microsoft.com/office/officeart/2005/8/layout/hierarchy1"/>
    <dgm:cxn modelId="{C303C7F6-5FE8-EB46-B403-6C77E88E90DE}" type="presParOf" srcId="{0BF178D1-8B23-4A49-A6A7-956CE4151D1F}" destId="{9613DF5E-3E6F-C54B-9721-9D92108AE2A9}" srcOrd="1" destOrd="0" presId="urn:microsoft.com/office/officeart/2005/8/layout/hierarchy1"/>
    <dgm:cxn modelId="{81E8C0FB-E333-B64B-B859-4CCE9B24825C}" type="presParOf" srcId="{0E32848A-7390-0A4B-B377-D92FFBB5F8F7}" destId="{D78375EB-EAA0-BA4B-AE7E-7C88D176F13D}" srcOrd="4" destOrd="0" presId="urn:microsoft.com/office/officeart/2005/8/layout/hierarchy1"/>
    <dgm:cxn modelId="{0F562A06-287F-D74D-BDE4-9EC3BDB2481B}" type="presParOf" srcId="{0E32848A-7390-0A4B-B377-D92FFBB5F8F7}" destId="{E58DE7A7-27E0-854A-B8C2-922309287512}" srcOrd="5" destOrd="0" presId="urn:microsoft.com/office/officeart/2005/8/layout/hierarchy1"/>
    <dgm:cxn modelId="{35B807B8-BED7-0F4A-83DC-4853D0E9DAD9}" type="presParOf" srcId="{E58DE7A7-27E0-854A-B8C2-922309287512}" destId="{905CFEEE-8E85-914D-B715-DC14AF7B0636}" srcOrd="0" destOrd="0" presId="urn:microsoft.com/office/officeart/2005/8/layout/hierarchy1"/>
    <dgm:cxn modelId="{D8A31EFC-9B1D-FD40-AD1B-EB29008356AE}" type="presParOf" srcId="{905CFEEE-8E85-914D-B715-DC14AF7B0636}" destId="{63580777-FF8A-1C45-91F3-538CCB3671A4}" srcOrd="0" destOrd="0" presId="urn:microsoft.com/office/officeart/2005/8/layout/hierarchy1"/>
    <dgm:cxn modelId="{01210B25-223C-7B43-83BD-39782096E14D}" type="presParOf" srcId="{905CFEEE-8E85-914D-B715-DC14AF7B0636}" destId="{38AB0AF3-F1FC-0840-B0A9-EC823A291295}" srcOrd="1" destOrd="0" presId="urn:microsoft.com/office/officeart/2005/8/layout/hierarchy1"/>
    <dgm:cxn modelId="{C3A5BBD9-3593-8740-BEE5-394641F72D1C}" type="presParOf" srcId="{E58DE7A7-27E0-854A-B8C2-922309287512}" destId="{A573FA7D-2F85-C144-8CF6-86AFD3C0A853}" srcOrd="1" destOrd="0" presId="urn:microsoft.com/office/officeart/2005/8/layout/hierarchy1"/>
    <dgm:cxn modelId="{13A92CE4-BACE-DB47-8D7A-080F67CBD877}" type="presParOf" srcId="{A573FA7D-2F85-C144-8CF6-86AFD3C0A853}" destId="{4129296A-77AD-0746-ABD3-20DDB8EB49FA}" srcOrd="0" destOrd="0" presId="urn:microsoft.com/office/officeart/2005/8/layout/hierarchy1"/>
    <dgm:cxn modelId="{CD0283C2-5019-C74D-894F-16A9650AB28B}" type="presParOf" srcId="{A573FA7D-2F85-C144-8CF6-86AFD3C0A853}" destId="{30577470-90BC-F24A-BBDD-F196CA155CA2}" srcOrd="1" destOrd="0" presId="urn:microsoft.com/office/officeart/2005/8/layout/hierarchy1"/>
    <dgm:cxn modelId="{AC00C244-6785-F745-87E4-925F6896CACB}" type="presParOf" srcId="{30577470-90BC-F24A-BBDD-F196CA155CA2}" destId="{15033CBE-A2A4-BE4C-916A-7A3E5338601C}" srcOrd="0" destOrd="0" presId="urn:microsoft.com/office/officeart/2005/8/layout/hierarchy1"/>
    <dgm:cxn modelId="{3B7C4D7F-DFE9-4C49-95E7-C762215DBFBA}" type="presParOf" srcId="{15033CBE-A2A4-BE4C-916A-7A3E5338601C}" destId="{3935D1FF-094F-AD45-A6C2-CE35DE228F51}" srcOrd="0" destOrd="0" presId="urn:microsoft.com/office/officeart/2005/8/layout/hierarchy1"/>
    <dgm:cxn modelId="{1AFC8D9A-D1D0-C945-B964-CD46B3BA586E}" type="presParOf" srcId="{15033CBE-A2A4-BE4C-916A-7A3E5338601C}" destId="{076370A1-91F8-964C-A579-5821A132E374}" srcOrd="1" destOrd="0" presId="urn:microsoft.com/office/officeart/2005/8/layout/hierarchy1"/>
    <dgm:cxn modelId="{9ABDF545-5A12-2347-9E2C-5F869842AF41}" type="presParOf" srcId="{30577470-90BC-F24A-BBDD-F196CA155CA2}" destId="{7CFC96F4-9E3D-4240-9263-F71AD6335C8A}" srcOrd="1" destOrd="0" presId="urn:microsoft.com/office/officeart/2005/8/layout/hierarchy1"/>
    <dgm:cxn modelId="{3702C7A9-4C71-EE47-97DC-E599CA6E3508}" type="presParOf" srcId="{7CFC96F4-9E3D-4240-9263-F71AD6335C8A}" destId="{4076A4FD-C072-F347-ABC7-15F013732CBF}" srcOrd="0" destOrd="0" presId="urn:microsoft.com/office/officeart/2005/8/layout/hierarchy1"/>
    <dgm:cxn modelId="{598A18BA-02AA-D245-AFEB-B06B2ACE9873}" type="presParOf" srcId="{7CFC96F4-9E3D-4240-9263-F71AD6335C8A}" destId="{26AF8ECC-1BCF-0E48-966B-FC56E1BF2A4B}" srcOrd="1" destOrd="0" presId="urn:microsoft.com/office/officeart/2005/8/layout/hierarchy1"/>
    <dgm:cxn modelId="{1569B416-1FF9-724C-B025-315958665A5D}" type="presParOf" srcId="{26AF8ECC-1BCF-0E48-966B-FC56E1BF2A4B}" destId="{216B4927-62F2-F04C-BAE8-8B4B545B48A5}" srcOrd="0" destOrd="0" presId="urn:microsoft.com/office/officeart/2005/8/layout/hierarchy1"/>
    <dgm:cxn modelId="{FD3595C4-96A4-724F-97EA-95BE09245E2D}" type="presParOf" srcId="{216B4927-62F2-F04C-BAE8-8B4B545B48A5}" destId="{A858E32D-A7F6-0D4F-B78C-72D24D8E1946}" srcOrd="0" destOrd="0" presId="urn:microsoft.com/office/officeart/2005/8/layout/hierarchy1"/>
    <dgm:cxn modelId="{9A3F02B5-697F-3342-B9F4-0D91ACE2206B}" type="presParOf" srcId="{216B4927-62F2-F04C-BAE8-8B4B545B48A5}" destId="{6E0E4A02-84FE-F641-9BFD-9122ED410D7D}" srcOrd="1" destOrd="0" presId="urn:microsoft.com/office/officeart/2005/8/layout/hierarchy1"/>
    <dgm:cxn modelId="{F8ABC634-E4A3-AD49-9484-AF9218D4AE5B}" type="presParOf" srcId="{26AF8ECC-1BCF-0E48-966B-FC56E1BF2A4B}" destId="{638298DF-186A-B849-8A30-35FEA2B9A685}" srcOrd="1" destOrd="0" presId="urn:microsoft.com/office/officeart/2005/8/layout/hierarchy1"/>
    <dgm:cxn modelId="{93C4B37D-9C1E-E64A-A3A0-1B63186B3F0B}" type="presParOf" srcId="{638298DF-186A-B849-8A30-35FEA2B9A685}" destId="{C3D6E933-9700-D845-BBE7-1D9AE743EBA5}" srcOrd="0" destOrd="0" presId="urn:microsoft.com/office/officeart/2005/8/layout/hierarchy1"/>
    <dgm:cxn modelId="{F2C1B77C-DCCA-F946-896F-2140793E1CD9}" type="presParOf" srcId="{638298DF-186A-B849-8A30-35FEA2B9A685}" destId="{C3513C7B-8BE7-7245-BD4E-02EF82D8B536}" srcOrd="1" destOrd="0" presId="urn:microsoft.com/office/officeart/2005/8/layout/hierarchy1"/>
    <dgm:cxn modelId="{E8E6CAB8-C403-EF40-9E03-C1F759F36A5D}" type="presParOf" srcId="{C3513C7B-8BE7-7245-BD4E-02EF82D8B536}" destId="{6D0C117D-4346-F147-BC59-9D1EAB192D5F}" srcOrd="0" destOrd="0" presId="urn:microsoft.com/office/officeart/2005/8/layout/hierarchy1"/>
    <dgm:cxn modelId="{37EA2B3E-61E4-5E40-9203-FC1FA481A305}" type="presParOf" srcId="{6D0C117D-4346-F147-BC59-9D1EAB192D5F}" destId="{BE89243A-F642-124D-8521-87FE27B68E5C}" srcOrd="0" destOrd="0" presId="urn:microsoft.com/office/officeart/2005/8/layout/hierarchy1"/>
    <dgm:cxn modelId="{B54CA179-594A-EC44-8E12-E43F6D3CB832}" type="presParOf" srcId="{6D0C117D-4346-F147-BC59-9D1EAB192D5F}" destId="{E2E8D02E-F251-5646-A9FA-8155998CD46C}" srcOrd="1" destOrd="0" presId="urn:microsoft.com/office/officeart/2005/8/layout/hierarchy1"/>
    <dgm:cxn modelId="{DDC2BEF4-1E8C-1A48-95D1-EED8CFCC5B80}" type="presParOf" srcId="{C3513C7B-8BE7-7245-BD4E-02EF82D8B536}" destId="{BFDDB78B-D7ED-FA4A-945D-A54E3A0DEDEF}" srcOrd="1" destOrd="0" presId="urn:microsoft.com/office/officeart/2005/8/layout/hierarchy1"/>
    <dgm:cxn modelId="{EB056A6A-EA84-6E45-A32B-6615A14CA4CA}" type="presParOf" srcId="{BFDDB78B-D7ED-FA4A-945D-A54E3A0DEDEF}" destId="{9D472E96-40CE-204E-99F9-3568DCF9D7C4}" srcOrd="0" destOrd="0" presId="urn:microsoft.com/office/officeart/2005/8/layout/hierarchy1"/>
    <dgm:cxn modelId="{44895477-0DE9-5644-AC47-49C94A83EF20}" type="presParOf" srcId="{BFDDB78B-D7ED-FA4A-945D-A54E3A0DEDEF}" destId="{AC7E2826-5DCC-494C-8ACB-1305545456A8}" srcOrd="1" destOrd="0" presId="urn:microsoft.com/office/officeart/2005/8/layout/hierarchy1"/>
    <dgm:cxn modelId="{9769C518-41B0-9C4C-AC3D-C1C0420DEE92}" type="presParOf" srcId="{AC7E2826-5DCC-494C-8ACB-1305545456A8}" destId="{D19329D4-8D5D-2048-986D-357F77419095}" srcOrd="0" destOrd="0" presId="urn:microsoft.com/office/officeart/2005/8/layout/hierarchy1"/>
    <dgm:cxn modelId="{0B6EAEE5-E32C-B74D-9B5D-6105BBD6B97B}" type="presParOf" srcId="{D19329D4-8D5D-2048-986D-357F77419095}" destId="{19EA40F9-A65D-5E4B-BE82-C54476D7BFAD}" srcOrd="0" destOrd="0" presId="urn:microsoft.com/office/officeart/2005/8/layout/hierarchy1"/>
    <dgm:cxn modelId="{C7ED6210-BBCF-4A42-98AF-6D1A3F98C8A0}" type="presParOf" srcId="{D19329D4-8D5D-2048-986D-357F77419095}" destId="{F1D30F0A-DBD2-F44E-BD1A-2FBAA79D514D}" srcOrd="1" destOrd="0" presId="urn:microsoft.com/office/officeart/2005/8/layout/hierarchy1"/>
    <dgm:cxn modelId="{5C16EC97-8776-324D-AA74-3883F02DD85E}" type="presParOf" srcId="{AC7E2826-5DCC-494C-8ACB-1305545456A8}" destId="{F235B36C-5963-C045-9396-120D1A253002}" srcOrd="1" destOrd="0" presId="urn:microsoft.com/office/officeart/2005/8/layout/hierarchy1"/>
    <dgm:cxn modelId="{1187F264-0BF0-284C-A5CD-EB4135AD2C1F}" type="presParOf" srcId="{F235B36C-5963-C045-9396-120D1A253002}" destId="{541BF21E-69C5-7D48-8E86-75ECA1EEBE48}" srcOrd="0" destOrd="0" presId="urn:microsoft.com/office/officeart/2005/8/layout/hierarchy1"/>
    <dgm:cxn modelId="{EEB8D06E-1EDA-3C42-A2B4-BDB89CDC00B1}" type="presParOf" srcId="{F235B36C-5963-C045-9396-120D1A253002}" destId="{77F2C4E5-7B41-2B43-8097-9A82B1EA6758}" srcOrd="1" destOrd="0" presId="urn:microsoft.com/office/officeart/2005/8/layout/hierarchy1"/>
    <dgm:cxn modelId="{642A2ACE-2EC1-1249-A5AA-F794DCDD4437}" type="presParOf" srcId="{77F2C4E5-7B41-2B43-8097-9A82B1EA6758}" destId="{303E1BDD-9CE7-164E-9951-B0AC002E1DA1}" srcOrd="0" destOrd="0" presId="urn:microsoft.com/office/officeart/2005/8/layout/hierarchy1"/>
    <dgm:cxn modelId="{D8F744A7-D928-DC46-8672-9B9D809DE468}" type="presParOf" srcId="{303E1BDD-9CE7-164E-9951-B0AC002E1DA1}" destId="{A19B8100-471C-8545-9369-D70CFC75C6A6}" srcOrd="0" destOrd="0" presId="urn:microsoft.com/office/officeart/2005/8/layout/hierarchy1"/>
    <dgm:cxn modelId="{2220AB9A-75BA-C94D-9AD2-A3D65B127CE5}" type="presParOf" srcId="{303E1BDD-9CE7-164E-9951-B0AC002E1DA1}" destId="{36065A34-1C40-214C-A9B6-AFD04ECF2CEF}" srcOrd="1" destOrd="0" presId="urn:microsoft.com/office/officeart/2005/8/layout/hierarchy1"/>
    <dgm:cxn modelId="{1D1C4492-4F7F-2A4B-979A-2DB9EF7DB0A8}" type="presParOf" srcId="{77F2C4E5-7B41-2B43-8097-9A82B1EA6758}" destId="{17F25A0C-3FCE-E94A-9931-96D127ED56C5}" srcOrd="1" destOrd="0" presId="urn:microsoft.com/office/officeart/2005/8/layout/hierarchy1"/>
    <dgm:cxn modelId="{DF984309-86DB-9D47-A73B-09AC2BC67EA6}" type="presParOf" srcId="{17F25A0C-3FCE-E94A-9931-96D127ED56C5}" destId="{82A6E87C-4F80-364D-AF52-D3FB15955EFC}" srcOrd="0" destOrd="0" presId="urn:microsoft.com/office/officeart/2005/8/layout/hierarchy1"/>
    <dgm:cxn modelId="{5669F33D-3D6A-4E43-B4DB-8563824F0327}" type="presParOf" srcId="{17F25A0C-3FCE-E94A-9931-96D127ED56C5}" destId="{2D543CFE-6350-1A49-B90F-D9A350ADD191}" srcOrd="1" destOrd="0" presId="urn:microsoft.com/office/officeart/2005/8/layout/hierarchy1"/>
    <dgm:cxn modelId="{60A3AC17-6824-9F4C-957B-D817ABB1FE2D}" type="presParOf" srcId="{2D543CFE-6350-1A49-B90F-D9A350ADD191}" destId="{B04B4F11-6DBA-0B43-BEFE-ECF2B095F2FE}" srcOrd="0" destOrd="0" presId="urn:microsoft.com/office/officeart/2005/8/layout/hierarchy1"/>
    <dgm:cxn modelId="{4BD1D04A-E32A-F042-8B99-F1E821D8C3F3}" type="presParOf" srcId="{B04B4F11-6DBA-0B43-BEFE-ECF2B095F2FE}" destId="{27E88D47-607A-3C49-AE04-060E80546FF1}" srcOrd="0" destOrd="0" presId="urn:microsoft.com/office/officeart/2005/8/layout/hierarchy1"/>
    <dgm:cxn modelId="{E22F9F40-B5E8-204F-8197-ACFDBD66D597}" type="presParOf" srcId="{B04B4F11-6DBA-0B43-BEFE-ECF2B095F2FE}" destId="{57555886-6EF4-BC4D-B418-D5A84094038B}" srcOrd="1" destOrd="0" presId="urn:microsoft.com/office/officeart/2005/8/layout/hierarchy1"/>
    <dgm:cxn modelId="{E788E677-7152-C143-A177-C94E6887E384}" type="presParOf" srcId="{2D543CFE-6350-1A49-B90F-D9A350ADD191}" destId="{2BD9A5F3-A3EE-D94C-AF48-B2A4F6527F56}" srcOrd="1" destOrd="0" presId="urn:microsoft.com/office/officeart/2005/8/layout/hierarchy1"/>
    <dgm:cxn modelId="{9D3FA2D6-D891-B34F-9BB8-C3EA99A2F6DB}" type="presParOf" srcId="{0E32848A-7390-0A4B-B377-D92FFBB5F8F7}" destId="{6FEC0318-86EE-BF4F-B69D-6AC6B37E2F23}" srcOrd="6" destOrd="0" presId="urn:microsoft.com/office/officeart/2005/8/layout/hierarchy1"/>
    <dgm:cxn modelId="{5D55F3FD-8C3B-5C43-8AD0-EA06F5FC1238}" type="presParOf" srcId="{0E32848A-7390-0A4B-B377-D92FFBB5F8F7}" destId="{4B22E058-B56D-CD42-8CC4-4D04BE4914FE}" srcOrd="7" destOrd="0" presId="urn:microsoft.com/office/officeart/2005/8/layout/hierarchy1"/>
    <dgm:cxn modelId="{EB603722-58A0-494B-A78B-1FFC7A2235F5}" type="presParOf" srcId="{4B22E058-B56D-CD42-8CC4-4D04BE4914FE}" destId="{CD82C2E7-2F25-A244-B9C9-9F53196450F5}" srcOrd="0" destOrd="0" presId="urn:microsoft.com/office/officeart/2005/8/layout/hierarchy1"/>
    <dgm:cxn modelId="{844FDCBC-E06F-D845-A935-442C7494833F}" type="presParOf" srcId="{CD82C2E7-2F25-A244-B9C9-9F53196450F5}" destId="{94C76387-B2F0-A94D-AB4A-6B431CA76FF7}" srcOrd="0" destOrd="0" presId="urn:microsoft.com/office/officeart/2005/8/layout/hierarchy1"/>
    <dgm:cxn modelId="{E007A0C1-E3FE-454E-8922-4FCB73A13F41}" type="presParOf" srcId="{CD82C2E7-2F25-A244-B9C9-9F53196450F5}" destId="{C9CB6119-D7C9-BA45-B134-4F1B18CEBF44}" srcOrd="1" destOrd="0" presId="urn:microsoft.com/office/officeart/2005/8/layout/hierarchy1"/>
    <dgm:cxn modelId="{ECCA6A96-112E-8448-9363-196CDAB3F4F2}" type="presParOf" srcId="{4B22E058-B56D-CD42-8CC4-4D04BE4914FE}" destId="{8C07232E-6A27-3645-BDCA-CCC23E77226E}" srcOrd="1" destOrd="0" presId="urn:microsoft.com/office/officeart/2005/8/layout/hierarchy1"/>
    <dgm:cxn modelId="{DE534881-904E-834D-83CD-0F9404204CC0}" type="presParOf" srcId="{8C07232E-6A27-3645-BDCA-CCC23E77226E}" destId="{962727CF-C77B-9648-AC67-14EFE6B1217D}" srcOrd="0" destOrd="0" presId="urn:microsoft.com/office/officeart/2005/8/layout/hierarchy1"/>
    <dgm:cxn modelId="{65B84AB4-E521-BE48-8AA0-484DF5200149}" type="presParOf" srcId="{8C07232E-6A27-3645-BDCA-CCC23E77226E}" destId="{5CABC7CA-E108-BE47-A56F-1D27E0DD9F67}" srcOrd="1" destOrd="0" presId="urn:microsoft.com/office/officeart/2005/8/layout/hierarchy1"/>
    <dgm:cxn modelId="{886E12C9-9DEF-8B46-8BA0-FA3D7A9242E1}" type="presParOf" srcId="{5CABC7CA-E108-BE47-A56F-1D27E0DD9F67}" destId="{10CD1CCB-DF22-2641-BEE0-87115E6D163D}" srcOrd="0" destOrd="0" presId="urn:microsoft.com/office/officeart/2005/8/layout/hierarchy1"/>
    <dgm:cxn modelId="{605B269D-6469-E54E-B9F1-C493BD43FBC3}" type="presParOf" srcId="{10CD1CCB-DF22-2641-BEE0-87115E6D163D}" destId="{62A0A8F4-64CD-0644-8FC1-965D5E4B54A2}" srcOrd="0" destOrd="0" presId="urn:microsoft.com/office/officeart/2005/8/layout/hierarchy1"/>
    <dgm:cxn modelId="{008C8A50-669E-A246-A14E-9B1E67359D86}" type="presParOf" srcId="{10CD1CCB-DF22-2641-BEE0-87115E6D163D}" destId="{5BFE775D-1278-2845-8AFA-F27567955484}" srcOrd="1" destOrd="0" presId="urn:microsoft.com/office/officeart/2005/8/layout/hierarchy1"/>
    <dgm:cxn modelId="{555B0C7C-ACCF-064F-B785-7C29956A7637}" type="presParOf" srcId="{5CABC7CA-E108-BE47-A56F-1D27E0DD9F67}" destId="{367BB20D-4072-AB4E-A76D-738D0527EDB7}" srcOrd="1" destOrd="0" presId="urn:microsoft.com/office/officeart/2005/8/layout/hierarchy1"/>
    <dgm:cxn modelId="{4279F836-267E-1649-A646-855DFBE76C40}" type="presParOf" srcId="{367BB20D-4072-AB4E-A76D-738D0527EDB7}" destId="{5B2DA9AF-1669-4F48-807C-66E15148D4F4}" srcOrd="0" destOrd="0" presId="urn:microsoft.com/office/officeart/2005/8/layout/hierarchy1"/>
    <dgm:cxn modelId="{FC2ADB05-803A-C545-90F6-C86584B12E73}" type="presParOf" srcId="{367BB20D-4072-AB4E-A76D-738D0527EDB7}" destId="{13B1EB35-387F-864F-9DBA-11AB6962B2D0}" srcOrd="1" destOrd="0" presId="urn:microsoft.com/office/officeart/2005/8/layout/hierarchy1"/>
    <dgm:cxn modelId="{BF7913D4-DEC0-1F44-B563-8C2165EEA777}" type="presParOf" srcId="{13B1EB35-387F-864F-9DBA-11AB6962B2D0}" destId="{83DFA61E-DA4B-6B45-AFE9-CC1954C2EB00}" srcOrd="0" destOrd="0" presId="urn:microsoft.com/office/officeart/2005/8/layout/hierarchy1"/>
    <dgm:cxn modelId="{9978E423-AA10-2E45-8CB4-2C692115046B}" type="presParOf" srcId="{83DFA61E-DA4B-6B45-AFE9-CC1954C2EB00}" destId="{3C68C47C-A9BC-C041-A7C3-C81C1A93AF84}" srcOrd="0" destOrd="0" presId="urn:microsoft.com/office/officeart/2005/8/layout/hierarchy1"/>
    <dgm:cxn modelId="{C60E5565-4EE9-7C41-8E7A-6886EF9BAC23}" type="presParOf" srcId="{83DFA61E-DA4B-6B45-AFE9-CC1954C2EB00}" destId="{3751471B-CC20-8547-9CE4-C46E11359996}" srcOrd="1" destOrd="0" presId="urn:microsoft.com/office/officeart/2005/8/layout/hierarchy1"/>
    <dgm:cxn modelId="{12B7D115-7CAA-6B43-8947-703E6E47C293}" type="presParOf" srcId="{13B1EB35-387F-864F-9DBA-11AB6962B2D0}" destId="{C2FB1AEC-4FB9-2C48-9D3A-339648376FDA}" srcOrd="1" destOrd="0" presId="urn:microsoft.com/office/officeart/2005/8/layout/hierarchy1"/>
    <dgm:cxn modelId="{B9BD8F59-5BFE-9F4A-8055-A91A51F5F3ED}" type="presParOf" srcId="{C2FB1AEC-4FB9-2C48-9D3A-339648376FDA}" destId="{19A2C103-3431-924F-88E8-A30E3B693E05}" srcOrd="0" destOrd="0" presId="urn:microsoft.com/office/officeart/2005/8/layout/hierarchy1"/>
    <dgm:cxn modelId="{E1734AC2-2FD3-3245-B844-DD37DB4D7658}" type="presParOf" srcId="{C2FB1AEC-4FB9-2C48-9D3A-339648376FDA}" destId="{90A53AEB-4B64-B840-B3E1-D82A9B74EA91}" srcOrd="1" destOrd="0" presId="urn:microsoft.com/office/officeart/2005/8/layout/hierarchy1"/>
    <dgm:cxn modelId="{9F8F2200-8011-EF42-A6B1-CF9373E15A37}" type="presParOf" srcId="{90A53AEB-4B64-B840-B3E1-D82A9B74EA91}" destId="{46AB306A-0F8E-A240-8DD7-E22DABBA33E3}" srcOrd="0" destOrd="0" presId="urn:microsoft.com/office/officeart/2005/8/layout/hierarchy1"/>
    <dgm:cxn modelId="{5CCCBB60-86AC-3849-89BD-8B224A1BE4EE}" type="presParOf" srcId="{46AB306A-0F8E-A240-8DD7-E22DABBA33E3}" destId="{C0985385-8083-5243-BEDC-71BED5DB2469}" srcOrd="0" destOrd="0" presId="urn:microsoft.com/office/officeart/2005/8/layout/hierarchy1"/>
    <dgm:cxn modelId="{52A1157C-19DF-7146-9CCF-64827A4D5402}" type="presParOf" srcId="{46AB306A-0F8E-A240-8DD7-E22DABBA33E3}" destId="{5C646CFB-C423-0649-9CC9-8D41D3928549}" srcOrd="1" destOrd="0" presId="urn:microsoft.com/office/officeart/2005/8/layout/hierarchy1"/>
    <dgm:cxn modelId="{36E26EBB-A07F-C744-85B7-56E1021D8133}" type="presParOf" srcId="{90A53AEB-4B64-B840-B3E1-D82A9B74EA91}" destId="{3CCBF008-0DF2-0C4E-B6CD-7B238D35F5D2}" srcOrd="1" destOrd="0" presId="urn:microsoft.com/office/officeart/2005/8/layout/hierarchy1"/>
    <dgm:cxn modelId="{8CE5E29A-6E8C-9E49-820F-A519265A99FE}" type="presParOf" srcId="{3CCBF008-0DF2-0C4E-B6CD-7B238D35F5D2}" destId="{14041500-E136-3C4C-A387-E34B685202F7}" srcOrd="0" destOrd="0" presId="urn:microsoft.com/office/officeart/2005/8/layout/hierarchy1"/>
    <dgm:cxn modelId="{886512AF-A46E-334B-8A44-7005277DE034}" type="presParOf" srcId="{3CCBF008-0DF2-0C4E-B6CD-7B238D35F5D2}" destId="{B5E40F14-5D48-814E-BED4-8994C6C700A6}" srcOrd="1" destOrd="0" presId="urn:microsoft.com/office/officeart/2005/8/layout/hierarchy1"/>
    <dgm:cxn modelId="{C20BA6BD-F5E2-584E-ACF7-90F86BF61D19}" type="presParOf" srcId="{B5E40F14-5D48-814E-BED4-8994C6C700A6}" destId="{AC87E0EB-C078-4641-ABD8-601912AEC1D0}" srcOrd="0" destOrd="0" presId="urn:microsoft.com/office/officeart/2005/8/layout/hierarchy1"/>
    <dgm:cxn modelId="{C349CFF1-35B5-4943-BB1C-B731E3D9CA49}" type="presParOf" srcId="{AC87E0EB-C078-4641-ABD8-601912AEC1D0}" destId="{7653B37A-5503-8747-BC41-D0D79854321B}" srcOrd="0" destOrd="0" presId="urn:microsoft.com/office/officeart/2005/8/layout/hierarchy1"/>
    <dgm:cxn modelId="{F1B5EC8B-7B05-244C-8561-5F5250CA45C8}" type="presParOf" srcId="{AC87E0EB-C078-4641-ABD8-601912AEC1D0}" destId="{6C1D51E3-AE05-8B41-8BE2-1707A404FA52}" srcOrd="1" destOrd="0" presId="urn:microsoft.com/office/officeart/2005/8/layout/hierarchy1"/>
    <dgm:cxn modelId="{727A973A-0029-A949-AAEF-C53D319C1373}" type="presParOf" srcId="{B5E40F14-5D48-814E-BED4-8994C6C700A6}" destId="{FD5ED577-BB8C-1540-A535-2D193F9955E3}" srcOrd="1" destOrd="0" presId="urn:microsoft.com/office/officeart/2005/8/layout/hierarchy1"/>
    <dgm:cxn modelId="{58BCACC8-E063-FB4E-B0D3-60FE22E85F0A}" type="presParOf" srcId="{FD5ED577-BB8C-1540-A535-2D193F9955E3}" destId="{DC447E2B-8FF1-0D4C-A978-88F2E1AAB940}" srcOrd="0" destOrd="0" presId="urn:microsoft.com/office/officeart/2005/8/layout/hierarchy1"/>
    <dgm:cxn modelId="{A342C88E-B62E-814F-A703-A988531C3714}" type="presParOf" srcId="{FD5ED577-BB8C-1540-A535-2D193F9955E3}" destId="{F398ED62-C69B-0140-A049-FA3A6247A293}" srcOrd="1" destOrd="0" presId="urn:microsoft.com/office/officeart/2005/8/layout/hierarchy1"/>
    <dgm:cxn modelId="{95D7CEFA-F086-8D4B-BD02-707C795DD8B4}" type="presParOf" srcId="{F398ED62-C69B-0140-A049-FA3A6247A293}" destId="{C29EE3BE-9701-3541-BD59-4CFE8F79038A}" srcOrd="0" destOrd="0" presId="urn:microsoft.com/office/officeart/2005/8/layout/hierarchy1"/>
    <dgm:cxn modelId="{350DBE8C-8C1E-ED45-92E2-6CA676052BC4}" type="presParOf" srcId="{C29EE3BE-9701-3541-BD59-4CFE8F79038A}" destId="{AB684357-D11A-484B-A4DC-B156DD2677CD}" srcOrd="0" destOrd="0" presId="urn:microsoft.com/office/officeart/2005/8/layout/hierarchy1"/>
    <dgm:cxn modelId="{CE9074F3-99F6-AA4E-AA8F-0B60315EB338}" type="presParOf" srcId="{C29EE3BE-9701-3541-BD59-4CFE8F79038A}" destId="{C93DD578-C07C-224C-A90A-80FC79C896DD}" srcOrd="1" destOrd="0" presId="urn:microsoft.com/office/officeart/2005/8/layout/hierarchy1"/>
    <dgm:cxn modelId="{58738F60-6FC5-7542-B0E2-54B004F372C7}" type="presParOf" srcId="{F398ED62-C69B-0140-A049-FA3A6247A293}" destId="{143AAC0A-3F1A-FC46-877F-ABCF9C6A7C68}" srcOrd="1" destOrd="0" presId="urn:microsoft.com/office/officeart/2005/8/layout/hierarchy1"/>
    <dgm:cxn modelId="{76EE8CC1-7D0C-6C46-8FBD-AD14957789DE}" type="presParOf" srcId="{143AAC0A-3F1A-FC46-877F-ABCF9C6A7C68}" destId="{A4958644-7C8F-CE43-BF62-C8749DBCDD41}" srcOrd="0" destOrd="0" presId="urn:microsoft.com/office/officeart/2005/8/layout/hierarchy1"/>
    <dgm:cxn modelId="{EAAD761C-C08C-4D4A-82BC-D9DD887F57B1}" type="presParOf" srcId="{143AAC0A-3F1A-FC46-877F-ABCF9C6A7C68}" destId="{2B281E24-26C3-7945-AAC4-E10CD4DD18F5}" srcOrd="1" destOrd="0" presId="urn:microsoft.com/office/officeart/2005/8/layout/hierarchy1"/>
    <dgm:cxn modelId="{EF1AF34B-5A0A-0146-9A1E-21D9FB2F921B}" type="presParOf" srcId="{2B281E24-26C3-7945-AAC4-E10CD4DD18F5}" destId="{EEF37FA1-CB4C-7644-942E-139B22F93EFB}" srcOrd="0" destOrd="0" presId="urn:microsoft.com/office/officeart/2005/8/layout/hierarchy1"/>
    <dgm:cxn modelId="{56B5923D-8909-7C42-BE9E-C02C0005913A}" type="presParOf" srcId="{EEF37FA1-CB4C-7644-942E-139B22F93EFB}" destId="{A7B5AA75-9105-E046-A7ED-DC862522B820}" srcOrd="0" destOrd="0" presId="urn:microsoft.com/office/officeart/2005/8/layout/hierarchy1"/>
    <dgm:cxn modelId="{805949C8-2C0F-F747-AA64-415447DAE1BD}" type="presParOf" srcId="{EEF37FA1-CB4C-7644-942E-139B22F93EFB}" destId="{3C9E6637-A6FC-7E47-B700-39925215437D}" srcOrd="1" destOrd="0" presId="urn:microsoft.com/office/officeart/2005/8/layout/hierarchy1"/>
    <dgm:cxn modelId="{E4B54857-A8AC-7643-A794-80BFD36F24E1}" type="presParOf" srcId="{2B281E24-26C3-7945-AAC4-E10CD4DD18F5}" destId="{F01928FC-9EEA-BB4E-A115-D2C1EB387C98}" srcOrd="1" destOrd="0" presId="urn:microsoft.com/office/officeart/2005/8/layout/hierarchy1"/>
    <dgm:cxn modelId="{442293DA-82C3-7F49-8281-A90C1F7939E6}" type="presParOf" srcId="{F01928FC-9EEA-BB4E-A115-D2C1EB387C98}" destId="{99361BCA-182F-8947-860D-5DF37B1134D6}" srcOrd="0" destOrd="0" presId="urn:microsoft.com/office/officeart/2005/8/layout/hierarchy1"/>
    <dgm:cxn modelId="{3A40C0D3-9345-DF4E-B61E-3B8977F1B313}" type="presParOf" srcId="{F01928FC-9EEA-BB4E-A115-D2C1EB387C98}" destId="{98D9D59B-DE56-7C45-9186-DEB14B562009}" srcOrd="1" destOrd="0" presId="urn:microsoft.com/office/officeart/2005/8/layout/hierarchy1"/>
    <dgm:cxn modelId="{B73401FB-AFC9-894A-A5B4-EC295794FC4B}" type="presParOf" srcId="{98D9D59B-DE56-7C45-9186-DEB14B562009}" destId="{CDD77EF7-B43B-8048-8206-0EF79252C310}" srcOrd="0" destOrd="0" presId="urn:microsoft.com/office/officeart/2005/8/layout/hierarchy1"/>
    <dgm:cxn modelId="{F406A4BE-F41B-1C4B-A896-0292CCF57F09}" type="presParOf" srcId="{CDD77EF7-B43B-8048-8206-0EF79252C310}" destId="{577210CD-C018-0A4E-B584-807336AAA528}" srcOrd="0" destOrd="0" presId="urn:microsoft.com/office/officeart/2005/8/layout/hierarchy1"/>
    <dgm:cxn modelId="{D1DE13EA-EDFF-DA49-ADB7-2DFB989556DF}" type="presParOf" srcId="{CDD77EF7-B43B-8048-8206-0EF79252C310}" destId="{E60C92AC-6CCB-7D4E-A4AE-1E096BD836F6}" srcOrd="1" destOrd="0" presId="urn:microsoft.com/office/officeart/2005/8/layout/hierarchy1"/>
    <dgm:cxn modelId="{595DC1FA-B617-EA48-B8B2-3234E1310359}" type="presParOf" srcId="{98D9D59B-DE56-7C45-9186-DEB14B562009}" destId="{0126E6E2-4EF9-AD48-8AB6-0E1C99D4A57E}" srcOrd="1" destOrd="0" presId="urn:microsoft.com/office/officeart/2005/8/layout/hierarchy1"/>
    <dgm:cxn modelId="{6044E32B-86D1-CE47-992D-03887D46F2A3}" type="presParOf" srcId="{8C07232E-6A27-3645-BDCA-CCC23E77226E}" destId="{4CD11435-30F9-5041-83F2-1CBE41B2D86F}" srcOrd="2" destOrd="0" presId="urn:microsoft.com/office/officeart/2005/8/layout/hierarchy1"/>
    <dgm:cxn modelId="{CEE0A118-5814-0A40-8261-9F7B2491C286}" type="presParOf" srcId="{8C07232E-6A27-3645-BDCA-CCC23E77226E}" destId="{7F1EE9EA-8815-5744-A05A-A9D091C2F598}" srcOrd="3" destOrd="0" presId="urn:microsoft.com/office/officeart/2005/8/layout/hierarchy1"/>
    <dgm:cxn modelId="{BAF75EEE-8D5F-1344-97DD-C45B37D46EE3}" type="presParOf" srcId="{7F1EE9EA-8815-5744-A05A-A9D091C2F598}" destId="{DEB49B49-E91B-CE4A-AFF4-176A61176AB0}" srcOrd="0" destOrd="0" presId="urn:microsoft.com/office/officeart/2005/8/layout/hierarchy1"/>
    <dgm:cxn modelId="{24C9DD34-CCD4-9241-AB50-61ACDA663E2C}" type="presParOf" srcId="{DEB49B49-E91B-CE4A-AFF4-176A61176AB0}" destId="{48ED2F1D-793A-8743-8EA8-7E73CEE7722D}" srcOrd="0" destOrd="0" presId="urn:microsoft.com/office/officeart/2005/8/layout/hierarchy1"/>
    <dgm:cxn modelId="{C16EF3AC-51CC-5144-9400-41F1CD97BA49}" type="presParOf" srcId="{DEB49B49-E91B-CE4A-AFF4-176A61176AB0}" destId="{3E1F25DD-DCB0-E74B-8C51-5F75D67BC77F}" srcOrd="1" destOrd="0" presId="urn:microsoft.com/office/officeart/2005/8/layout/hierarchy1"/>
    <dgm:cxn modelId="{1AF168CC-6749-944B-B89D-D2CA41FB979D}" type="presParOf" srcId="{7F1EE9EA-8815-5744-A05A-A9D091C2F598}" destId="{F9673982-2275-934B-B926-EBA976AABAE2}" srcOrd="1" destOrd="0" presId="urn:microsoft.com/office/officeart/2005/8/layout/hierarchy1"/>
    <dgm:cxn modelId="{D7391461-55DF-9C4A-B899-C536B74BE09C}" type="presParOf" srcId="{F9673982-2275-934B-B926-EBA976AABAE2}" destId="{16A00EDA-5B14-874A-A690-91AE8D982560}" srcOrd="0" destOrd="0" presId="urn:microsoft.com/office/officeart/2005/8/layout/hierarchy1"/>
    <dgm:cxn modelId="{49287C2E-483E-E84A-B4D0-8B90D0C74FD0}" type="presParOf" srcId="{F9673982-2275-934B-B926-EBA976AABAE2}" destId="{B94574FE-754B-AC4D-9A46-B3DE022A75FB}" srcOrd="1" destOrd="0" presId="urn:microsoft.com/office/officeart/2005/8/layout/hierarchy1"/>
    <dgm:cxn modelId="{2DF70708-8664-7D4C-B1E9-486625247FA1}" type="presParOf" srcId="{B94574FE-754B-AC4D-9A46-B3DE022A75FB}" destId="{E9DA9923-52C2-1B4C-8669-CE41EF237EE9}" srcOrd="0" destOrd="0" presId="urn:microsoft.com/office/officeart/2005/8/layout/hierarchy1"/>
    <dgm:cxn modelId="{6037DB10-2158-CB42-BEA2-62DEB7B13C1B}" type="presParOf" srcId="{E9DA9923-52C2-1B4C-8669-CE41EF237EE9}" destId="{AABD11BB-3602-1E4E-AAED-25CD0EBEA847}" srcOrd="0" destOrd="0" presId="urn:microsoft.com/office/officeart/2005/8/layout/hierarchy1"/>
    <dgm:cxn modelId="{08141571-4F4A-1445-8C88-77C71573ED72}" type="presParOf" srcId="{E9DA9923-52C2-1B4C-8669-CE41EF237EE9}" destId="{7A8E5BD1-EBC1-BA48-BDB0-84964239A6E7}" srcOrd="1" destOrd="0" presId="urn:microsoft.com/office/officeart/2005/8/layout/hierarchy1"/>
    <dgm:cxn modelId="{70B0B000-5EFF-E34A-A01C-55AC7864AC32}" type="presParOf" srcId="{B94574FE-754B-AC4D-9A46-B3DE022A75FB}" destId="{0854C121-2D03-7646-AF27-C7E226179497}" srcOrd="1" destOrd="0" presId="urn:microsoft.com/office/officeart/2005/8/layout/hierarchy1"/>
    <dgm:cxn modelId="{ACDA5C2B-B894-584B-8BBB-8D1E68C9C500}" type="presParOf" srcId="{0854C121-2D03-7646-AF27-C7E226179497}" destId="{8613E3A6-CD94-DC43-B021-192BEC3FA1B3}" srcOrd="0" destOrd="0" presId="urn:microsoft.com/office/officeart/2005/8/layout/hierarchy1"/>
    <dgm:cxn modelId="{E212E530-FCAD-B445-9645-D73E13F1561D}" type="presParOf" srcId="{0854C121-2D03-7646-AF27-C7E226179497}" destId="{0D4EA949-BC91-FE40-AC3E-28090D4E4793}" srcOrd="1" destOrd="0" presId="urn:microsoft.com/office/officeart/2005/8/layout/hierarchy1"/>
    <dgm:cxn modelId="{98E7E651-429A-5A4F-A30A-B5A500DD7424}" type="presParOf" srcId="{0D4EA949-BC91-FE40-AC3E-28090D4E4793}" destId="{F88F23B9-5E43-DE4F-935E-F25F895A041E}" srcOrd="0" destOrd="0" presId="urn:microsoft.com/office/officeart/2005/8/layout/hierarchy1"/>
    <dgm:cxn modelId="{50BA6AFB-9F24-B047-AF19-0E6907D8C0F7}" type="presParOf" srcId="{F88F23B9-5E43-DE4F-935E-F25F895A041E}" destId="{D0B126EE-0564-1449-AA77-0334A2C0BFDD}" srcOrd="0" destOrd="0" presId="urn:microsoft.com/office/officeart/2005/8/layout/hierarchy1"/>
    <dgm:cxn modelId="{A18FFAC3-2489-3F48-840B-23F63E9422AC}" type="presParOf" srcId="{F88F23B9-5E43-DE4F-935E-F25F895A041E}" destId="{C5E2536F-2AD9-3948-90C4-3FF68FE17A78}" srcOrd="1" destOrd="0" presId="urn:microsoft.com/office/officeart/2005/8/layout/hierarchy1"/>
    <dgm:cxn modelId="{AC31280C-44A6-E042-9EC9-1B80DB9D40F7}" type="presParOf" srcId="{0D4EA949-BC91-FE40-AC3E-28090D4E4793}" destId="{81D6777C-F5B4-6F4D-A884-8A277AEAE9A4}" srcOrd="1" destOrd="0" presId="urn:microsoft.com/office/officeart/2005/8/layout/hierarchy1"/>
    <dgm:cxn modelId="{9021BCA7-1B60-3542-8FFE-96B94CA149CB}" type="presParOf" srcId="{81D6777C-F5B4-6F4D-A884-8A277AEAE9A4}" destId="{E6A976B1-22BB-154B-8E28-14111F0EAA57}" srcOrd="0" destOrd="0" presId="urn:microsoft.com/office/officeart/2005/8/layout/hierarchy1"/>
    <dgm:cxn modelId="{D1F48E64-BD76-1C49-861D-D401EAD64F76}" type="presParOf" srcId="{81D6777C-F5B4-6F4D-A884-8A277AEAE9A4}" destId="{208EB1FA-B95E-7F4A-96EF-69553F1529B0}" srcOrd="1" destOrd="0" presId="urn:microsoft.com/office/officeart/2005/8/layout/hierarchy1"/>
    <dgm:cxn modelId="{57D6FF95-03FA-2846-BC87-0614011273ED}" type="presParOf" srcId="{208EB1FA-B95E-7F4A-96EF-69553F1529B0}" destId="{6BF489AC-6A94-304B-868D-182C83473C43}" srcOrd="0" destOrd="0" presId="urn:microsoft.com/office/officeart/2005/8/layout/hierarchy1"/>
    <dgm:cxn modelId="{46B8AE64-5FF8-4046-8613-659BAF42DEA2}" type="presParOf" srcId="{6BF489AC-6A94-304B-868D-182C83473C43}" destId="{227AB222-FBE2-8247-9DA4-4E20B74C11BC}" srcOrd="0" destOrd="0" presId="urn:microsoft.com/office/officeart/2005/8/layout/hierarchy1"/>
    <dgm:cxn modelId="{5E1FA6DC-FA5B-1947-B7BB-5B2D77CB7C16}" type="presParOf" srcId="{6BF489AC-6A94-304B-868D-182C83473C43}" destId="{7B4BBCEC-52C4-1E4D-B41B-AF023CF39B01}" srcOrd="1" destOrd="0" presId="urn:microsoft.com/office/officeart/2005/8/layout/hierarchy1"/>
    <dgm:cxn modelId="{1534D72A-063A-B940-8810-0C9D61B8EB63}" type="presParOf" srcId="{208EB1FA-B95E-7F4A-96EF-69553F1529B0}" destId="{9E8B4392-CC3F-A44E-AD57-424239E90E14}" srcOrd="1" destOrd="0" presId="urn:microsoft.com/office/officeart/2005/8/layout/hierarchy1"/>
    <dgm:cxn modelId="{BBC15AC6-220D-9A4D-84C4-0B6D78E1DEB3}" type="presParOf" srcId="{9E8B4392-CC3F-A44E-AD57-424239E90E14}" destId="{617C9F6E-E932-C14B-81AC-93F7334AE52F}" srcOrd="0" destOrd="0" presId="urn:microsoft.com/office/officeart/2005/8/layout/hierarchy1"/>
    <dgm:cxn modelId="{8034944D-7AF4-A44F-887B-29350578B34A}" type="presParOf" srcId="{9E8B4392-CC3F-A44E-AD57-424239E90E14}" destId="{7AA49F38-F399-4947-90DB-3E1809219BA0}" srcOrd="1" destOrd="0" presId="urn:microsoft.com/office/officeart/2005/8/layout/hierarchy1"/>
    <dgm:cxn modelId="{09D846B7-A622-AF4A-A19B-994F15828B79}" type="presParOf" srcId="{7AA49F38-F399-4947-90DB-3E1809219BA0}" destId="{21EEDC5D-BD16-DF47-A16C-C6B15B8C16A8}" srcOrd="0" destOrd="0" presId="urn:microsoft.com/office/officeart/2005/8/layout/hierarchy1"/>
    <dgm:cxn modelId="{E6380092-7576-CD42-848B-450185C4393C}" type="presParOf" srcId="{21EEDC5D-BD16-DF47-A16C-C6B15B8C16A8}" destId="{31768B2E-B585-2B4F-80E7-A069F356466D}" srcOrd="0" destOrd="0" presId="urn:microsoft.com/office/officeart/2005/8/layout/hierarchy1"/>
    <dgm:cxn modelId="{D3EF4B12-E32F-7C49-AC90-C1608B09205B}" type="presParOf" srcId="{21EEDC5D-BD16-DF47-A16C-C6B15B8C16A8}" destId="{B0DA06BC-7C67-E743-B1BA-0E10C5631680}" srcOrd="1" destOrd="0" presId="urn:microsoft.com/office/officeart/2005/8/layout/hierarchy1"/>
    <dgm:cxn modelId="{39364665-2C6E-D14D-BFA5-637FC263059B}" type="presParOf" srcId="{7AA49F38-F399-4947-90DB-3E1809219BA0}" destId="{4BA3B773-35C7-8A48-A0F4-C4EE44403C7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2C8A5E-4CF9-D64B-96A6-BF69FA1D486A}" type="doc">
      <dgm:prSet loTypeId="urn:microsoft.com/office/officeart/2005/8/layout/hierarchy1" loCatId="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C16A87F-0143-C546-80D0-F458148912FD}">
      <dgm:prSet phldrT="[Text]"/>
      <dgm:spPr/>
      <dgm:t>
        <a:bodyPr/>
        <a:lstStyle/>
        <a:p>
          <a:r>
            <a:rPr lang="en-US" b="1" dirty="0"/>
            <a:t>SYSTEM</a:t>
          </a:r>
        </a:p>
      </dgm:t>
    </dgm:pt>
    <dgm:pt modelId="{3535C1BC-0C5B-EA45-A1A3-F1155A46973B}" type="parTrans" cxnId="{50530E41-00A3-6A4C-BF8A-DAB034A05C58}">
      <dgm:prSet/>
      <dgm:spPr/>
      <dgm:t>
        <a:bodyPr/>
        <a:lstStyle/>
        <a:p>
          <a:endParaRPr lang="en-US" b="0"/>
        </a:p>
      </dgm:t>
    </dgm:pt>
    <dgm:pt modelId="{602A6B32-74CC-2F45-A8C5-243D884DCE6A}" type="sibTrans" cxnId="{50530E41-00A3-6A4C-BF8A-DAB034A05C58}">
      <dgm:prSet/>
      <dgm:spPr/>
      <dgm:t>
        <a:bodyPr/>
        <a:lstStyle/>
        <a:p>
          <a:endParaRPr lang="en-US" b="0"/>
        </a:p>
      </dgm:t>
    </dgm:pt>
    <dgm:pt modelId="{BF129B70-B031-2C49-AC23-ACEE5D449D13}">
      <dgm:prSet/>
      <dgm:spPr/>
      <dgm:t>
        <a:bodyPr/>
        <a:lstStyle/>
        <a:p>
          <a:r>
            <a:rPr lang="en-US" b="1" dirty="0"/>
            <a:t>1.1. Activation of Transfer</a:t>
          </a:r>
        </a:p>
      </dgm:t>
    </dgm:pt>
    <dgm:pt modelId="{DDF5A6C1-87FD-724D-82CC-0D684B592BBA}" type="parTrans" cxnId="{CC657B77-D5A1-894E-9C09-011B7732EC61}">
      <dgm:prSet/>
      <dgm:spPr/>
      <dgm:t>
        <a:bodyPr/>
        <a:lstStyle/>
        <a:p>
          <a:endParaRPr lang="en-US"/>
        </a:p>
      </dgm:t>
    </dgm:pt>
    <dgm:pt modelId="{8B166E64-0890-FC40-9B49-92EC243EFDC1}" type="sibTrans" cxnId="{CC657B77-D5A1-894E-9C09-011B7732EC61}">
      <dgm:prSet/>
      <dgm:spPr/>
      <dgm:t>
        <a:bodyPr/>
        <a:lstStyle/>
        <a:p>
          <a:endParaRPr lang="en-US"/>
        </a:p>
      </dgm:t>
    </dgm:pt>
    <dgm:pt modelId="{2992D371-5B03-1D45-B1E8-CC8AB1CF6B1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Mechanical Lever Switch</a:t>
          </a:r>
          <a:endParaRPr lang="en-US" dirty="0"/>
        </a:p>
      </dgm:t>
    </dgm:pt>
    <dgm:pt modelId="{828EC199-EAA3-EF49-A20B-B2092B332A5A}" type="parTrans" cxnId="{6ADFB89B-A24F-AB40-8CA9-F51E80F00057}">
      <dgm:prSet/>
      <dgm:spPr/>
      <dgm:t>
        <a:bodyPr/>
        <a:lstStyle/>
        <a:p>
          <a:endParaRPr lang="en-US"/>
        </a:p>
      </dgm:t>
    </dgm:pt>
    <dgm:pt modelId="{89532DC3-7F49-4543-BFA8-FDEF53E40BA6}" type="sibTrans" cxnId="{6ADFB89B-A24F-AB40-8CA9-F51E80F00057}">
      <dgm:prSet/>
      <dgm:spPr/>
      <dgm:t>
        <a:bodyPr/>
        <a:lstStyle/>
        <a:p>
          <a:endParaRPr lang="en-US"/>
        </a:p>
      </dgm:t>
    </dgm:pt>
    <dgm:pt modelId="{01B3B7D9-89BD-B040-8605-635DB4EABE3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Toggle Switch</a:t>
          </a:r>
        </a:p>
      </dgm:t>
    </dgm:pt>
    <dgm:pt modelId="{43DCE725-849A-CA40-8997-657A791FD70F}" type="parTrans" cxnId="{F007D672-59D1-7E4E-B1FF-E6F0AAD7A6C8}">
      <dgm:prSet/>
      <dgm:spPr/>
      <dgm:t>
        <a:bodyPr/>
        <a:lstStyle/>
        <a:p>
          <a:endParaRPr lang="en-US"/>
        </a:p>
      </dgm:t>
    </dgm:pt>
    <dgm:pt modelId="{AD7A8978-9719-DD46-A65E-ED515261E9C7}" type="sibTrans" cxnId="{F007D672-59D1-7E4E-B1FF-E6F0AAD7A6C8}">
      <dgm:prSet/>
      <dgm:spPr/>
      <dgm:t>
        <a:bodyPr/>
        <a:lstStyle/>
        <a:p>
          <a:endParaRPr lang="en-US"/>
        </a:p>
      </dgm:t>
    </dgm:pt>
    <dgm:pt modelId="{21B09B23-8EA5-AE49-ADE5-3453A5FB256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Push Button</a:t>
          </a:r>
        </a:p>
      </dgm:t>
    </dgm:pt>
    <dgm:pt modelId="{B1219951-C777-384D-9284-89638343004E}" type="parTrans" cxnId="{57C1CD22-5E1A-A543-AD8D-90D8D29DEE93}">
      <dgm:prSet/>
      <dgm:spPr/>
      <dgm:t>
        <a:bodyPr/>
        <a:lstStyle/>
        <a:p>
          <a:endParaRPr lang="en-US"/>
        </a:p>
      </dgm:t>
    </dgm:pt>
    <dgm:pt modelId="{1C6DA693-0168-AD45-B91A-108BD574D855}" type="sibTrans" cxnId="{57C1CD22-5E1A-A543-AD8D-90D8D29DEE93}">
      <dgm:prSet/>
      <dgm:spPr/>
      <dgm:t>
        <a:bodyPr/>
        <a:lstStyle/>
        <a:p>
          <a:endParaRPr lang="en-US"/>
        </a:p>
      </dgm:t>
    </dgm:pt>
    <dgm:pt modelId="{BB36DC2A-326D-F446-AC4D-5F3F577840B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Manual Pump Handle</a:t>
          </a:r>
        </a:p>
      </dgm:t>
    </dgm:pt>
    <dgm:pt modelId="{6AEF75F3-70E3-7A47-A752-0EB8283EF539}" type="parTrans" cxnId="{8CA54819-32EE-204D-9A27-06B516CD0E4F}">
      <dgm:prSet/>
      <dgm:spPr/>
      <dgm:t>
        <a:bodyPr/>
        <a:lstStyle/>
        <a:p>
          <a:endParaRPr lang="en-US"/>
        </a:p>
      </dgm:t>
    </dgm:pt>
    <dgm:pt modelId="{2EF6B1A3-15B6-1B4C-922C-5B8278AEA073}" type="sibTrans" cxnId="{8CA54819-32EE-204D-9A27-06B516CD0E4F}">
      <dgm:prSet/>
      <dgm:spPr/>
      <dgm:t>
        <a:bodyPr/>
        <a:lstStyle/>
        <a:p>
          <a:endParaRPr lang="en-US"/>
        </a:p>
      </dgm:t>
    </dgm:pt>
    <dgm:pt modelId="{881665E8-74BE-914A-B2EC-46D66C97186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Wired Electrical Switch</a:t>
          </a:r>
        </a:p>
      </dgm:t>
    </dgm:pt>
    <dgm:pt modelId="{3AFEAF60-BAD0-5948-A357-D9EACEAD5827}" type="parTrans" cxnId="{B31F1CF7-00CD-2A41-B555-F92E8DDFAA52}">
      <dgm:prSet/>
      <dgm:spPr/>
      <dgm:t>
        <a:bodyPr/>
        <a:lstStyle/>
        <a:p>
          <a:endParaRPr lang="en-US"/>
        </a:p>
      </dgm:t>
    </dgm:pt>
    <dgm:pt modelId="{FBC3BE54-87FB-3C48-878F-CB991DCBE890}" type="sibTrans" cxnId="{B31F1CF7-00CD-2A41-B555-F92E8DDFAA52}">
      <dgm:prSet/>
      <dgm:spPr/>
      <dgm:t>
        <a:bodyPr/>
        <a:lstStyle/>
        <a:p>
          <a:endParaRPr lang="en-US"/>
        </a:p>
      </dgm:t>
    </dgm:pt>
    <dgm:pt modelId="{ABE34C66-335D-7D45-877F-3F07A82456B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Pressure Sensor Activation</a:t>
          </a:r>
        </a:p>
      </dgm:t>
    </dgm:pt>
    <dgm:pt modelId="{FE3ADA64-8247-7C44-A8BD-3A8D1CB2463E}" type="parTrans" cxnId="{DDAA4D97-E0A4-B146-80B1-43BEA79979CA}">
      <dgm:prSet/>
      <dgm:spPr/>
      <dgm:t>
        <a:bodyPr/>
        <a:lstStyle/>
        <a:p>
          <a:endParaRPr lang="en-US"/>
        </a:p>
      </dgm:t>
    </dgm:pt>
    <dgm:pt modelId="{40BFE994-3DDF-5049-9EFC-D8B0161912B8}" type="sibTrans" cxnId="{DDAA4D97-E0A4-B146-80B1-43BEA79979CA}">
      <dgm:prSet/>
      <dgm:spPr/>
      <dgm:t>
        <a:bodyPr/>
        <a:lstStyle/>
        <a:p>
          <a:endParaRPr lang="en-US"/>
        </a:p>
      </dgm:t>
    </dgm:pt>
    <dgm:pt modelId="{9EA695CE-D62E-6449-A9D3-6BA2FA501C6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Timer-Controlled Switch</a:t>
          </a:r>
        </a:p>
      </dgm:t>
    </dgm:pt>
    <dgm:pt modelId="{E67938E7-374A-6640-BF5D-B342C6969D8D}" type="parTrans" cxnId="{3BA52397-BE5A-E146-B2F1-56E035CB1FAF}">
      <dgm:prSet/>
      <dgm:spPr/>
      <dgm:t>
        <a:bodyPr/>
        <a:lstStyle/>
        <a:p>
          <a:endParaRPr lang="en-US"/>
        </a:p>
      </dgm:t>
    </dgm:pt>
    <dgm:pt modelId="{2B86C14A-B380-5F4D-8610-7B4A59728C5C}" type="sibTrans" cxnId="{3BA52397-BE5A-E146-B2F1-56E035CB1FAF}">
      <dgm:prSet/>
      <dgm:spPr/>
      <dgm:t>
        <a:bodyPr/>
        <a:lstStyle/>
        <a:p>
          <a:endParaRPr lang="en-US"/>
        </a:p>
      </dgm:t>
    </dgm:pt>
    <dgm:pt modelId="{A320E16E-DA78-5C46-9F35-1F570596450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Flow Sensor-Based Activation</a:t>
          </a:r>
        </a:p>
      </dgm:t>
    </dgm:pt>
    <dgm:pt modelId="{EBEF8A6E-4A46-AA46-945D-9ADC7CCE4060}" type="parTrans" cxnId="{04398426-156C-CF46-8087-22A36D6BBD89}">
      <dgm:prSet/>
      <dgm:spPr/>
      <dgm:t>
        <a:bodyPr/>
        <a:lstStyle/>
        <a:p>
          <a:endParaRPr lang="en-US"/>
        </a:p>
      </dgm:t>
    </dgm:pt>
    <dgm:pt modelId="{E5721B05-8B5A-164A-B726-4D5FE81D73D0}" type="sibTrans" cxnId="{04398426-156C-CF46-8087-22A36D6BBD89}">
      <dgm:prSet/>
      <dgm:spPr/>
      <dgm:t>
        <a:bodyPr/>
        <a:lstStyle/>
        <a:p>
          <a:endParaRPr lang="en-US"/>
        </a:p>
      </dgm:t>
    </dgm:pt>
    <dgm:pt modelId="{4630E8BE-6F39-A34B-B876-C38B8F6676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Motion Sensor Activation</a:t>
          </a:r>
        </a:p>
      </dgm:t>
    </dgm:pt>
    <dgm:pt modelId="{CEB37D34-2FE6-004E-8A1B-F376949A0111}" type="parTrans" cxnId="{B6962ED5-3979-7840-A525-072FE2ACE274}">
      <dgm:prSet/>
      <dgm:spPr/>
      <dgm:t>
        <a:bodyPr/>
        <a:lstStyle/>
        <a:p>
          <a:endParaRPr lang="en-US"/>
        </a:p>
      </dgm:t>
    </dgm:pt>
    <dgm:pt modelId="{3F223CE8-B1AD-2946-BAFD-194C951DEC2C}" type="sibTrans" cxnId="{B6962ED5-3979-7840-A525-072FE2ACE274}">
      <dgm:prSet/>
      <dgm:spPr/>
      <dgm:t>
        <a:bodyPr/>
        <a:lstStyle/>
        <a:p>
          <a:endParaRPr lang="en-US"/>
        </a:p>
      </dgm:t>
    </dgm:pt>
    <dgm:pt modelId="{00DA503C-FBED-AF41-BDD2-75D8E2108235}">
      <dgm:prSet/>
      <dgm:spPr/>
      <dgm:t>
        <a:bodyPr/>
        <a:lstStyle/>
        <a:p>
          <a:r>
            <a:rPr lang="en-US" b="1" dirty="0"/>
            <a:t>1.2. Adjustment of Flowrate</a:t>
          </a:r>
        </a:p>
      </dgm:t>
    </dgm:pt>
    <dgm:pt modelId="{9E912AD5-6878-9B43-85E3-D206FD09D5BA}" type="parTrans" cxnId="{10CF7E11-55AF-5C4E-9CC6-F26221297925}">
      <dgm:prSet/>
      <dgm:spPr/>
      <dgm:t>
        <a:bodyPr/>
        <a:lstStyle/>
        <a:p>
          <a:endParaRPr lang="en-US"/>
        </a:p>
      </dgm:t>
    </dgm:pt>
    <dgm:pt modelId="{93AA6018-8945-4D45-8FCC-D93950E0CBC3}" type="sibTrans" cxnId="{10CF7E11-55AF-5C4E-9CC6-F26221297925}">
      <dgm:prSet/>
      <dgm:spPr/>
      <dgm:t>
        <a:bodyPr/>
        <a:lstStyle/>
        <a:p>
          <a:endParaRPr lang="en-US"/>
        </a:p>
      </dgm:t>
    </dgm:pt>
    <dgm:pt modelId="{512F6EE0-31A8-F14D-B749-5FAEB26082E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Ball Valve</a:t>
          </a:r>
        </a:p>
      </dgm:t>
    </dgm:pt>
    <dgm:pt modelId="{2BECC545-BA45-0B4D-A124-270CA9BA04C2}" type="parTrans" cxnId="{584897C2-66E6-8540-BCFF-2E8FD1D03AED}">
      <dgm:prSet/>
      <dgm:spPr/>
      <dgm:t>
        <a:bodyPr/>
        <a:lstStyle/>
        <a:p>
          <a:endParaRPr lang="en-US"/>
        </a:p>
      </dgm:t>
    </dgm:pt>
    <dgm:pt modelId="{1DAE96F4-CFFD-2841-B03F-487239B446F0}" type="sibTrans" cxnId="{584897C2-66E6-8540-BCFF-2E8FD1D03AED}">
      <dgm:prSet/>
      <dgm:spPr/>
      <dgm:t>
        <a:bodyPr/>
        <a:lstStyle/>
        <a:p>
          <a:endParaRPr lang="en-US"/>
        </a:p>
      </dgm:t>
    </dgm:pt>
    <dgm:pt modelId="{098EFB8C-EC3C-EF47-9E54-E2D5DDC4C1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Gate Valve</a:t>
          </a:r>
        </a:p>
      </dgm:t>
    </dgm:pt>
    <dgm:pt modelId="{78D29643-3C6B-4D44-B0D7-C9CB0E75483F}" type="parTrans" cxnId="{20343CF4-3042-FA4E-8129-E3E7E8F8A0DC}">
      <dgm:prSet/>
      <dgm:spPr/>
      <dgm:t>
        <a:bodyPr/>
        <a:lstStyle/>
        <a:p>
          <a:endParaRPr lang="en-US"/>
        </a:p>
      </dgm:t>
    </dgm:pt>
    <dgm:pt modelId="{CA59A37A-EA33-DF44-88A2-EAECAAD116CA}" type="sibTrans" cxnId="{20343CF4-3042-FA4E-8129-E3E7E8F8A0DC}">
      <dgm:prSet/>
      <dgm:spPr/>
      <dgm:t>
        <a:bodyPr/>
        <a:lstStyle/>
        <a:p>
          <a:endParaRPr lang="en-US"/>
        </a:p>
      </dgm:t>
    </dgm:pt>
    <dgm:pt modelId="{3DFED527-EFB4-D143-BAFF-1E29586578D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Needle Valve</a:t>
          </a:r>
        </a:p>
      </dgm:t>
    </dgm:pt>
    <dgm:pt modelId="{75C0136D-F11A-4A46-9840-391C2E162C82}" type="parTrans" cxnId="{62C0B12B-36B0-294F-8703-CD97F027A7C3}">
      <dgm:prSet/>
      <dgm:spPr/>
      <dgm:t>
        <a:bodyPr/>
        <a:lstStyle/>
        <a:p>
          <a:endParaRPr lang="en-US"/>
        </a:p>
      </dgm:t>
    </dgm:pt>
    <dgm:pt modelId="{EE66B7C6-E073-E447-ABEC-04F7C1330624}" type="sibTrans" cxnId="{62C0B12B-36B0-294F-8703-CD97F027A7C3}">
      <dgm:prSet/>
      <dgm:spPr/>
      <dgm:t>
        <a:bodyPr/>
        <a:lstStyle/>
        <a:p>
          <a:endParaRPr lang="en-US"/>
        </a:p>
      </dgm:t>
    </dgm:pt>
    <dgm:pt modelId="{49E6108F-AA5B-1048-87B5-01060DC4535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Motorized Valve (Electric Control)</a:t>
          </a:r>
        </a:p>
      </dgm:t>
    </dgm:pt>
    <dgm:pt modelId="{B121A372-DD2F-3549-9C56-FE2F6AAC5B4F}" type="parTrans" cxnId="{29A1863A-459D-0C4B-B16A-C4931F17C4AC}">
      <dgm:prSet/>
      <dgm:spPr/>
      <dgm:t>
        <a:bodyPr/>
        <a:lstStyle/>
        <a:p>
          <a:endParaRPr lang="en-US"/>
        </a:p>
      </dgm:t>
    </dgm:pt>
    <dgm:pt modelId="{E894BD3E-EE04-F446-B380-496A71AED82D}" type="sibTrans" cxnId="{29A1863A-459D-0C4B-B16A-C4931F17C4AC}">
      <dgm:prSet/>
      <dgm:spPr/>
      <dgm:t>
        <a:bodyPr/>
        <a:lstStyle/>
        <a:p>
          <a:endParaRPr lang="en-US"/>
        </a:p>
      </dgm:t>
    </dgm:pt>
    <dgm:pt modelId="{69F68386-244A-6B4F-BB37-0DF68B29CEA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Programmable Flow Controller</a:t>
          </a:r>
        </a:p>
      </dgm:t>
    </dgm:pt>
    <dgm:pt modelId="{B1B80E28-7606-9545-BA16-C66E6DC8300F}" type="parTrans" cxnId="{7A8AE4D1-B406-9B49-A1B7-2C0915F06A46}">
      <dgm:prSet/>
      <dgm:spPr/>
      <dgm:t>
        <a:bodyPr/>
        <a:lstStyle/>
        <a:p>
          <a:endParaRPr lang="en-US"/>
        </a:p>
      </dgm:t>
    </dgm:pt>
    <dgm:pt modelId="{2ED6762F-4A95-CF45-9CDD-FDB8DD4C45EE}" type="sibTrans" cxnId="{7A8AE4D1-B406-9B49-A1B7-2C0915F06A46}">
      <dgm:prSet/>
      <dgm:spPr/>
      <dgm:t>
        <a:bodyPr/>
        <a:lstStyle/>
        <a:p>
          <a:endParaRPr lang="en-US"/>
        </a:p>
      </dgm:t>
    </dgm:pt>
    <dgm:pt modelId="{ADD7FE6B-FC02-B74D-A2A9-6A6619F9D98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Solenoid Valve</a:t>
          </a:r>
        </a:p>
      </dgm:t>
    </dgm:pt>
    <dgm:pt modelId="{A472D175-1227-4449-B463-A27F78C4C623}" type="parTrans" cxnId="{92CD7806-E2F1-8D4E-8777-EE282436EBA0}">
      <dgm:prSet/>
      <dgm:spPr/>
      <dgm:t>
        <a:bodyPr/>
        <a:lstStyle/>
        <a:p>
          <a:endParaRPr lang="en-US"/>
        </a:p>
      </dgm:t>
    </dgm:pt>
    <dgm:pt modelId="{EF758D54-DC1A-F349-AD1C-E224923ABA8C}" type="sibTrans" cxnId="{92CD7806-E2F1-8D4E-8777-EE282436EBA0}">
      <dgm:prSet/>
      <dgm:spPr/>
      <dgm:t>
        <a:bodyPr/>
        <a:lstStyle/>
        <a:p>
          <a:endParaRPr lang="en-US"/>
        </a:p>
      </dgm:t>
    </dgm:pt>
    <dgm:pt modelId="{F1F47B52-59DE-4F41-A84C-637274C6D9D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Flow-Adjustable Nozzles</a:t>
          </a:r>
        </a:p>
      </dgm:t>
    </dgm:pt>
    <dgm:pt modelId="{7176F9F9-71F9-B24F-B401-56DBBEE7B934}" type="parTrans" cxnId="{553CAEE3-944D-6A4F-B4BF-283D10ABE00C}">
      <dgm:prSet/>
      <dgm:spPr/>
      <dgm:t>
        <a:bodyPr/>
        <a:lstStyle/>
        <a:p>
          <a:endParaRPr lang="en-US"/>
        </a:p>
      </dgm:t>
    </dgm:pt>
    <dgm:pt modelId="{318494EC-9E7D-0843-B675-9A300FC265B3}" type="sibTrans" cxnId="{553CAEE3-944D-6A4F-B4BF-283D10ABE00C}">
      <dgm:prSet/>
      <dgm:spPr/>
      <dgm:t>
        <a:bodyPr/>
        <a:lstStyle/>
        <a:p>
          <a:endParaRPr lang="en-US"/>
        </a:p>
      </dgm:t>
    </dgm:pt>
    <dgm:pt modelId="{184FB8B6-F7E7-1544-8D23-574D1085330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Pressure-Regulating Valves</a:t>
          </a:r>
        </a:p>
      </dgm:t>
    </dgm:pt>
    <dgm:pt modelId="{F73AC43F-3278-A245-BB3C-8D1692C49627}" type="parTrans" cxnId="{910D2F11-2068-DA45-9338-8BE462D43878}">
      <dgm:prSet/>
      <dgm:spPr/>
      <dgm:t>
        <a:bodyPr/>
        <a:lstStyle/>
        <a:p>
          <a:endParaRPr lang="en-US"/>
        </a:p>
      </dgm:t>
    </dgm:pt>
    <dgm:pt modelId="{B5E5B90D-0DFB-7241-BCE7-CC549BA9B9E2}" type="sibTrans" cxnId="{910D2F11-2068-DA45-9338-8BE462D43878}">
      <dgm:prSet/>
      <dgm:spPr/>
      <dgm:t>
        <a:bodyPr/>
        <a:lstStyle/>
        <a:p>
          <a:endParaRPr lang="en-US"/>
        </a:p>
      </dgm:t>
    </dgm:pt>
    <dgm:pt modelId="{2E727B93-4582-DC41-A5AE-BE1E4B4E936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Inline Flow Meters with Adjustment Knobs</a:t>
          </a:r>
        </a:p>
      </dgm:t>
    </dgm:pt>
    <dgm:pt modelId="{23940F6C-5032-8F47-8A30-46EE4A27FADF}" type="parTrans" cxnId="{D6FCAA51-9246-6449-96A8-0AA2168C9168}">
      <dgm:prSet/>
      <dgm:spPr/>
      <dgm:t>
        <a:bodyPr/>
        <a:lstStyle/>
        <a:p>
          <a:endParaRPr lang="en-US"/>
        </a:p>
      </dgm:t>
    </dgm:pt>
    <dgm:pt modelId="{80E68328-3CC6-5143-8784-75B9A0788991}" type="sibTrans" cxnId="{D6FCAA51-9246-6449-96A8-0AA2168C9168}">
      <dgm:prSet/>
      <dgm:spPr/>
      <dgm:t>
        <a:bodyPr/>
        <a:lstStyle/>
        <a:p>
          <a:endParaRPr lang="en-US"/>
        </a:p>
      </dgm:t>
    </dgm:pt>
    <dgm:pt modelId="{9E587DAD-6AE8-0749-9C26-1301F6F2AD94}">
      <dgm:prSet/>
      <dgm:spPr/>
      <dgm:t>
        <a:bodyPr/>
        <a:lstStyle/>
        <a:p>
          <a:r>
            <a:rPr lang="en-US" b="1" dirty="0"/>
            <a:t>1.3. Storing Water</a:t>
          </a:r>
        </a:p>
      </dgm:t>
    </dgm:pt>
    <dgm:pt modelId="{1DDE0AE4-3AEF-374B-8DF5-E52C26118B2E}" type="parTrans" cxnId="{75C045EB-AE08-2847-A394-C43B8E471253}">
      <dgm:prSet/>
      <dgm:spPr/>
      <dgm:t>
        <a:bodyPr/>
        <a:lstStyle/>
        <a:p>
          <a:endParaRPr lang="en-US"/>
        </a:p>
      </dgm:t>
    </dgm:pt>
    <dgm:pt modelId="{85EFAD09-0674-6348-88C9-E04E086A555D}" type="sibTrans" cxnId="{75C045EB-AE08-2847-A394-C43B8E471253}">
      <dgm:prSet/>
      <dgm:spPr/>
      <dgm:t>
        <a:bodyPr/>
        <a:lstStyle/>
        <a:p>
          <a:endParaRPr lang="en-US"/>
        </a:p>
      </dgm:t>
    </dgm:pt>
    <dgm:pt modelId="{317B1D61-1396-A44D-AB57-8D8E2DB9BC2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Rain Barrels</a:t>
          </a:r>
        </a:p>
      </dgm:t>
    </dgm:pt>
    <dgm:pt modelId="{13C48341-432A-DE4B-8F42-3A00F888548D}" type="parTrans" cxnId="{77C22001-29A7-F846-9CA5-1FD98365B679}">
      <dgm:prSet/>
      <dgm:spPr/>
      <dgm:t>
        <a:bodyPr/>
        <a:lstStyle/>
        <a:p>
          <a:endParaRPr lang="en-US"/>
        </a:p>
      </dgm:t>
    </dgm:pt>
    <dgm:pt modelId="{D2BDA54D-E622-A04A-9E7F-6D293B327EC5}" type="sibTrans" cxnId="{77C22001-29A7-F846-9CA5-1FD98365B679}">
      <dgm:prSet/>
      <dgm:spPr/>
      <dgm:t>
        <a:bodyPr/>
        <a:lstStyle/>
        <a:p>
          <a:endParaRPr lang="en-US"/>
        </a:p>
      </dgm:t>
    </dgm:pt>
    <dgm:pt modelId="{8AF6A61C-5EBF-E640-9CBA-58EECD15DBE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Large Capacity Cisterns</a:t>
          </a:r>
        </a:p>
      </dgm:t>
    </dgm:pt>
    <dgm:pt modelId="{E580B61C-5381-4449-8429-AD7FCAD065D7}" type="parTrans" cxnId="{B457637B-1FD8-DB4E-8F7B-4F81F865A49D}">
      <dgm:prSet/>
      <dgm:spPr/>
      <dgm:t>
        <a:bodyPr/>
        <a:lstStyle/>
        <a:p>
          <a:endParaRPr lang="en-US"/>
        </a:p>
      </dgm:t>
    </dgm:pt>
    <dgm:pt modelId="{B1CB80A5-BD90-6A4B-89BF-EE2CD990E22F}" type="sibTrans" cxnId="{B457637B-1FD8-DB4E-8F7B-4F81F865A49D}">
      <dgm:prSet/>
      <dgm:spPr/>
      <dgm:t>
        <a:bodyPr/>
        <a:lstStyle/>
        <a:p>
          <a:endParaRPr lang="en-US"/>
        </a:p>
      </dgm:t>
    </dgm:pt>
    <dgm:pt modelId="{6778A93D-AAD5-5A4F-9028-CB1CE636B1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Elevated Tanks for Gravity Feed</a:t>
          </a:r>
        </a:p>
      </dgm:t>
    </dgm:pt>
    <dgm:pt modelId="{5789EF57-9E44-1242-83CE-853C0B2DD270}" type="parTrans" cxnId="{E92ADF78-AD09-694B-AD6F-F4EDCED8AD61}">
      <dgm:prSet/>
      <dgm:spPr/>
      <dgm:t>
        <a:bodyPr/>
        <a:lstStyle/>
        <a:p>
          <a:endParaRPr lang="en-US"/>
        </a:p>
      </dgm:t>
    </dgm:pt>
    <dgm:pt modelId="{4184D29A-D224-D244-84AC-FA04893495D4}" type="sibTrans" cxnId="{E92ADF78-AD09-694B-AD6F-F4EDCED8AD61}">
      <dgm:prSet/>
      <dgm:spPr/>
      <dgm:t>
        <a:bodyPr/>
        <a:lstStyle/>
        <a:p>
          <a:endParaRPr lang="en-US"/>
        </a:p>
      </dgm:t>
    </dgm:pt>
    <dgm:pt modelId="{E0F3ABCF-47C7-FA47-BF13-790D29CAFA1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Modular Tank Systems</a:t>
          </a:r>
        </a:p>
      </dgm:t>
    </dgm:pt>
    <dgm:pt modelId="{5A91D251-DA3F-1449-B2E6-5C5EF443AB3A}" type="parTrans" cxnId="{93BC7FEF-8BD5-D741-BAA6-00FA8A534A29}">
      <dgm:prSet/>
      <dgm:spPr/>
      <dgm:t>
        <a:bodyPr/>
        <a:lstStyle/>
        <a:p>
          <a:endParaRPr lang="en-US"/>
        </a:p>
      </dgm:t>
    </dgm:pt>
    <dgm:pt modelId="{AA00DF4C-B726-A241-9A4D-D6DE875FF6E6}" type="sibTrans" cxnId="{93BC7FEF-8BD5-D741-BAA6-00FA8A534A29}">
      <dgm:prSet/>
      <dgm:spPr/>
      <dgm:t>
        <a:bodyPr/>
        <a:lstStyle/>
        <a:p>
          <a:endParaRPr lang="en-US"/>
        </a:p>
      </dgm:t>
    </dgm:pt>
    <dgm:pt modelId="{C3CBA359-594F-124E-AB42-C148469CD4A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Portable Water Containers</a:t>
          </a:r>
        </a:p>
      </dgm:t>
    </dgm:pt>
    <dgm:pt modelId="{F383DA8D-1110-834F-A3D6-5DCF19347173}" type="parTrans" cxnId="{3690749D-D178-EF4D-B7B2-948E0379C5BD}">
      <dgm:prSet/>
      <dgm:spPr/>
      <dgm:t>
        <a:bodyPr/>
        <a:lstStyle/>
        <a:p>
          <a:endParaRPr lang="en-US"/>
        </a:p>
      </dgm:t>
    </dgm:pt>
    <dgm:pt modelId="{CEDC57FA-DE90-A946-A543-376E4A6D7DA4}" type="sibTrans" cxnId="{3690749D-D178-EF4D-B7B2-948E0379C5BD}">
      <dgm:prSet/>
      <dgm:spPr/>
      <dgm:t>
        <a:bodyPr/>
        <a:lstStyle/>
        <a:p>
          <a:endParaRPr lang="en-US"/>
        </a:p>
      </dgm:t>
    </dgm:pt>
    <dgm:pt modelId="{F629B57D-4117-1845-86EA-8204AEA216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Reservoir Tanks with Overflow Protection</a:t>
          </a:r>
        </a:p>
      </dgm:t>
    </dgm:pt>
    <dgm:pt modelId="{405509CF-D4D7-E14B-95C0-C5A53628B596}" type="parTrans" cxnId="{226D9B48-1BF1-D94F-AD26-32679E6FC9AE}">
      <dgm:prSet/>
      <dgm:spPr/>
      <dgm:t>
        <a:bodyPr/>
        <a:lstStyle/>
        <a:p>
          <a:endParaRPr lang="en-US"/>
        </a:p>
      </dgm:t>
    </dgm:pt>
    <dgm:pt modelId="{634A77C4-D931-874B-AB04-FA4EBE7B4370}" type="sibTrans" cxnId="{226D9B48-1BF1-D94F-AD26-32679E6FC9AE}">
      <dgm:prSet/>
      <dgm:spPr/>
      <dgm:t>
        <a:bodyPr/>
        <a:lstStyle/>
        <a:p>
          <a:endParaRPr lang="en-US"/>
        </a:p>
      </dgm:t>
    </dgm:pt>
    <dgm:pt modelId="{E0BC1177-5542-4B4C-9F6D-D81F60A0DE4D}">
      <dgm:prSet/>
      <dgm:spPr/>
      <dgm:t>
        <a:bodyPr/>
        <a:lstStyle/>
        <a:p>
          <a:r>
            <a:rPr lang="en-US" b="1" dirty="0"/>
            <a:t>1.4. Transferring Water</a:t>
          </a:r>
        </a:p>
      </dgm:t>
    </dgm:pt>
    <dgm:pt modelId="{F6F11214-2810-6B4E-82F5-C1A0407E8E4B}" type="parTrans" cxnId="{8D3B599A-4503-2646-88A0-F80A6A17E24B}">
      <dgm:prSet/>
      <dgm:spPr/>
      <dgm:t>
        <a:bodyPr/>
        <a:lstStyle/>
        <a:p>
          <a:endParaRPr lang="en-US"/>
        </a:p>
      </dgm:t>
    </dgm:pt>
    <dgm:pt modelId="{B239DE73-6E9B-FD4B-91A4-2EC5A8FE5E0D}" type="sibTrans" cxnId="{8D3B599A-4503-2646-88A0-F80A6A17E24B}">
      <dgm:prSet/>
      <dgm:spPr/>
      <dgm:t>
        <a:bodyPr/>
        <a:lstStyle/>
        <a:p>
          <a:endParaRPr lang="en-US"/>
        </a:p>
      </dgm:t>
    </dgm:pt>
    <dgm:pt modelId="{207E7E0C-DE9C-2F40-A79A-895B62234A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Manual Pump (Hand or Foot Operated)</a:t>
          </a:r>
        </a:p>
      </dgm:t>
    </dgm:pt>
    <dgm:pt modelId="{A92D140D-556C-404D-8965-42E433C85CA6}" type="parTrans" cxnId="{6BF3DC60-3783-E649-9D53-36024C0377E8}">
      <dgm:prSet/>
      <dgm:spPr/>
      <dgm:t>
        <a:bodyPr/>
        <a:lstStyle/>
        <a:p>
          <a:endParaRPr lang="en-US"/>
        </a:p>
      </dgm:t>
    </dgm:pt>
    <dgm:pt modelId="{E098973B-3047-A243-BBFF-E12E147CD7AF}" type="sibTrans" cxnId="{6BF3DC60-3783-E649-9D53-36024C0377E8}">
      <dgm:prSet/>
      <dgm:spPr/>
      <dgm:t>
        <a:bodyPr/>
        <a:lstStyle/>
        <a:p>
          <a:endParaRPr lang="en-US"/>
        </a:p>
      </dgm:t>
    </dgm:pt>
    <dgm:pt modelId="{D6FDFD98-92C7-FC46-B7A4-51F4DCAFF95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Hydraulic Ram Pump</a:t>
          </a:r>
        </a:p>
      </dgm:t>
    </dgm:pt>
    <dgm:pt modelId="{6A83AA6D-F078-DA43-A4AF-9CFCA26EEB1E}" type="parTrans" cxnId="{0B30639F-F6B7-5B49-8A2C-98F5A0ACA3B5}">
      <dgm:prSet/>
      <dgm:spPr/>
      <dgm:t>
        <a:bodyPr/>
        <a:lstStyle/>
        <a:p>
          <a:endParaRPr lang="en-US"/>
        </a:p>
      </dgm:t>
    </dgm:pt>
    <dgm:pt modelId="{7B8E4B26-ECD7-A442-97C6-8D3CD60F0F24}" type="sibTrans" cxnId="{0B30639F-F6B7-5B49-8A2C-98F5A0ACA3B5}">
      <dgm:prSet/>
      <dgm:spPr/>
      <dgm:t>
        <a:bodyPr/>
        <a:lstStyle/>
        <a:p>
          <a:endParaRPr lang="en-US"/>
        </a:p>
      </dgm:t>
    </dgm:pt>
    <dgm:pt modelId="{F9A297F2-3ECC-EC4B-9B03-8EB040F80D2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Submersible Pump</a:t>
          </a:r>
        </a:p>
      </dgm:t>
    </dgm:pt>
    <dgm:pt modelId="{67AE8F1B-E9DF-794C-9124-CD2405830EEF}" type="parTrans" cxnId="{2C3EF017-EC49-004F-B2E0-2007B6E925B9}">
      <dgm:prSet/>
      <dgm:spPr/>
      <dgm:t>
        <a:bodyPr/>
        <a:lstStyle/>
        <a:p>
          <a:endParaRPr lang="en-US"/>
        </a:p>
      </dgm:t>
    </dgm:pt>
    <dgm:pt modelId="{0DE952EB-4BA1-6C49-A887-DD7EFC38545B}" type="sibTrans" cxnId="{2C3EF017-EC49-004F-B2E0-2007B6E925B9}">
      <dgm:prSet/>
      <dgm:spPr/>
      <dgm:t>
        <a:bodyPr/>
        <a:lstStyle/>
        <a:p>
          <a:endParaRPr lang="en-US"/>
        </a:p>
      </dgm:t>
    </dgm:pt>
    <dgm:pt modelId="{84795008-23DF-EE44-AD43-336C366E5B7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Inline Booster Pump</a:t>
          </a:r>
        </a:p>
      </dgm:t>
    </dgm:pt>
    <dgm:pt modelId="{46217271-1502-BC4D-929B-B7924BA8088F}" type="parTrans" cxnId="{DAC4C1E0-E6CA-B041-856D-B344D85EA37B}">
      <dgm:prSet/>
      <dgm:spPr/>
      <dgm:t>
        <a:bodyPr/>
        <a:lstStyle/>
        <a:p>
          <a:endParaRPr lang="en-US"/>
        </a:p>
      </dgm:t>
    </dgm:pt>
    <dgm:pt modelId="{14A69454-0AC3-B044-A244-34362AF76540}" type="sibTrans" cxnId="{DAC4C1E0-E6CA-B041-856D-B344D85EA37B}">
      <dgm:prSet/>
      <dgm:spPr/>
      <dgm:t>
        <a:bodyPr/>
        <a:lstStyle/>
        <a:p>
          <a:endParaRPr lang="en-US"/>
        </a:p>
      </dgm:t>
    </dgm:pt>
    <dgm:pt modelId="{103D71C3-66A9-4643-824E-6716E7025E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Solar-Powered Pump</a:t>
          </a:r>
        </a:p>
      </dgm:t>
    </dgm:pt>
    <dgm:pt modelId="{C7E88018-03E1-4B47-8A91-E629C9E6F00D}" type="parTrans" cxnId="{E03FF6B4-BD02-1243-91D0-EB86649243CC}">
      <dgm:prSet/>
      <dgm:spPr/>
      <dgm:t>
        <a:bodyPr/>
        <a:lstStyle/>
        <a:p>
          <a:endParaRPr lang="en-US"/>
        </a:p>
      </dgm:t>
    </dgm:pt>
    <dgm:pt modelId="{986F1E97-D14E-8442-9263-F1C2D2C96B9F}" type="sibTrans" cxnId="{E03FF6B4-BD02-1243-91D0-EB86649243CC}">
      <dgm:prSet/>
      <dgm:spPr/>
      <dgm:t>
        <a:bodyPr/>
        <a:lstStyle/>
        <a:p>
          <a:endParaRPr lang="en-US"/>
        </a:p>
      </dgm:t>
    </dgm:pt>
    <dgm:pt modelId="{AF767B43-CD2D-034F-AE1B-F0AF498BE52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Gravity-Fed Systems</a:t>
          </a:r>
        </a:p>
      </dgm:t>
    </dgm:pt>
    <dgm:pt modelId="{DC4820AA-8079-2D46-B69A-D69704A3879E}" type="parTrans" cxnId="{8A610942-2387-E243-85C2-18AC8278781B}">
      <dgm:prSet/>
      <dgm:spPr/>
      <dgm:t>
        <a:bodyPr/>
        <a:lstStyle/>
        <a:p>
          <a:endParaRPr lang="en-US"/>
        </a:p>
      </dgm:t>
    </dgm:pt>
    <dgm:pt modelId="{D1C842D8-D663-CB49-8DA0-4FFB15446A9C}" type="sibTrans" cxnId="{8A610942-2387-E243-85C2-18AC8278781B}">
      <dgm:prSet/>
      <dgm:spPr/>
      <dgm:t>
        <a:bodyPr/>
        <a:lstStyle/>
        <a:p>
          <a:endParaRPr lang="en-US"/>
        </a:p>
      </dgm:t>
    </dgm:pt>
    <dgm:pt modelId="{FA2053C6-6990-C44E-9DA0-2B5C7812E72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Siphon System</a:t>
          </a:r>
        </a:p>
      </dgm:t>
    </dgm:pt>
    <dgm:pt modelId="{25E5B73C-70B0-124A-936D-692D7DA7752E}" type="parTrans" cxnId="{A7A3CC93-8BFB-6243-ACF4-717994B1D842}">
      <dgm:prSet/>
      <dgm:spPr/>
      <dgm:t>
        <a:bodyPr/>
        <a:lstStyle/>
        <a:p>
          <a:endParaRPr lang="en-US"/>
        </a:p>
      </dgm:t>
    </dgm:pt>
    <dgm:pt modelId="{6EB07049-5C62-6E44-8DC3-57EA61D04433}" type="sibTrans" cxnId="{A7A3CC93-8BFB-6243-ACF4-717994B1D842}">
      <dgm:prSet/>
      <dgm:spPr/>
      <dgm:t>
        <a:bodyPr/>
        <a:lstStyle/>
        <a:p>
          <a:endParaRPr lang="en-US"/>
        </a:p>
      </dgm:t>
    </dgm:pt>
    <dgm:pt modelId="{44CEB9EE-B4C4-3346-BE41-E2E14134775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Airlift Pumps</a:t>
          </a:r>
        </a:p>
      </dgm:t>
    </dgm:pt>
    <dgm:pt modelId="{49AEDD0A-B2DA-8940-AB36-B9439C93D05B}" type="parTrans" cxnId="{F84A2B78-309F-B349-B01A-B347C1FA455B}">
      <dgm:prSet/>
      <dgm:spPr/>
      <dgm:t>
        <a:bodyPr/>
        <a:lstStyle/>
        <a:p>
          <a:endParaRPr lang="en-US"/>
        </a:p>
      </dgm:t>
    </dgm:pt>
    <dgm:pt modelId="{32F953C1-0905-9649-AC38-99AB86CBD6E9}" type="sibTrans" cxnId="{F84A2B78-309F-B349-B01A-B347C1FA455B}">
      <dgm:prSet/>
      <dgm:spPr/>
      <dgm:t>
        <a:bodyPr/>
        <a:lstStyle/>
        <a:p>
          <a:endParaRPr lang="en-US"/>
        </a:p>
      </dgm:t>
    </dgm:pt>
    <dgm:pt modelId="{2222B24B-CCF5-9848-BF3E-B9F470C7E565}">
      <dgm:prSet/>
      <dgm:spPr/>
      <dgm:t>
        <a:bodyPr/>
        <a:lstStyle/>
        <a:p>
          <a:r>
            <a:rPr lang="en-US" b="1" dirty="0"/>
            <a:t>1.5. Controlling Flowrate</a:t>
          </a:r>
        </a:p>
      </dgm:t>
    </dgm:pt>
    <dgm:pt modelId="{CA8FCFC4-B163-BF44-9FFD-A8607CEECA85}" type="parTrans" cxnId="{F35A183D-1241-044C-BF5E-03516004728A}">
      <dgm:prSet/>
      <dgm:spPr/>
      <dgm:t>
        <a:bodyPr/>
        <a:lstStyle/>
        <a:p>
          <a:endParaRPr lang="en-US"/>
        </a:p>
      </dgm:t>
    </dgm:pt>
    <dgm:pt modelId="{BF1360C2-7434-9247-BDBF-94052D226BF9}" type="sibTrans" cxnId="{F35A183D-1241-044C-BF5E-03516004728A}">
      <dgm:prSet/>
      <dgm:spPr/>
      <dgm:t>
        <a:bodyPr/>
        <a:lstStyle/>
        <a:p>
          <a:endParaRPr lang="en-US"/>
        </a:p>
      </dgm:t>
    </dgm:pt>
    <dgm:pt modelId="{D2C306C7-864A-FC4F-8DBC-A79C2B3DB1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Spring-Loaded Flow Regulators</a:t>
          </a:r>
        </a:p>
      </dgm:t>
    </dgm:pt>
    <dgm:pt modelId="{6E062085-E672-D74E-B484-BA668B7311D6}" type="parTrans" cxnId="{532034B5-C416-8F48-B8B9-3A1E3CEA2EF2}">
      <dgm:prSet/>
      <dgm:spPr/>
      <dgm:t>
        <a:bodyPr/>
        <a:lstStyle/>
        <a:p>
          <a:endParaRPr lang="en-US"/>
        </a:p>
      </dgm:t>
    </dgm:pt>
    <dgm:pt modelId="{B0C8594B-863E-B144-B476-E11D9EEC0DAD}" type="sibTrans" cxnId="{532034B5-C416-8F48-B8B9-3A1E3CEA2EF2}">
      <dgm:prSet/>
      <dgm:spPr/>
      <dgm:t>
        <a:bodyPr/>
        <a:lstStyle/>
        <a:p>
          <a:endParaRPr lang="en-US"/>
        </a:p>
      </dgm:t>
    </dgm:pt>
    <dgm:pt modelId="{F0CD4BA7-2CFF-E341-8879-8FE47D04869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Adjustable Pressure Relief Valves</a:t>
          </a:r>
        </a:p>
      </dgm:t>
    </dgm:pt>
    <dgm:pt modelId="{8BAD06C7-5EC8-6240-8D1A-25868D0BA1EC}" type="parTrans" cxnId="{65FAA54F-5F9B-2646-BA3B-D58808E06E67}">
      <dgm:prSet/>
      <dgm:spPr/>
      <dgm:t>
        <a:bodyPr/>
        <a:lstStyle/>
        <a:p>
          <a:endParaRPr lang="en-US"/>
        </a:p>
      </dgm:t>
    </dgm:pt>
    <dgm:pt modelId="{30CF671F-66E1-C847-B1E5-029FECE402F6}" type="sibTrans" cxnId="{65FAA54F-5F9B-2646-BA3B-D58808E06E67}">
      <dgm:prSet/>
      <dgm:spPr/>
      <dgm:t>
        <a:bodyPr/>
        <a:lstStyle/>
        <a:p>
          <a:endParaRPr lang="en-US"/>
        </a:p>
      </dgm:t>
    </dgm:pt>
    <dgm:pt modelId="{03E254CD-34C9-3A4F-BF35-005BEFF510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Programmable Logic Controller (PLC)</a:t>
          </a:r>
        </a:p>
      </dgm:t>
    </dgm:pt>
    <dgm:pt modelId="{8370A176-5136-9245-9932-71EE48E143E4}" type="parTrans" cxnId="{14553740-7D68-484E-A5FB-29A7C39B179E}">
      <dgm:prSet/>
      <dgm:spPr/>
      <dgm:t>
        <a:bodyPr/>
        <a:lstStyle/>
        <a:p>
          <a:endParaRPr lang="en-US"/>
        </a:p>
      </dgm:t>
    </dgm:pt>
    <dgm:pt modelId="{B00A9473-3A0C-BB4A-B895-2E520BAB1FE9}" type="sibTrans" cxnId="{14553740-7D68-484E-A5FB-29A7C39B179E}">
      <dgm:prSet/>
      <dgm:spPr/>
      <dgm:t>
        <a:bodyPr/>
        <a:lstStyle/>
        <a:p>
          <a:endParaRPr lang="en-US"/>
        </a:p>
      </dgm:t>
    </dgm:pt>
    <dgm:pt modelId="{E156AF90-3388-9646-85D9-655E0DBB9FD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Smart Controllers with IoT Integration</a:t>
          </a:r>
        </a:p>
      </dgm:t>
    </dgm:pt>
    <dgm:pt modelId="{F9920B7A-F136-BA43-A9CD-7F58AA9F49B4}" type="parTrans" cxnId="{BF020E8C-EA88-9741-9C98-FB8E27BC1052}">
      <dgm:prSet/>
      <dgm:spPr/>
      <dgm:t>
        <a:bodyPr/>
        <a:lstStyle/>
        <a:p>
          <a:endParaRPr lang="en-US"/>
        </a:p>
      </dgm:t>
    </dgm:pt>
    <dgm:pt modelId="{1B67460D-2CB5-B149-9622-9768BD36005F}" type="sibTrans" cxnId="{BF020E8C-EA88-9741-9C98-FB8E27BC1052}">
      <dgm:prSet/>
      <dgm:spPr/>
      <dgm:t>
        <a:bodyPr/>
        <a:lstStyle/>
        <a:p>
          <a:endParaRPr lang="en-US"/>
        </a:p>
      </dgm:t>
    </dgm:pt>
    <dgm:pt modelId="{75E7E77C-3FF2-7C4E-A3A0-279BBD256C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Microcontroller-Based Flow Control (e.g., Arduino)</a:t>
          </a:r>
        </a:p>
      </dgm:t>
    </dgm:pt>
    <dgm:pt modelId="{6D4EA296-D547-9443-B3A8-6BD3230E849B}" type="parTrans" cxnId="{DC9FA82A-F0A3-D44D-AF74-B6C9DB6F3069}">
      <dgm:prSet/>
      <dgm:spPr/>
      <dgm:t>
        <a:bodyPr/>
        <a:lstStyle/>
        <a:p>
          <a:endParaRPr lang="en-US"/>
        </a:p>
      </dgm:t>
    </dgm:pt>
    <dgm:pt modelId="{CEDA991D-176A-7746-8B3C-9295909160DD}" type="sibTrans" cxnId="{DC9FA82A-F0A3-D44D-AF74-B6C9DB6F3069}">
      <dgm:prSet/>
      <dgm:spPr/>
      <dgm:t>
        <a:bodyPr/>
        <a:lstStyle/>
        <a:p>
          <a:endParaRPr lang="en-US"/>
        </a:p>
      </dgm:t>
    </dgm:pt>
    <dgm:pt modelId="{D0DB91EA-4516-774F-8F87-FA4ED2A4260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Feedback Loop with Flow Sensors</a:t>
          </a:r>
        </a:p>
      </dgm:t>
    </dgm:pt>
    <dgm:pt modelId="{56C34FC5-542E-1447-9A7F-28D28F1F2359}" type="parTrans" cxnId="{78B31F23-163C-1942-B8A9-838643DA191D}">
      <dgm:prSet/>
      <dgm:spPr/>
      <dgm:t>
        <a:bodyPr/>
        <a:lstStyle/>
        <a:p>
          <a:endParaRPr lang="en-US"/>
        </a:p>
      </dgm:t>
    </dgm:pt>
    <dgm:pt modelId="{3CCD5503-DF4B-6C41-96BE-EFA3DEE2931D}" type="sibTrans" cxnId="{78B31F23-163C-1942-B8A9-838643DA191D}">
      <dgm:prSet/>
      <dgm:spPr/>
      <dgm:t>
        <a:bodyPr/>
        <a:lstStyle/>
        <a:p>
          <a:endParaRPr lang="en-US"/>
        </a:p>
      </dgm:t>
    </dgm:pt>
    <dgm:pt modelId="{452DCD20-33FA-3B46-B665-41B100B5FFE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Pressure Compensating Drippers</a:t>
          </a:r>
        </a:p>
      </dgm:t>
    </dgm:pt>
    <dgm:pt modelId="{24FC1F83-CD12-C345-B84A-8988131ADE70}" type="parTrans" cxnId="{85189E31-F1EB-1441-8F0B-8DC4329BFC66}">
      <dgm:prSet/>
      <dgm:spPr/>
      <dgm:t>
        <a:bodyPr/>
        <a:lstStyle/>
        <a:p>
          <a:endParaRPr lang="en-US"/>
        </a:p>
      </dgm:t>
    </dgm:pt>
    <dgm:pt modelId="{E9C44A1C-D338-2647-BAE1-3F1B2B092337}" type="sibTrans" cxnId="{85189E31-F1EB-1441-8F0B-8DC4329BFC66}">
      <dgm:prSet/>
      <dgm:spPr/>
      <dgm:t>
        <a:bodyPr/>
        <a:lstStyle/>
        <a:p>
          <a:endParaRPr lang="en-US"/>
        </a:p>
      </dgm:t>
    </dgm:pt>
    <dgm:pt modelId="{6AA15579-506E-B842-8EFF-207B0B74A8C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Time-Based Controllers with Override Options</a:t>
          </a:r>
        </a:p>
      </dgm:t>
    </dgm:pt>
    <dgm:pt modelId="{7E04F723-3DC4-C844-9A42-50BA37E07F9F}" type="parTrans" cxnId="{A0626BB0-0A43-9B4C-AADE-56B71E2A9B1C}">
      <dgm:prSet/>
      <dgm:spPr/>
      <dgm:t>
        <a:bodyPr/>
        <a:lstStyle/>
        <a:p>
          <a:endParaRPr lang="en-US"/>
        </a:p>
      </dgm:t>
    </dgm:pt>
    <dgm:pt modelId="{3BCC52ED-59C1-154B-AB09-DCC34F917D05}" type="sibTrans" cxnId="{A0626BB0-0A43-9B4C-AADE-56B71E2A9B1C}">
      <dgm:prSet/>
      <dgm:spPr/>
      <dgm:t>
        <a:bodyPr/>
        <a:lstStyle/>
        <a:p>
          <a:endParaRPr lang="en-US"/>
        </a:p>
      </dgm:t>
    </dgm:pt>
    <dgm:pt modelId="{689C9C58-3E2E-E54E-986D-BBE190882A92}">
      <dgm:prSet/>
      <dgm:spPr/>
      <dgm:t>
        <a:bodyPr/>
        <a:lstStyle/>
        <a:p>
          <a:r>
            <a:rPr lang="en-US" b="1" dirty="0"/>
            <a:t>1.6. Delivering Water</a:t>
          </a:r>
        </a:p>
      </dgm:t>
    </dgm:pt>
    <dgm:pt modelId="{681842D9-6148-794E-97F8-D8EBBB1F9C19}" type="parTrans" cxnId="{37DE9BC2-2C7A-5842-8E62-6E87F0A9098F}">
      <dgm:prSet/>
      <dgm:spPr/>
      <dgm:t>
        <a:bodyPr/>
        <a:lstStyle/>
        <a:p>
          <a:endParaRPr lang="en-US"/>
        </a:p>
      </dgm:t>
    </dgm:pt>
    <dgm:pt modelId="{430DE740-C344-7740-BA13-6B0D33218CDB}" type="sibTrans" cxnId="{37DE9BC2-2C7A-5842-8E62-6E87F0A9098F}">
      <dgm:prSet/>
      <dgm:spPr/>
      <dgm:t>
        <a:bodyPr/>
        <a:lstStyle/>
        <a:p>
          <a:endParaRPr lang="en-US"/>
        </a:p>
      </dgm:t>
    </dgm:pt>
    <dgm:pt modelId="{53C683CF-1D86-8246-8275-93E3102A55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Flexible Hoses</a:t>
          </a:r>
        </a:p>
      </dgm:t>
    </dgm:pt>
    <dgm:pt modelId="{BA3DE687-25DE-FE47-A559-7858F826AB84}" type="parTrans" cxnId="{C248E8AE-1275-344A-8C98-483BDC8F47F6}">
      <dgm:prSet/>
      <dgm:spPr/>
      <dgm:t>
        <a:bodyPr/>
        <a:lstStyle/>
        <a:p>
          <a:endParaRPr lang="en-US"/>
        </a:p>
      </dgm:t>
    </dgm:pt>
    <dgm:pt modelId="{27974420-A513-AB41-BA34-E33984624F52}" type="sibTrans" cxnId="{C248E8AE-1275-344A-8C98-483BDC8F47F6}">
      <dgm:prSet/>
      <dgm:spPr/>
      <dgm:t>
        <a:bodyPr/>
        <a:lstStyle/>
        <a:p>
          <a:endParaRPr lang="en-US"/>
        </a:p>
      </dgm:t>
    </dgm:pt>
    <dgm:pt modelId="{FBCA17B9-4B18-AB46-92DB-9EDB001D8E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Fixed Piping Network</a:t>
          </a:r>
        </a:p>
      </dgm:t>
    </dgm:pt>
    <dgm:pt modelId="{6D3FFF13-7BCA-8A48-96EF-05EDE9EDB6C2}" type="parTrans" cxnId="{BC2DDAB8-AE07-0946-B887-C42A273246EE}">
      <dgm:prSet/>
      <dgm:spPr/>
      <dgm:t>
        <a:bodyPr/>
        <a:lstStyle/>
        <a:p>
          <a:endParaRPr lang="en-US"/>
        </a:p>
      </dgm:t>
    </dgm:pt>
    <dgm:pt modelId="{680E0E53-A864-C647-9E3C-ACC17619CC88}" type="sibTrans" cxnId="{BC2DDAB8-AE07-0946-B887-C42A273246EE}">
      <dgm:prSet/>
      <dgm:spPr/>
      <dgm:t>
        <a:bodyPr/>
        <a:lstStyle/>
        <a:p>
          <a:endParaRPr lang="en-US"/>
        </a:p>
      </dgm:t>
    </dgm:pt>
    <dgm:pt modelId="{5E373EAA-058C-074B-8F8D-F79D0F52B07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Drip Irrigation Lines</a:t>
          </a:r>
        </a:p>
      </dgm:t>
    </dgm:pt>
    <dgm:pt modelId="{6484FD3E-F457-444E-92B3-CE92F48FE49F}" type="parTrans" cxnId="{1690FD7F-301D-B84B-B5B8-A6A42BE9D419}">
      <dgm:prSet/>
      <dgm:spPr/>
      <dgm:t>
        <a:bodyPr/>
        <a:lstStyle/>
        <a:p>
          <a:endParaRPr lang="en-US"/>
        </a:p>
      </dgm:t>
    </dgm:pt>
    <dgm:pt modelId="{B6D4C634-3793-EA43-BA60-C24D0699F377}" type="sibTrans" cxnId="{1690FD7F-301D-B84B-B5B8-A6A42BE9D419}">
      <dgm:prSet/>
      <dgm:spPr/>
      <dgm:t>
        <a:bodyPr/>
        <a:lstStyle/>
        <a:p>
          <a:endParaRPr lang="en-US"/>
        </a:p>
      </dgm:t>
    </dgm:pt>
    <dgm:pt modelId="{AB79E727-3820-E74B-A7A0-84618FFB51B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Sprinkler Heads</a:t>
          </a:r>
        </a:p>
      </dgm:t>
    </dgm:pt>
    <dgm:pt modelId="{3ABB8A0F-328D-DF43-9419-8D658A87D246}" type="parTrans" cxnId="{B975B377-51AF-6041-BFDE-47A491C1CD04}">
      <dgm:prSet/>
      <dgm:spPr/>
      <dgm:t>
        <a:bodyPr/>
        <a:lstStyle/>
        <a:p>
          <a:endParaRPr lang="en-US"/>
        </a:p>
      </dgm:t>
    </dgm:pt>
    <dgm:pt modelId="{03694E1C-FAB1-5943-AF03-6803BA5DCA3F}" type="sibTrans" cxnId="{B975B377-51AF-6041-BFDE-47A491C1CD04}">
      <dgm:prSet/>
      <dgm:spPr/>
      <dgm:t>
        <a:bodyPr/>
        <a:lstStyle/>
        <a:p>
          <a:endParaRPr lang="en-US"/>
        </a:p>
      </dgm:t>
    </dgm:pt>
    <dgm:pt modelId="{81C8C9D7-F04B-5742-8CCD-EC43A1D24EC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Misting Systems</a:t>
          </a:r>
        </a:p>
      </dgm:t>
    </dgm:pt>
    <dgm:pt modelId="{9EC14409-277A-6F45-AA5D-DF8C79367C0E}" type="parTrans" cxnId="{57FA049D-EBFE-E543-BE2A-A9C2A93DA49B}">
      <dgm:prSet/>
      <dgm:spPr/>
      <dgm:t>
        <a:bodyPr/>
        <a:lstStyle/>
        <a:p>
          <a:endParaRPr lang="en-US"/>
        </a:p>
      </dgm:t>
    </dgm:pt>
    <dgm:pt modelId="{EEA2721B-80FF-E14E-B026-72FA628C7BE7}" type="sibTrans" cxnId="{57FA049D-EBFE-E543-BE2A-A9C2A93DA49B}">
      <dgm:prSet/>
      <dgm:spPr/>
      <dgm:t>
        <a:bodyPr/>
        <a:lstStyle/>
        <a:p>
          <a:endParaRPr lang="en-US"/>
        </a:p>
      </dgm:t>
    </dgm:pt>
    <dgm:pt modelId="{96473DC3-C3AA-A241-8689-3A08B3872C0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Watering Cans</a:t>
          </a:r>
        </a:p>
      </dgm:t>
    </dgm:pt>
    <dgm:pt modelId="{78D5E4A9-845C-9B48-97C1-1885A40A228C}" type="parTrans" cxnId="{560EB695-8305-E046-9528-DC0650551F09}">
      <dgm:prSet/>
      <dgm:spPr/>
      <dgm:t>
        <a:bodyPr/>
        <a:lstStyle/>
        <a:p>
          <a:endParaRPr lang="en-US"/>
        </a:p>
      </dgm:t>
    </dgm:pt>
    <dgm:pt modelId="{7919021D-9A46-6941-93BC-DE062ED62022}" type="sibTrans" cxnId="{560EB695-8305-E046-9528-DC0650551F09}">
      <dgm:prSet/>
      <dgm:spPr/>
      <dgm:t>
        <a:bodyPr/>
        <a:lstStyle/>
        <a:p>
          <a:endParaRPr lang="en-US"/>
        </a:p>
      </dgm:t>
    </dgm:pt>
    <dgm:pt modelId="{45E46849-CB57-5F48-B7D1-86EF6DB6D2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Portable Sprayer Tanks</a:t>
          </a:r>
        </a:p>
      </dgm:t>
    </dgm:pt>
    <dgm:pt modelId="{5060D298-B45D-6640-A156-D736EBA3A724}" type="parTrans" cxnId="{E58D7E4D-764D-134E-96A6-550B54E08B5C}">
      <dgm:prSet/>
      <dgm:spPr/>
      <dgm:t>
        <a:bodyPr/>
        <a:lstStyle/>
        <a:p>
          <a:endParaRPr lang="en-US"/>
        </a:p>
      </dgm:t>
    </dgm:pt>
    <dgm:pt modelId="{736D0154-44FB-D64D-BE1C-44521CE9548B}" type="sibTrans" cxnId="{E58D7E4D-764D-134E-96A6-550B54E08B5C}">
      <dgm:prSet/>
      <dgm:spPr/>
      <dgm:t>
        <a:bodyPr/>
        <a:lstStyle/>
        <a:p>
          <a:endParaRPr lang="en-US"/>
        </a:p>
      </dgm:t>
    </dgm:pt>
    <dgm:pt modelId="{7F0642FF-C249-CB46-B00D-89E8409154F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Hose-End Nozzles</a:t>
          </a:r>
        </a:p>
      </dgm:t>
    </dgm:pt>
    <dgm:pt modelId="{70A606FC-BE9A-1748-A501-5FA7B21351A9}" type="parTrans" cxnId="{A39F9FF7-A611-854F-B406-5B5EBD1695E9}">
      <dgm:prSet/>
      <dgm:spPr/>
      <dgm:t>
        <a:bodyPr/>
        <a:lstStyle/>
        <a:p>
          <a:endParaRPr lang="en-US"/>
        </a:p>
      </dgm:t>
    </dgm:pt>
    <dgm:pt modelId="{D4AD711A-BEC7-F74B-94C7-34FB26C3C54D}" type="sibTrans" cxnId="{A39F9FF7-A611-854F-B406-5B5EBD1695E9}">
      <dgm:prSet/>
      <dgm:spPr/>
      <dgm:t>
        <a:bodyPr/>
        <a:lstStyle/>
        <a:p>
          <a:endParaRPr lang="en-US"/>
        </a:p>
      </dgm:t>
    </dgm:pt>
    <dgm:pt modelId="{947B6DCF-16F5-9A48-8C17-D3E35D140ABA}">
      <dgm:prSet/>
      <dgm:spPr/>
      <dgm:t>
        <a:bodyPr/>
        <a:lstStyle/>
        <a:p>
          <a:r>
            <a:rPr lang="en-US" b="1" dirty="0"/>
            <a:t>1.7. Irrigating the Garden</a:t>
          </a:r>
        </a:p>
      </dgm:t>
    </dgm:pt>
    <dgm:pt modelId="{B0837B55-A2E9-2744-A0A2-23245B4C403F}" type="parTrans" cxnId="{8C677E3C-B08B-1D4A-9232-9214E6EE044E}">
      <dgm:prSet/>
      <dgm:spPr/>
      <dgm:t>
        <a:bodyPr/>
        <a:lstStyle/>
        <a:p>
          <a:endParaRPr lang="en-US"/>
        </a:p>
      </dgm:t>
    </dgm:pt>
    <dgm:pt modelId="{BCD32D29-F091-4248-8B52-5A73D2C16EEF}" type="sibTrans" cxnId="{8C677E3C-B08B-1D4A-9232-9214E6EE044E}">
      <dgm:prSet/>
      <dgm:spPr/>
      <dgm:t>
        <a:bodyPr/>
        <a:lstStyle/>
        <a:p>
          <a:endParaRPr lang="en-US"/>
        </a:p>
      </dgm:t>
    </dgm:pt>
    <dgm:pt modelId="{3C7C5180-1A17-3243-9837-C85EF470E4D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Flood Irrigation</a:t>
          </a:r>
        </a:p>
      </dgm:t>
    </dgm:pt>
    <dgm:pt modelId="{7665001D-7620-2345-A75F-ED553742C0AB}" type="parTrans" cxnId="{5FA20A16-2498-AE4B-9C39-1A997074A556}">
      <dgm:prSet/>
      <dgm:spPr/>
      <dgm:t>
        <a:bodyPr/>
        <a:lstStyle/>
        <a:p>
          <a:endParaRPr lang="en-US"/>
        </a:p>
      </dgm:t>
    </dgm:pt>
    <dgm:pt modelId="{FC74926F-5465-864F-8C50-960317DB52C2}" type="sibTrans" cxnId="{5FA20A16-2498-AE4B-9C39-1A997074A556}">
      <dgm:prSet/>
      <dgm:spPr/>
      <dgm:t>
        <a:bodyPr/>
        <a:lstStyle/>
        <a:p>
          <a:endParaRPr lang="en-US"/>
        </a:p>
      </dgm:t>
    </dgm:pt>
    <dgm:pt modelId="{FF283AFB-13D2-A74B-A2FC-F8178A93A1F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Furrow Irrigation Channels</a:t>
          </a:r>
        </a:p>
      </dgm:t>
    </dgm:pt>
    <dgm:pt modelId="{832CF01F-902D-1245-AFF5-EF668804555C}" type="parTrans" cxnId="{82979993-1A20-3248-9AE8-D36DA743DF3B}">
      <dgm:prSet/>
      <dgm:spPr/>
      <dgm:t>
        <a:bodyPr/>
        <a:lstStyle/>
        <a:p>
          <a:endParaRPr lang="en-US"/>
        </a:p>
      </dgm:t>
    </dgm:pt>
    <dgm:pt modelId="{4DD5256A-2C29-F14D-9EBA-A6B71F4A1888}" type="sibTrans" cxnId="{82979993-1A20-3248-9AE8-D36DA743DF3B}">
      <dgm:prSet/>
      <dgm:spPr/>
      <dgm:t>
        <a:bodyPr/>
        <a:lstStyle/>
        <a:p>
          <a:endParaRPr lang="en-US"/>
        </a:p>
      </dgm:t>
    </dgm:pt>
    <dgm:pt modelId="{E8A8BFDC-B156-2C48-B18E-FF95153606E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Drip Irrigation</a:t>
          </a:r>
        </a:p>
      </dgm:t>
    </dgm:pt>
    <dgm:pt modelId="{3B49FE90-3466-5F49-A835-B9741B220E6C}" type="parTrans" cxnId="{1E594A3F-ECF2-B643-8298-B67611187223}">
      <dgm:prSet/>
      <dgm:spPr/>
      <dgm:t>
        <a:bodyPr/>
        <a:lstStyle/>
        <a:p>
          <a:endParaRPr lang="en-US"/>
        </a:p>
      </dgm:t>
    </dgm:pt>
    <dgm:pt modelId="{E8296427-236D-8944-BE98-8DC8BE756309}" type="sibTrans" cxnId="{1E594A3F-ECF2-B643-8298-B67611187223}">
      <dgm:prSet/>
      <dgm:spPr/>
      <dgm:t>
        <a:bodyPr/>
        <a:lstStyle/>
        <a:p>
          <a:endParaRPr lang="en-US"/>
        </a:p>
      </dgm:t>
    </dgm:pt>
    <dgm:pt modelId="{4A04ACBD-14F7-2743-A297-B6B5245696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Soaker Hoses</a:t>
          </a:r>
        </a:p>
      </dgm:t>
    </dgm:pt>
    <dgm:pt modelId="{E70D35D1-4A74-2149-9D65-4CBBA0681AFD}" type="parTrans" cxnId="{A41BD3BD-C663-F34A-8B65-1224BAD03EE3}">
      <dgm:prSet/>
      <dgm:spPr/>
      <dgm:t>
        <a:bodyPr/>
        <a:lstStyle/>
        <a:p>
          <a:endParaRPr lang="en-US"/>
        </a:p>
      </dgm:t>
    </dgm:pt>
    <dgm:pt modelId="{EBC61B65-D48C-3B48-978D-0BFC069C038E}" type="sibTrans" cxnId="{A41BD3BD-C663-F34A-8B65-1224BAD03EE3}">
      <dgm:prSet/>
      <dgm:spPr/>
      <dgm:t>
        <a:bodyPr/>
        <a:lstStyle/>
        <a:p>
          <a:endParaRPr lang="en-US"/>
        </a:p>
      </dgm:t>
    </dgm:pt>
    <dgm:pt modelId="{1D310BA5-7373-8B4E-99BC-714511E7C2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Rotating Sprinkler Heads</a:t>
          </a:r>
        </a:p>
      </dgm:t>
    </dgm:pt>
    <dgm:pt modelId="{E89D9CFF-6057-5E4D-BB07-ECEDE2B178B5}" type="parTrans" cxnId="{14FF583E-3C4A-4547-9B88-55C6B7722328}">
      <dgm:prSet/>
      <dgm:spPr/>
      <dgm:t>
        <a:bodyPr/>
        <a:lstStyle/>
        <a:p>
          <a:endParaRPr lang="en-US"/>
        </a:p>
      </dgm:t>
    </dgm:pt>
    <dgm:pt modelId="{1E40FE75-377F-C64C-A408-723BE73D87BC}" type="sibTrans" cxnId="{14FF583E-3C4A-4547-9B88-55C6B7722328}">
      <dgm:prSet/>
      <dgm:spPr/>
      <dgm:t>
        <a:bodyPr/>
        <a:lstStyle/>
        <a:p>
          <a:endParaRPr lang="en-US"/>
        </a:p>
      </dgm:t>
    </dgm:pt>
    <dgm:pt modelId="{C030604B-CACF-364C-999F-95255B7BDBF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Oscillating Sprinklers</a:t>
          </a:r>
        </a:p>
      </dgm:t>
    </dgm:pt>
    <dgm:pt modelId="{7B3A7481-0614-8946-80D4-C5762D0EA030}" type="parTrans" cxnId="{157D5A36-4EE6-284F-85D1-9E39DD92FD6B}">
      <dgm:prSet/>
      <dgm:spPr/>
      <dgm:t>
        <a:bodyPr/>
        <a:lstStyle/>
        <a:p>
          <a:endParaRPr lang="en-US"/>
        </a:p>
      </dgm:t>
    </dgm:pt>
    <dgm:pt modelId="{FD10AEE0-E4C4-934C-B537-E97B558433E0}" type="sibTrans" cxnId="{157D5A36-4EE6-284F-85D1-9E39DD92FD6B}">
      <dgm:prSet/>
      <dgm:spPr/>
      <dgm:t>
        <a:bodyPr/>
        <a:lstStyle/>
        <a:p>
          <a:endParaRPr lang="en-US"/>
        </a:p>
      </dgm:t>
    </dgm:pt>
    <dgm:pt modelId="{3FA561F5-D34D-3F4A-970A-6AD94031876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Automated Timed Systems</a:t>
          </a:r>
        </a:p>
      </dgm:t>
    </dgm:pt>
    <dgm:pt modelId="{486F050B-7A7A-3B41-B648-7E2641F6E4CC}" type="parTrans" cxnId="{A9E92AB6-9E40-E945-9899-2CA6255455BC}">
      <dgm:prSet/>
      <dgm:spPr/>
      <dgm:t>
        <a:bodyPr/>
        <a:lstStyle/>
        <a:p>
          <a:endParaRPr lang="en-US"/>
        </a:p>
      </dgm:t>
    </dgm:pt>
    <dgm:pt modelId="{828853AA-0008-1842-97E4-8164E1A16515}" type="sibTrans" cxnId="{A9E92AB6-9E40-E945-9899-2CA6255455BC}">
      <dgm:prSet/>
      <dgm:spPr/>
      <dgm:t>
        <a:bodyPr/>
        <a:lstStyle/>
        <a:p>
          <a:endParaRPr lang="en-US"/>
        </a:p>
      </dgm:t>
    </dgm:pt>
    <dgm:pt modelId="{94E14218-DC0C-F641-A0C9-C35FF6D7F2F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Sensor-Based Smart Irrigation</a:t>
          </a:r>
        </a:p>
      </dgm:t>
    </dgm:pt>
    <dgm:pt modelId="{4143D829-E24A-F643-99C4-D25A059BE6A2}" type="parTrans" cxnId="{38C2285F-82F0-AB45-9D0C-0962198AC237}">
      <dgm:prSet/>
      <dgm:spPr/>
      <dgm:t>
        <a:bodyPr/>
        <a:lstStyle/>
        <a:p>
          <a:endParaRPr lang="en-US"/>
        </a:p>
      </dgm:t>
    </dgm:pt>
    <dgm:pt modelId="{187C5213-D9C6-A546-A7E2-157AF3400CC0}" type="sibTrans" cxnId="{38C2285F-82F0-AB45-9D0C-0962198AC237}">
      <dgm:prSet/>
      <dgm:spPr/>
      <dgm:t>
        <a:bodyPr/>
        <a:lstStyle/>
        <a:p>
          <a:endParaRPr lang="en-US"/>
        </a:p>
      </dgm:t>
    </dgm:pt>
    <dgm:pt modelId="{16B89478-D748-E142-AFC2-DDF11EAE1AB9}">
      <dgm:prSet/>
      <dgm:spPr/>
      <dgm:t>
        <a:bodyPr/>
        <a:lstStyle/>
        <a:p>
          <a:r>
            <a:rPr lang="en-US" b="1" dirty="0"/>
            <a:t>1.8. Receiving Power</a:t>
          </a:r>
        </a:p>
      </dgm:t>
    </dgm:pt>
    <dgm:pt modelId="{365D1EB6-2FBA-4040-B469-75D051B6261A}" type="parTrans" cxnId="{61AA39D6-B8FA-8441-B994-8286E0CD5E4E}">
      <dgm:prSet/>
      <dgm:spPr/>
      <dgm:t>
        <a:bodyPr/>
        <a:lstStyle/>
        <a:p>
          <a:endParaRPr lang="en-US"/>
        </a:p>
      </dgm:t>
    </dgm:pt>
    <dgm:pt modelId="{4E6FA20D-FE01-C048-AD17-D8A3099DF49A}" type="sibTrans" cxnId="{61AA39D6-B8FA-8441-B994-8286E0CD5E4E}">
      <dgm:prSet/>
      <dgm:spPr/>
      <dgm:t>
        <a:bodyPr/>
        <a:lstStyle/>
        <a:p>
          <a:endParaRPr lang="en-US"/>
        </a:p>
      </dgm:t>
    </dgm:pt>
    <dgm:pt modelId="{907A4A8D-7CF0-4C4A-9F67-130AE20F50A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AC Power from Outlet</a:t>
          </a:r>
        </a:p>
      </dgm:t>
    </dgm:pt>
    <dgm:pt modelId="{8E6A0757-4013-9543-8441-05B0B065F6EA}" type="parTrans" cxnId="{19CAD289-2860-2D4A-8078-C512005C6B67}">
      <dgm:prSet/>
      <dgm:spPr/>
      <dgm:t>
        <a:bodyPr/>
        <a:lstStyle/>
        <a:p>
          <a:endParaRPr lang="en-US"/>
        </a:p>
      </dgm:t>
    </dgm:pt>
    <dgm:pt modelId="{97ED3F50-8868-194C-A14A-53CE5E622B13}" type="sibTrans" cxnId="{19CAD289-2860-2D4A-8078-C512005C6B67}">
      <dgm:prSet/>
      <dgm:spPr/>
      <dgm:t>
        <a:bodyPr/>
        <a:lstStyle/>
        <a:p>
          <a:endParaRPr lang="en-US"/>
        </a:p>
      </dgm:t>
    </dgm:pt>
    <dgm:pt modelId="{2AE6CA1C-A16F-8848-A3CB-39AEA5781A0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Battery Power with Rechargeable Packs</a:t>
          </a:r>
        </a:p>
      </dgm:t>
    </dgm:pt>
    <dgm:pt modelId="{A485B75A-3F79-4F45-8DCE-7630BE447D65}" type="parTrans" cxnId="{8B6E723F-656D-5C4B-BA31-E8A2A24EBE02}">
      <dgm:prSet/>
      <dgm:spPr/>
      <dgm:t>
        <a:bodyPr/>
        <a:lstStyle/>
        <a:p>
          <a:endParaRPr lang="en-US"/>
        </a:p>
      </dgm:t>
    </dgm:pt>
    <dgm:pt modelId="{B6F2760B-99C1-CF46-B16C-0016AE0A7770}" type="sibTrans" cxnId="{8B6E723F-656D-5C4B-BA31-E8A2A24EBE02}">
      <dgm:prSet/>
      <dgm:spPr/>
      <dgm:t>
        <a:bodyPr/>
        <a:lstStyle/>
        <a:p>
          <a:endParaRPr lang="en-US"/>
        </a:p>
      </dgm:t>
    </dgm:pt>
    <dgm:pt modelId="{08E8AD02-DDD9-3940-A78F-0D01EF9DC3A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Solar Panel Array</a:t>
          </a:r>
        </a:p>
      </dgm:t>
    </dgm:pt>
    <dgm:pt modelId="{11E3F840-B607-8D47-8FDB-270CB3F7C3F4}" type="parTrans" cxnId="{E1AEC895-6C05-684A-9373-A10C49A8305B}">
      <dgm:prSet/>
      <dgm:spPr/>
      <dgm:t>
        <a:bodyPr/>
        <a:lstStyle/>
        <a:p>
          <a:endParaRPr lang="en-US"/>
        </a:p>
      </dgm:t>
    </dgm:pt>
    <dgm:pt modelId="{CDBBCE4C-C512-A841-9E88-C57E8579DBF5}" type="sibTrans" cxnId="{E1AEC895-6C05-684A-9373-A10C49A8305B}">
      <dgm:prSet/>
      <dgm:spPr/>
      <dgm:t>
        <a:bodyPr/>
        <a:lstStyle/>
        <a:p>
          <a:endParaRPr lang="en-US"/>
        </a:p>
      </dgm:t>
    </dgm:pt>
    <dgm:pt modelId="{D600F6BF-FD7C-4244-A374-2EC2B1C4228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Hand Pump Operation</a:t>
          </a:r>
        </a:p>
      </dgm:t>
    </dgm:pt>
    <dgm:pt modelId="{B42B135F-F6DF-754E-ACD9-175E0B425037}" type="parTrans" cxnId="{692F50AD-C78D-B544-9E57-5D45CAF86253}">
      <dgm:prSet/>
      <dgm:spPr/>
      <dgm:t>
        <a:bodyPr/>
        <a:lstStyle/>
        <a:p>
          <a:endParaRPr lang="en-US"/>
        </a:p>
      </dgm:t>
    </dgm:pt>
    <dgm:pt modelId="{39237ED5-156D-8F47-88D4-40E63A02FAE9}" type="sibTrans" cxnId="{692F50AD-C78D-B544-9E57-5D45CAF86253}">
      <dgm:prSet/>
      <dgm:spPr/>
      <dgm:t>
        <a:bodyPr/>
        <a:lstStyle/>
        <a:p>
          <a:endParaRPr lang="en-US"/>
        </a:p>
      </dgm:t>
    </dgm:pt>
    <dgm:pt modelId="{ACD424E5-B71D-A74F-9221-46B94D7DAC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Pedal-Powered Pump</a:t>
          </a:r>
        </a:p>
      </dgm:t>
    </dgm:pt>
    <dgm:pt modelId="{93E3C731-2863-1041-AC8B-4FE6C58D658C}" type="parTrans" cxnId="{017164C4-D890-7246-A208-9947F9AF3C4A}">
      <dgm:prSet/>
      <dgm:spPr/>
      <dgm:t>
        <a:bodyPr/>
        <a:lstStyle/>
        <a:p>
          <a:endParaRPr lang="en-US"/>
        </a:p>
      </dgm:t>
    </dgm:pt>
    <dgm:pt modelId="{FA42C700-3613-2C48-85AA-7CDB16C9DDCE}" type="sibTrans" cxnId="{017164C4-D890-7246-A208-9947F9AF3C4A}">
      <dgm:prSet/>
      <dgm:spPr/>
      <dgm:t>
        <a:bodyPr/>
        <a:lstStyle/>
        <a:p>
          <a:endParaRPr lang="en-US"/>
        </a:p>
      </dgm:t>
    </dgm:pt>
    <dgm:pt modelId="{7BE21AB2-8489-8A43-8A22-899165EEBA6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Solar-Powered Pumps</a:t>
          </a:r>
        </a:p>
      </dgm:t>
    </dgm:pt>
    <dgm:pt modelId="{3E60EB28-AB33-0B48-968F-1A1316571277}" type="parTrans" cxnId="{B240A6D0-795E-AD46-829E-02C2756F4DFF}">
      <dgm:prSet/>
      <dgm:spPr/>
      <dgm:t>
        <a:bodyPr/>
        <a:lstStyle/>
        <a:p>
          <a:endParaRPr lang="en-US"/>
        </a:p>
      </dgm:t>
    </dgm:pt>
    <dgm:pt modelId="{0F3F5F84-D35A-384C-9F62-AF4A325AB437}" type="sibTrans" cxnId="{B240A6D0-795E-AD46-829E-02C2756F4DFF}">
      <dgm:prSet/>
      <dgm:spPr/>
      <dgm:t>
        <a:bodyPr/>
        <a:lstStyle/>
        <a:p>
          <a:endParaRPr lang="en-US"/>
        </a:p>
      </dgm:t>
    </dgm:pt>
    <dgm:pt modelId="{FC365E18-A279-0F4F-B267-59439763ED8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Wind-Powered Water Transfer Systems</a:t>
          </a:r>
        </a:p>
      </dgm:t>
    </dgm:pt>
    <dgm:pt modelId="{18B9423D-EF8C-0441-8A22-69440B6B096C}" type="parTrans" cxnId="{31A69C31-1CE1-F345-81BF-BF478BD23965}">
      <dgm:prSet/>
      <dgm:spPr/>
      <dgm:t>
        <a:bodyPr/>
        <a:lstStyle/>
        <a:p>
          <a:endParaRPr lang="en-US"/>
        </a:p>
      </dgm:t>
    </dgm:pt>
    <dgm:pt modelId="{4B593986-319D-6D47-BDB0-B9151ADA45A6}" type="sibTrans" cxnId="{31A69C31-1CE1-F345-81BF-BF478BD23965}">
      <dgm:prSet/>
      <dgm:spPr/>
      <dgm:t>
        <a:bodyPr/>
        <a:lstStyle/>
        <a:p>
          <a:endParaRPr lang="en-US"/>
        </a:p>
      </dgm:t>
    </dgm:pt>
    <dgm:pt modelId="{BE4130B6-9483-D743-B4DD-90C269FA1B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Hybrid Power Options</a:t>
          </a:r>
          <a:endParaRPr lang="en-US" dirty="0"/>
        </a:p>
      </dgm:t>
    </dgm:pt>
    <dgm:pt modelId="{5143C460-3CBF-C94C-A1B1-5601F16021BE}" type="parTrans" cxnId="{8785B5B8-5771-BA48-8B51-4755F7363EDD}">
      <dgm:prSet/>
      <dgm:spPr/>
      <dgm:t>
        <a:bodyPr/>
        <a:lstStyle/>
        <a:p>
          <a:endParaRPr lang="en-US"/>
        </a:p>
      </dgm:t>
    </dgm:pt>
    <dgm:pt modelId="{79C685E3-0103-D141-910E-9D3A965AAC64}" type="sibTrans" cxnId="{8785B5B8-5771-BA48-8B51-4755F7363EDD}">
      <dgm:prSet/>
      <dgm:spPr/>
      <dgm:t>
        <a:bodyPr/>
        <a:lstStyle/>
        <a:p>
          <a:endParaRPr lang="en-US"/>
        </a:p>
      </dgm:t>
    </dgm:pt>
    <dgm:pt modelId="{C45E0B40-0D1C-7249-A51B-D75F007C817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Solar Backup with Battery Storage</a:t>
          </a:r>
        </a:p>
      </dgm:t>
    </dgm:pt>
    <dgm:pt modelId="{08F4ED7A-C460-7943-8483-F1CBCDE95A48}" type="parTrans" cxnId="{C4C676A8-B046-5641-8690-DC8D869AB473}">
      <dgm:prSet/>
      <dgm:spPr/>
      <dgm:t>
        <a:bodyPr/>
        <a:lstStyle/>
        <a:p>
          <a:endParaRPr lang="en-US"/>
        </a:p>
      </dgm:t>
    </dgm:pt>
    <dgm:pt modelId="{15FF7906-314D-CF47-B714-FBB9D54F120D}" type="sibTrans" cxnId="{C4C676A8-B046-5641-8690-DC8D869AB473}">
      <dgm:prSet/>
      <dgm:spPr/>
      <dgm:t>
        <a:bodyPr/>
        <a:lstStyle/>
        <a:p>
          <a:endParaRPr lang="en-US"/>
        </a:p>
      </dgm:t>
    </dgm:pt>
    <dgm:pt modelId="{D597B173-A43D-7249-AFD7-78D0460A900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Hand Pump Backup in Case of Power Failure</a:t>
          </a:r>
        </a:p>
      </dgm:t>
    </dgm:pt>
    <dgm:pt modelId="{D3AB300B-EAAC-6848-A788-820F97C3B435}" type="parTrans" cxnId="{D48DC63C-6EF8-4142-84B4-4A9013794467}">
      <dgm:prSet/>
      <dgm:spPr/>
      <dgm:t>
        <a:bodyPr/>
        <a:lstStyle/>
        <a:p>
          <a:endParaRPr lang="en-US"/>
        </a:p>
      </dgm:t>
    </dgm:pt>
    <dgm:pt modelId="{64A8D3D9-1569-BF4F-804A-37F2844D2671}" type="sibTrans" cxnId="{D48DC63C-6EF8-4142-84B4-4A9013794467}">
      <dgm:prSet/>
      <dgm:spPr/>
      <dgm:t>
        <a:bodyPr/>
        <a:lstStyle/>
        <a:p>
          <a:endParaRPr lang="en-US"/>
        </a:p>
      </dgm:t>
    </dgm:pt>
    <dgm:pt modelId="{132B046F-27AA-4248-B622-5B210FCDA4E1}">
      <dgm:prSet phldrT="[Text]"/>
      <dgm:spPr/>
      <dgm:t>
        <a:bodyPr/>
        <a:lstStyle/>
        <a:p>
          <a:r>
            <a:rPr lang="en-US" b="1" dirty="0"/>
            <a:t>Essential Functions</a:t>
          </a:r>
        </a:p>
      </dgm:t>
    </dgm:pt>
    <dgm:pt modelId="{1BE2B99E-BDC3-A84B-B953-34161661B82A}" type="parTrans" cxnId="{DBE2F7CC-FDE3-224F-AE1D-ACB37201C888}">
      <dgm:prSet/>
      <dgm:spPr/>
      <dgm:t>
        <a:bodyPr/>
        <a:lstStyle/>
        <a:p>
          <a:endParaRPr lang="en-US"/>
        </a:p>
      </dgm:t>
    </dgm:pt>
    <dgm:pt modelId="{72A2712F-0D96-1B49-9973-944CAE5D25FE}" type="sibTrans" cxnId="{DBE2F7CC-FDE3-224F-AE1D-ACB37201C888}">
      <dgm:prSet/>
      <dgm:spPr/>
      <dgm:t>
        <a:bodyPr/>
        <a:lstStyle/>
        <a:p>
          <a:endParaRPr lang="en-US"/>
        </a:p>
      </dgm:t>
    </dgm:pt>
    <dgm:pt modelId="{822D93FC-81D7-9D42-B4A0-F7AD165D5118}" type="pres">
      <dgm:prSet presAssocID="{032C8A5E-4CF9-D64B-96A6-BF69FA1D486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BC4843D-E0E9-7F43-93A0-F8B1DE8DCA53}" type="pres">
      <dgm:prSet presAssocID="{3C16A87F-0143-C546-80D0-F458148912FD}" presName="hierRoot1" presStyleCnt="0"/>
      <dgm:spPr/>
    </dgm:pt>
    <dgm:pt modelId="{551CEDDF-B350-BF41-AA12-1840A7B06807}" type="pres">
      <dgm:prSet presAssocID="{3C16A87F-0143-C546-80D0-F458148912FD}" presName="composite" presStyleCnt="0"/>
      <dgm:spPr/>
    </dgm:pt>
    <dgm:pt modelId="{CB089603-B7BB-734E-9B62-4290FAB4D50A}" type="pres">
      <dgm:prSet presAssocID="{3C16A87F-0143-C546-80D0-F458148912FD}" presName="background" presStyleLbl="node0" presStyleIdx="0" presStyleCnt="1"/>
      <dgm:spPr/>
    </dgm:pt>
    <dgm:pt modelId="{954CE81A-40BF-0E48-B56E-FA4E7D6235A6}" type="pres">
      <dgm:prSet presAssocID="{3C16A87F-0143-C546-80D0-F458148912FD}" presName="text" presStyleLbl="fgAcc0" presStyleIdx="0" presStyleCnt="1">
        <dgm:presLayoutVars>
          <dgm:chPref val="3"/>
        </dgm:presLayoutVars>
      </dgm:prSet>
      <dgm:spPr/>
    </dgm:pt>
    <dgm:pt modelId="{0E32848A-7390-0A4B-B377-D92FFBB5F8F7}" type="pres">
      <dgm:prSet presAssocID="{3C16A87F-0143-C546-80D0-F458148912FD}" presName="hierChild2" presStyleCnt="0"/>
      <dgm:spPr/>
    </dgm:pt>
    <dgm:pt modelId="{22711AB0-AEA3-294E-BBE4-2466BF667065}" type="pres">
      <dgm:prSet presAssocID="{1BE2B99E-BDC3-A84B-B953-34161661B82A}" presName="Name10" presStyleLbl="parChTrans1D2" presStyleIdx="0" presStyleCnt="1"/>
      <dgm:spPr/>
    </dgm:pt>
    <dgm:pt modelId="{639A810C-D7E2-DB47-B2AF-ECCA1F6794F5}" type="pres">
      <dgm:prSet presAssocID="{132B046F-27AA-4248-B622-5B210FCDA4E1}" presName="hierRoot2" presStyleCnt="0"/>
      <dgm:spPr/>
    </dgm:pt>
    <dgm:pt modelId="{3A2BC29B-0C28-6E48-896A-BC5ED645D5B5}" type="pres">
      <dgm:prSet presAssocID="{132B046F-27AA-4248-B622-5B210FCDA4E1}" presName="composite2" presStyleCnt="0"/>
      <dgm:spPr/>
    </dgm:pt>
    <dgm:pt modelId="{59ED7921-2F06-3F4B-86DF-54F73D9A6E96}" type="pres">
      <dgm:prSet presAssocID="{132B046F-27AA-4248-B622-5B210FCDA4E1}" presName="background2" presStyleLbl="node2" presStyleIdx="0" presStyleCnt="1"/>
      <dgm:spPr/>
    </dgm:pt>
    <dgm:pt modelId="{538F7C18-B446-3C4F-92D7-2D9A0B0EEF1A}" type="pres">
      <dgm:prSet presAssocID="{132B046F-27AA-4248-B622-5B210FCDA4E1}" presName="text2" presStyleLbl="fgAcc2" presStyleIdx="0" presStyleCnt="1">
        <dgm:presLayoutVars>
          <dgm:chPref val="3"/>
        </dgm:presLayoutVars>
      </dgm:prSet>
      <dgm:spPr/>
    </dgm:pt>
    <dgm:pt modelId="{3EB50925-BF12-6141-BEF2-2BC260F77591}" type="pres">
      <dgm:prSet presAssocID="{132B046F-27AA-4248-B622-5B210FCDA4E1}" presName="hierChild3" presStyleCnt="0"/>
      <dgm:spPr/>
    </dgm:pt>
    <dgm:pt modelId="{5F8E0D81-4ED5-AA4E-8634-25371E59F780}" type="pres">
      <dgm:prSet presAssocID="{DDF5A6C1-87FD-724D-82CC-0D684B592BBA}" presName="Name17" presStyleLbl="parChTrans1D3" presStyleIdx="0" presStyleCnt="8"/>
      <dgm:spPr/>
    </dgm:pt>
    <dgm:pt modelId="{3DD505DC-965C-7C4F-A6CC-07D7A7718BFD}" type="pres">
      <dgm:prSet presAssocID="{BF129B70-B031-2C49-AC23-ACEE5D449D13}" presName="hierRoot3" presStyleCnt="0"/>
      <dgm:spPr/>
    </dgm:pt>
    <dgm:pt modelId="{1821B390-48EC-D745-B773-FA9C8D98BD31}" type="pres">
      <dgm:prSet presAssocID="{BF129B70-B031-2C49-AC23-ACEE5D449D13}" presName="composite3" presStyleCnt="0"/>
      <dgm:spPr/>
    </dgm:pt>
    <dgm:pt modelId="{C8AD6C4F-CE07-2F40-9E08-92BABBE84151}" type="pres">
      <dgm:prSet presAssocID="{BF129B70-B031-2C49-AC23-ACEE5D449D13}" presName="background3" presStyleLbl="node3" presStyleIdx="0" presStyleCnt="8"/>
      <dgm:spPr/>
    </dgm:pt>
    <dgm:pt modelId="{D12BD426-090A-F246-86BB-091A8573C4FF}" type="pres">
      <dgm:prSet presAssocID="{BF129B70-B031-2C49-AC23-ACEE5D449D13}" presName="text3" presStyleLbl="fgAcc3" presStyleIdx="0" presStyleCnt="8">
        <dgm:presLayoutVars>
          <dgm:chPref val="3"/>
        </dgm:presLayoutVars>
      </dgm:prSet>
      <dgm:spPr/>
    </dgm:pt>
    <dgm:pt modelId="{D8BABB2A-214A-BE4C-A4FA-E5F52EC8EF8B}" type="pres">
      <dgm:prSet presAssocID="{BF129B70-B031-2C49-AC23-ACEE5D449D13}" presName="hierChild4" presStyleCnt="0"/>
      <dgm:spPr/>
    </dgm:pt>
    <dgm:pt modelId="{D7CC4504-55F4-A74B-AE46-BF1B713875A2}" type="pres">
      <dgm:prSet presAssocID="{828EC199-EAA3-EF49-A20B-B2092B332A5A}" presName="Name23" presStyleLbl="parChTrans1D4" presStyleIdx="0" presStyleCnt="66"/>
      <dgm:spPr/>
    </dgm:pt>
    <dgm:pt modelId="{98740DBF-4322-4C43-83EA-57877F70FAB8}" type="pres">
      <dgm:prSet presAssocID="{2992D371-5B03-1D45-B1E8-CC8AB1CF6B1A}" presName="hierRoot4" presStyleCnt="0"/>
      <dgm:spPr/>
    </dgm:pt>
    <dgm:pt modelId="{CEEDC441-BB6D-054C-90FA-3935964A400D}" type="pres">
      <dgm:prSet presAssocID="{2992D371-5B03-1D45-B1E8-CC8AB1CF6B1A}" presName="composite4" presStyleCnt="0"/>
      <dgm:spPr/>
    </dgm:pt>
    <dgm:pt modelId="{D6054EBD-5179-F249-B6DD-6086EE26C75E}" type="pres">
      <dgm:prSet presAssocID="{2992D371-5B03-1D45-B1E8-CC8AB1CF6B1A}" presName="background4" presStyleLbl="node4" presStyleIdx="0" presStyleCnt="66"/>
      <dgm:spPr/>
    </dgm:pt>
    <dgm:pt modelId="{9DF564BB-E269-9849-B433-A457FD77B11F}" type="pres">
      <dgm:prSet presAssocID="{2992D371-5B03-1D45-B1E8-CC8AB1CF6B1A}" presName="text4" presStyleLbl="fgAcc4" presStyleIdx="0" presStyleCnt="66">
        <dgm:presLayoutVars>
          <dgm:chPref val="3"/>
        </dgm:presLayoutVars>
      </dgm:prSet>
      <dgm:spPr/>
    </dgm:pt>
    <dgm:pt modelId="{861A76A7-F96B-F946-AAE0-0EDEDB98B810}" type="pres">
      <dgm:prSet presAssocID="{2992D371-5B03-1D45-B1E8-CC8AB1CF6B1A}" presName="hierChild5" presStyleCnt="0"/>
      <dgm:spPr/>
    </dgm:pt>
    <dgm:pt modelId="{0F7C3537-D831-714E-81E6-0F37BDFEE9D9}" type="pres">
      <dgm:prSet presAssocID="{43DCE725-849A-CA40-8997-657A791FD70F}" presName="Name23" presStyleLbl="parChTrans1D4" presStyleIdx="1" presStyleCnt="66"/>
      <dgm:spPr/>
    </dgm:pt>
    <dgm:pt modelId="{3D5B7522-0F23-6F44-AA7D-46C6A5BE1165}" type="pres">
      <dgm:prSet presAssocID="{01B3B7D9-89BD-B040-8605-635DB4EABE35}" presName="hierRoot4" presStyleCnt="0"/>
      <dgm:spPr/>
    </dgm:pt>
    <dgm:pt modelId="{78728FDA-6E83-1340-A353-99CE7AF6EED3}" type="pres">
      <dgm:prSet presAssocID="{01B3B7D9-89BD-B040-8605-635DB4EABE35}" presName="composite4" presStyleCnt="0"/>
      <dgm:spPr/>
    </dgm:pt>
    <dgm:pt modelId="{3CDEF670-034B-3840-9372-89C3FF2C923A}" type="pres">
      <dgm:prSet presAssocID="{01B3B7D9-89BD-B040-8605-635DB4EABE35}" presName="background4" presStyleLbl="node4" presStyleIdx="1" presStyleCnt="66"/>
      <dgm:spPr/>
    </dgm:pt>
    <dgm:pt modelId="{F9A358CE-591C-8040-BB65-E33F32560990}" type="pres">
      <dgm:prSet presAssocID="{01B3B7D9-89BD-B040-8605-635DB4EABE35}" presName="text4" presStyleLbl="fgAcc4" presStyleIdx="1" presStyleCnt="66">
        <dgm:presLayoutVars>
          <dgm:chPref val="3"/>
        </dgm:presLayoutVars>
      </dgm:prSet>
      <dgm:spPr/>
    </dgm:pt>
    <dgm:pt modelId="{9B7AEA94-638C-BA45-998D-B54F3636707D}" type="pres">
      <dgm:prSet presAssocID="{01B3B7D9-89BD-B040-8605-635DB4EABE35}" presName="hierChild5" presStyleCnt="0"/>
      <dgm:spPr/>
    </dgm:pt>
    <dgm:pt modelId="{5E1D6092-65AB-6D48-A2A7-417E9C085D81}" type="pres">
      <dgm:prSet presAssocID="{B1219951-C777-384D-9284-89638343004E}" presName="Name23" presStyleLbl="parChTrans1D4" presStyleIdx="2" presStyleCnt="66"/>
      <dgm:spPr/>
    </dgm:pt>
    <dgm:pt modelId="{F36A1279-2184-084F-BE54-4905B7789F6E}" type="pres">
      <dgm:prSet presAssocID="{21B09B23-8EA5-AE49-ADE5-3453A5FB2562}" presName="hierRoot4" presStyleCnt="0"/>
      <dgm:spPr/>
    </dgm:pt>
    <dgm:pt modelId="{F0C5F4FD-F449-344F-9DEF-A42EC18B3E3B}" type="pres">
      <dgm:prSet presAssocID="{21B09B23-8EA5-AE49-ADE5-3453A5FB2562}" presName="composite4" presStyleCnt="0"/>
      <dgm:spPr/>
    </dgm:pt>
    <dgm:pt modelId="{B0CD3667-A26B-9345-9F44-27E8647A5FC5}" type="pres">
      <dgm:prSet presAssocID="{21B09B23-8EA5-AE49-ADE5-3453A5FB2562}" presName="background4" presStyleLbl="node4" presStyleIdx="2" presStyleCnt="66"/>
      <dgm:spPr/>
    </dgm:pt>
    <dgm:pt modelId="{D80E1B8A-5ACF-7A43-939F-B60A825122DC}" type="pres">
      <dgm:prSet presAssocID="{21B09B23-8EA5-AE49-ADE5-3453A5FB2562}" presName="text4" presStyleLbl="fgAcc4" presStyleIdx="2" presStyleCnt="66">
        <dgm:presLayoutVars>
          <dgm:chPref val="3"/>
        </dgm:presLayoutVars>
      </dgm:prSet>
      <dgm:spPr/>
    </dgm:pt>
    <dgm:pt modelId="{1768793F-32B9-394B-9A16-8537F3A97D9A}" type="pres">
      <dgm:prSet presAssocID="{21B09B23-8EA5-AE49-ADE5-3453A5FB2562}" presName="hierChild5" presStyleCnt="0"/>
      <dgm:spPr/>
    </dgm:pt>
    <dgm:pt modelId="{7E2638EB-6CEA-B44F-A9FC-61DC338FCB60}" type="pres">
      <dgm:prSet presAssocID="{6AEF75F3-70E3-7A47-A752-0EB8283EF539}" presName="Name23" presStyleLbl="parChTrans1D4" presStyleIdx="3" presStyleCnt="66"/>
      <dgm:spPr/>
    </dgm:pt>
    <dgm:pt modelId="{3671164D-1BBD-A743-8610-69F1FCFCBD09}" type="pres">
      <dgm:prSet presAssocID="{BB36DC2A-326D-F446-AC4D-5F3F577840B4}" presName="hierRoot4" presStyleCnt="0"/>
      <dgm:spPr/>
    </dgm:pt>
    <dgm:pt modelId="{D1BC2A64-5E39-2245-9F6E-381C1A461438}" type="pres">
      <dgm:prSet presAssocID="{BB36DC2A-326D-F446-AC4D-5F3F577840B4}" presName="composite4" presStyleCnt="0"/>
      <dgm:spPr/>
    </dgm:pt>
    <dgm:pt modelId="{F82FE2F3-2F3B-AD41-B94A-078A3D6F655C}" type="pres">
      <dgm:prSet presAssocID="{BB36DC2A-326D-F446-AC4D-5F3F577840B4}" presName="background4" presStyleLbl="node4" presStyleIdx="3" presStyleCnt="66"/>
      <dgm:spPr/>
    </dgm:pt>
    <dgm:pt modelId="{589A6AB6-3BA9-3440-8A1F-2DCCC9CAD848}" type="pres">
      <dgm:prSet presAssocID="{BB36DC2A-326D-F446-AC4D-5F3F577840B4}" presName="text4" presStyleLbl="fgAcc4" presStyleIdx="3" presStyleCnt="66">
        <dgm:presLayoutVars>
          <dgm:chPref val="3"/>
        </dgm:presLayoutVars>
      </dgm:prSet>
      <dgm:spPr/>
    </dgm:pt>
    <dgm:pt modelId="{7C728966-D11B-D84A-AC49-99D9CC8FF9D1}" type="pres">
      <dgm:prSet presAssocID="{BB36DC2A-326D-F446-AC4D-5F3F577840B4}" presName="hierChild5" presStyleCnt="0"/>
      <dgm:spPr/>
    </dgm:pt>
    <dgm:pt modelId="{F73338FB-03EE-1943-92C5-561F6F2E3887}" type="pres">
      <dgm:prSet presAssocID="{3AFEAF60-BAD0-5948-A357-D9EACEAD5827}" presName="Name23" presStyleLbl="parChTrans1D4" presStyleIdx="4" presStyleCnt="66"/>
      <dgm:spPr/>
    </dgm:pt>
    <dgm:pt modelId="{141E9D5F-DEE3-9741-8076-C41FE39EDD10}" type="pres">
      <dgm:prSet presAssocID="{881665E8-74BE-914A-B2EC-46D66C97186A}" presName="hierRoot4" presStyleCnt="0"/>
      <dgm:spPr/>
    </dgm:pt>
    <dgm:pt modelId="{89984CA2-687F-0241-A348-ECA13762E26E}" type="pres">
      <dgm:prSet presAssocID="{881665E8-74BE-914A-B2EC-46D66C97186A}" presName="composite4" presStyleCnt="0"/>
      <dgm:spPr/>
    </dgm:pt>
    <dgm:pt modelId="{0F42AE3F-A219-E64C-9945-69880A20AAE3}" type="pres">
      <dgm:prSet presAssocID="{881665E8-74BE-914A-B2EC-46D66C97186A}" presName="background4" presStyleLbl="node4" presStyleIdx="4" presStyleCnt="66"/>
      <dgm:spPr/>
    </dgm:pt>
    <dgm:pt modelId="{7C568434-3838-7E42-83BA-689B4707AF78}" type="pres">
      <dgm:prSet presAssocID="{881665E8-74BE-914A-B2EC-46D66C97186A}" presName="text4" presStyleLbl="fgAcc4" presStyleIdx="4" presStyleCnt="66">
        <dgm:presLayoutVars>
          <dgm:chPref val="3"/>
        </dgm:presLayoutVars>
      </dgm:prSet>
      <dgm:spPr/>
    </dgm:pt>
    <dgm:pt modelId="{B7A0AE78-CBF5-7C4C-80DC-495F7F223E73}" type="pres">
      <dgm:prSet presAssocID="{881665E8-74BE-914A-B2EC-46D66C97186A}" presName="hierChild5" presStyleCnt="0"/>
      <dgm:spPr/>
    </dgm:pt>
    <dgm:pt modelId="{80F0FDAB-BA29-D049-9403-07776A618840}" type="pres">
      <dgm:prSet presAssocID="{FE3ADA64-8247-7C44-A8BD-3A8D1CB2463E}" presName="Name23" presStyleLbl="parChTrans1D4" presStyleIdx="5" presStyleCnt="66"/>
      <dgm:spPr/>
    </dgm:pt>
    <dgm:pt modelId="{76B99D06-8FD9-2847-AD73-02DFB23FE219}" type="pres">
      <dgm:prSet presAssocID="{ABE34C66-335D-7D45-877F-3F07A82456B2}" presName="hierRoot4" presStyleCnt="0"/>
      <dgm:spPr/>
    </dgm:pt>
    <dgm:pt modelId="{5A218DA6-8B7B-E443-8832-F5A6229022F3}" type="pres">
      <dgm:prSet presAssocID="{ABE34C66-335D-7D45-877F-3F07A82456B2}" presName="composite4" presStyleCnt="0"/>
      <dgm:spPr/>
    </dgm:pt>
    <dgm:pt modelId="{427FDEB9-BA38-1346-8876-E5924C5CF84F}" type="pres">
      <dgm:prSet presAssocID="{ABE34C66-335D-7D45-877F-3F07A82456B2}" presName="background4" presStyleLbl="node4" presStyleIdx="5" presStyleCnt="66"/>
      <dgm:spPr/>
    </dgm:pt>
    <dgm:pt modelId="{18EF7105-E3E5-FD41-A7E7-57BF04DC09C3}" type="pres">
      <dgm:prSet presAssocID="{ABE34C66-335D-7D45-877F-3F07A82456B2}" presName="text4" presStyleLbl="fgAcc4" presStyleIdx="5" presStyleCnt="66">
        <dgm:presLayoutVars>
          <dgm:chPref val="3"/>
        </dgm:presLayoutVars>
      </dgm:prSet>
      <dgm:spPr/>
    </dgm:pt>
    <dgm:pt modelId="{40F3D002-A198-134A-B574-20FD62D57A85}" type="pres">
      <dgm:prSet presAssocID="{ABE34C66-335D-7D45-877F-3F07A82456B2}" presName="hierChild5" presStyleCnt="0"/>
      <dgm:spPr/>
    </dgm:pt>
    <dgm:pt modelId="{F768E266-9084-E141-90DA-B8FF44229EB4}" type="pres">
      <dgm:prSet presAssocID="{E67938E7-374A-6640-BF5D-B342C6969D8D}" presName="Name23" presStyleLbl="parChTrans1D4" presStyleIdx="6" presStyleCnt="66"/>
      <dgm:spPr/>
    </dgm:pt>
    <dgm:pt modelId="{3EA60588-34FA-174A-AA53-16726CC3529C}" type="pres">
      <dgm:prSet presAssocID="{9EA695CE-D62E-6449-A9D3-6BA2FA501C60}" presName="hierRoot4" presStyleCnt="0"/>
      <dgm:spPr/>
    </dgm:pt>
    <dgm:pt modelId="{AF46D1F6-E5B8-0945-BB5E-A42922302F79}" type="pres">
      <dgm:prSet presAssocID="{9EA695CE-D62E-6449-A9D3-6BA2FA501C60}" presName="composite4" presStyleCnt="0"/>
      <dgm:spPr/>
    </dgm:pt>
    <dgm:pt modelId="{6A3A0C2F-8FDC-CB4C-90EB-DE4E1E2C7F6E}" type="pres">
      <dgm:prSet presAssocID="{9EA695CE-D62E-6449-A9D3-6BA2FA501C60}" presName="background4" presStyleLbl="node4" presStyleIdx="6" presStyleCnt="66"/>
      <dgm:spPr/>
    </dgm:pt>
    <dgm:pt modelId="{0CC817C9-DC0F-6E46-B484-D3C93AC1F1FE}" type="pres">
      <dgm:prSet presAssocID="{9EA695CE-D62E-6449-A9D3-6BA2FA501C60}" presName="text4" presStyleLbl="fgAcc4" presStyleIdx="6" presStyleCnt="66">
        <dgm:presLayoutVars>
          <dgm:chPref val="3"/>
        </dgm:presLayoutVars>
      </dgm:prSet>
      <dgm:spPr/>
    </dgm:pt>
    <dgm:pt modelId="{8A209173-A9D8-3D46-96C5-556DBD71D6E4}" type="pres">
      <dgm:prSet presAssocID="{9EA695CE-D62E-6449-A9D3-6BA2FA501C60}" presName="hierChild5" presStyleCnt="0"/>
      <dgm:spPr/>
    </dgm:pt>
    <dgm:pt modelId="{3E4AD822-E2A8-394E-98A4-81638381FE8B}" type="pres">
      <dgm:prSet presAssocID="{EBEF8A6E-4A46-AA46-945D-9ADC7CCE4060}" presName="Name23" presStyleLbl="parChTrans1D4" presStyleIdx="7" presStyleCnt="66"/>
      <dgm:spPr/>
    </dgm:pt>
    <dgm:pt modelId="{EEEAD181-1F8A-8F48-8A9B-1FCBCB144FFF}" type="pres">
      <dgm:prSet presAssocID="{A320E16E-DA78-5C46-9F35-1F5705964506}" presName="hierRoot4" presStyleCnt="0"/>
      <dgm:spPr/>
    </dgm:pt>
    <dgm:pt modelId="{72A9A003-482D-F648-84CB-92CA2259CC14}" type="pres">
      <dgm:prSet presAssocID="{A320E16E-DA78-5C46-9F35-1F5705964506}" presName="composite4" presStyleCnt="0"/>
      <dgm:spPr/>
    </dgm:pt>
    <dgm:pt modelId="{D909C44D-A5FA-1344-8BE8-DD6A106B4222}" type="pres">
      <dgm:prSet presAssocID="{A320E16E-DA78-5C46-9F35-1F5705964506}" presName="background4" presStyleLbl="node4" presStyleIdx="7" presStyleCnt="66"/>
      <dgm:spPr/>
    </dgm:pt>
    <dgm:pt modelId="{BAC3DE9B-08A2-0E47-B77E-7614BFD79316}" type="pres">
      <dgm:prSet presAssocID="{A320E16E-DA78-5C46-9F35-1F5705964506}" presName="text4" presStyleLbl="fgAcc4" presStyleIdx="7" presStyleCnt="66">
        <dgm:presLayoutVars>
          <dgm:chPref val="3"/>
        </dgm:presLayoutVars>
      </dgm:prSet>
      <dgm:spPr/>
    </dgm:pt>
    <dgm:pt modelId="{583BC83B-AA6B-9045-8EA0-E19CC2C945CA}" type="pres">
      <dgm:prSet presAssocID="{A320E16E-DA78-5C46-9F35-1F5705964506}" presName="hierChild5" presStyleCnt="0"/>
      <dgm:spPr/>
    </dgm:pt>
    <dgm:pt modelId="{1E0DD819-4356-A840-90EE-3D7CBB9CFC3A}" type="pres">
      <dgm:prSet presAssocID="{CEB37D34-2FE6-004E-8A1B-F376949A0111}" presName="Name23" presStyleLbl="parChTrans1D4" presStyleIdx="8" presStyleCnt="66"/>
      <dgm:spPr/>
    </dgm:pt>
    <dgm:pt modelId="{B4609BFA-6E30-DD46-B843-F9D0796B22F3}" type="pres">
      <dgm:prSet presAssocID="{4630E8BE-6F39-A34B-B876-C38B8F667629}" presName="hierRoot4" presStyleCnt="0"/>
      <dgm:spPr/>
    </dgm:pt>
    <dgm:pt modelId="{FC6B7CD6-93AB-3446-95C1-F9034235BA45}" type="pres">
      <dgm:prSet presAssocID="{4630E8BE-6F39-A34B-B876-C38B8F667629}" presName="composite4" presStyleCnt="0"/>
      <dgm:spPr/>
    </dgm:pt>
    <dgm:pt modelId="{FF7C9F48-3B47-AF40-B679-02E4BD860202}" type="pres">
      <dgm:prSet presAssocID="{4630E8BE-6F39-A34B-B876-C38B8F667629}" presName="background4" presStyleLbl="node4" presStyleIdx="8" presStyleCnt="66"/>
      <dgm:spPr/>
    </dgm:pt>
    <dgm:pt modelId="{D3B60DA8-FDC0-5B45-9F32-2912421AB09A}" type="pres">
      <dgm:prSet presAssocID="{4630E8BE-6F39-A34B-B876-C38B8F667629}" presName="text4" presStyleLbl="fgAcc4" presStyleIdx="8" presStyleCnt="66">
        <dgm:presLayoutVars>
          <dgm:chPref val="3"/>
        </dgm:presLayoutVars>
      </dgm:prSet>
      <dgm:spPr/>
    </dgm:pt>
    <dgm:pt modelId="{B5794A97-A24B-B449-85F9-F616F400F5F5}" type="pres">
      <dgm:prSet presAssocID="{4630E8BE-6F39-A34B-B876-C38B8F667629}" presName="hierChild5" presStyleCnt="0"/>
      <dgm:spPr/>
    </dgm:pt>
    <dgm:pt modelId="{55E96FD7-00E5-B645-B404-685D8E28C886}" type="pres">
      <dgm:prSet presAssocID="{9E912AD5-6878-9B43-85E3-D206FD09D5BA}" presName="Name17" presStyleLbl="parChTrans1D3" presStyleIdx="1" presStyleCnt="8"/>
      <dgm:spPr/>
    </dgm:pt>
    <dgm:pt modelId="{8CE6624B-D84E-CD41-AC87-1ECD6E9531D5}" type="pres">
      <dgm:prSet presAssocID="{00DA503C-FBED-AF41-BDD2-75D8E2108235}" presName="hierRoot3" presStyleCnt="0"/>
      <dgm:spPr/>
    </dgm:pt>
    <dgm:pt modelId="{BD2F529A-2C93-4243-9A50-02A689F3551B}" type="pres">
      <dgm:prSet presAssocID="{00DA503C-FBED-AF41-BDD2-75D8E2108235}" presName="composite3" presStyleCnt="0"/>
      <dgm:spPr/>
    </dgm:pt>
    <dgm:pt modelId="{E86FC2C7-BB8E-7741-867A-069003AC3F80}" type="pres">
      <dgm:prSet presAssocID="{00DA503C-FBED-AF41-BDD2-75D8E2108235}" presName="background3" presStyleLbl="node3" presStyleIdx="1" presStyleCnt="8"/>
      <dgm:spPr/>
    </dgm:pt>
    <dgm:pt modelId="{0B8CE36F-0B80-0645-9C3D-DD138B2ABFD4}" type="pres">
      <dgm:prSet presAssocID="{00DA503C-FBED-AF41-BDD2-75D8E2108235}" presName="text3" presStyleLbl="fgAcc3" presStyleIdx="1" presStyleCnt="8">
        <dgm:presLayoutVars>
          <dgm:chPref val="3"/>
        </dgm:presLayoutVars>
      </dgm:prSet>
      <dgm:spPr/>
    </dgm:pt>
    <dgm:pt modelId="{952797F3-F159-8E4D-BCBB-3D5512951892}" type="pres">
      <dgm:prSet presAssocID="{00DA503C-FBED-AF41-BDD2-75D8E2108235}" presName="hierChild4" presStyleCnt="0"/>
      <dgm:spPr/>
    </dgm:pt>
    <dgm:pt modelId="{24A99166-EF3E-C946-99ED-46E156172716}" type="pres">
      <dgm:prSet presAssocID="{2BECC545-BA45-0B4D-A124-270CA9BA04C2}" presName="Name23" presStyleLbl="parChTrans1D4" presStyleIdx="9" presStyleCnt="66"/>
      <dgm:spPr/>
    </dgm:pt>
    <dgm:pt modelId="{E51D3C9F-82B1-5344-BDEC-D8F0F43A9BDA}" type="pres">
      <dgm:prSet presAssocID="{512F6EE0-31A8-F14D-B749-5FAEB26082E8}" presName="hierRoot4" presStyleCnt="0"/>
      <dgm:spPr/>
    </dgm:pt>
    <dgm:pt modelId="{A779DF8E-54B2-3E42-A2D1-4DD5AA8F8259}" type="pres">
      <dgm:prSet presAssocID="{512F6EE0-31A8-F14D-B749-5FAEB26082E8}" presName="composite4" presStyleCnt="0"/>
      <dgm:spPr/>
    </dgm:pt>
    <dgm:pt modelId="{C9218AD4-74AC-3B44-A547-C3D071AF67E9}" type="pres">
      <dgm:prSet presAssocID="{512F6EE0-31A8-F14D-B749-5FAEB26082E8}" presName="background4" presStyleLbl="node4" presStyleIdx="9" presStyleCnt="66"/>
      <dgm:spPr/>
    </dgm:pt>
    <dgm:pt modelId="{B8F4047B-F11F-104D-AAD9-039D61506DE7}" type="pres">
      <dgm:prSet presAssocID="{512F6EE0-31A8-F14D-B749-5FAEB26082E8}" presName="text4" presStyleLbl="fgAcc4" presStyleIdx="9" presStyleCnt="66">
        <dgm:presLayoutVars>
          <dgm:chPref val="3"/>
        </dgm:presLayoutVars>
      </dgm:prSet>
      <dgm:spPr/>
    </dgm:pt>
    <dgm:pt modelId="{9CF36213-F6E4-A848-8366-CFA619456BE1}" type="pres">
      <dgm:prSet presAssocID="{512F6EE0-31A8-F14D-B749-5FAEB26082E8}" presName="hierChild5" presStyleCnt="0"/>
      <dgm:spPr/>
    </dgm:pt>
    <dgm:pt modelId="{495C2C55-214A-4A49-82BE-7965CE65CB39}" type="pres">
      <dgm:prSet presAssocID="{78D29643-3C6B-4D44-B0D7-C9CB0E75483F}" presName="Name23" presStyleLbl="parChTrans1D4" presStyleIdx="10" presStyleCnt="66"/>
      <dgm:spPr/>
    </dgm:pt>
    <dgm:pt modelId="{F8562F35-7B08-EB4B-A62B-B0D9FFC1100A}" type="pres">
      <dgm:prSet presAssocID="{098EFB8C-EC3C-EF47-9E54-E2D5DDC4C15A}" presName="hierRoot4" presStyleCnt="0"/>
      <dgm:spPr/>
    </dgm:pt>
    <dgm:pt modelId="{84147C5B-00CD-9049-9957-4230D45BCBC3}" type="pres">
      <dgm:prSet presAssocID="{098EFB8C-EC3C-EF47-9E54-E2D5DDC4C15A}" presName="composite4" presStyleCnt="0"/>
      <dgm:spPr/>
    </dgm:pt>
    <dgm:pt modelId="{ECD1BA69-2AEA-5342-8939-3A017F34793D}" type="pres">
      <dgm:prSet presAssocID="{098EFB8C-EC3C-EF47-9E54-E2D5DDC4C15A}" presName="background4" presStyleLbl="node4" presStyleIdx="10" presStyleCnt="66"/>
      <dgm:spPr/>
    </dgm:pt>
    <dgm:pt modelId="{38F5008D-588D-2748-A4A4-832E9796E001}" type="pres">
      <dgm:prSet presAssocID="{098EFB8C-EC3C-EF47-9E54-E2D5DDC4C15A}" presName="text4" presStyleLbl="fgAcc4" presStyleIdx="10" presStyleCnt="66">
        <dgm:presLayoutVars>
          <dgm:chPref val="3"/>
        </dgm:presLayoutVars>
      </dgm:prSet>
      <dgm:spPr/>
    </dgm:pt>
    <dgm:pt modelId="{D117FB3E-0D56-4E4E-B693-2440476E4731}" type="pres">
      <dgm:prSet presAssocID="{098EFB8C-EC3C-EF47-9E54-E2D5DDC4C15A}" presName="hierChild5" presStyleCnt="0"/>
      <dgm:spPr/>
    </dgm:pt>
    <dgm:pt modelId="{A7213E2C-7666-6146-9CB0-664B1B86295C}" type="pres">
      <dgm:prSet presAssocID="{75C0136D-F11A-4A46-9840-391C2E162C82}" presName="Name23" presStyleLbl="parChTrans1D4" presStyleIdx="11" presStyleCnt="66"/>
      <dgm:spPr/>
    </dgm:pt>
    <dgm:pt modelId="{D03FF0B7-8C7A-714E-8D4E-7DFFA49B0719}" type="pres">
      <dgm:prSet presAssocID="{3DFED527-EFB4-D143-BAFF-1E29586578DC}" presName="hierRoot4" presStyleCnt="0"/>
      <dgm:spPr/>
    </dgm:pt>
    <dgm:pt modelId="{1A90863E-75EC-1B40-BE3C-BA872A6BB02D}" type="pres">
      <dgm:prSet presAssocID="{3DFED527-EFB4-D143-BAFF-1E29586578DC}" presName="composite4" presStyleCnt="0"/>
      <dgm:spPr/>
    </dgm:pt>
    <dgm:pt modelId="{F30AD719-4594-E64B-918B-4D6082A18233}" type="pres">
      <dgm:prSet presAssocID="{3DFED527-EFB4-D143-BAFF-1E29586578DC}" presName="background4" presStyleLbl="node4" presStyleIdx="11" presStyleCnt="66"/>
      <dgm:spPr/>
    </dgm:pt>
    <dgm:pt modelId="{E0571EAC-B843-074C-B657-C4DB9ADD85DE}" type="pres">
      <dgm:prSet presAssocID="{3DFED527-EFB4-D143-BAFF-1E29586578DC}" presName="text4" presStyleLbl="fgAcc4" presStyleIdx="11" presStyleCnt="66">
        <dgm:presLayoutVars>
          <dgm:chPref val="3"/>
        </dgm:presLayoutVars>
      </dgm:prSet>
      <dgm:spPr/>
    </dgm:pt>
    <dgm:pt modelId="{ABEAB048-ABCC-B049-A11E-6DE4D0DCCB2E}" type="pres">
      <dgm:prSet presAssocID="{3DFED527-EFB4-D143-BAFF-1E29586578DC}" presName="hierChild5" presStyleCnt="0"/>
      <dgm:spPr/>
    </dgm:pt>
    <dgm:pt modelId="{834ED23F-44E8-6F44-A94D-0B20A62EBA08}" type="pres">
      <dgm:prSet presAssocID="{B121A372-DD2F-3549-9C56-FE2F6AAC5B4F}" presName="Name23" presStyleLbl="parChTrans1D4" presStyleIdx="12" presStyleCnt="66"/>
      <dgm:spPr/>
    </dgm:pt>
    <dgm:pt modelId="{C443992B-45FB-E947-8CFB-C2918A8300B4}" type="pres">
      <dgm:prSet presAssocID="{49E6108F-AA5B-1048-87B5-01060DC45357}" presName="hierRoot4" presStyleCnt="0"/>
      <dgm:spPr/>
    </dgm:pt>
    <dgm:pt modelId="{006A439C-C225-FE41-8498-C0EE69CE69CB}" type="pres">
      <dgm:prSet presAssocID="{49E6108F-AA5B-1048-87B5-01060DC45357}" presName="composite4" presStyleCnt="0"/>
      <dgm:spPr/>
    </dgm:pt>
    <dgm:pt modelId="{464E657A-0ACE-284D-83AC-18521668FAB5}" type="pres">
      <dgm:prSet presAssocID="{49E6108F-AA5B-1048-87B5-01060DC45357}" presName="background4" presStyleLbl="node4" presStyleIdx="12" presStyleCnt="66"/>
      <dgm:spPr/>
    </dgm:pt>
    <dgm:pt modelId="{71DE8ACF-F008-7544-A7E5-BA98AEE6FD37}" type="pres">
      <dgm:prSet presAssocID="{49E6108F-AA5B-1048-87B5-01060DC45357}" presName="text4" presStyleLbl="fgAcc4" presStyleIdx="12" presStyleCnt="66">
        <dgm:presLayoutVars>
          <dgm:chPref val="3"/>
        </dgm:presLayoutVars>
      </dgm:prSet>
      <dgm:spPr/>
    </dgm:pt>
    <dgm:pt modelId="{FEC489F1-8213-7A4E-ACB2-1734E1D9B15E}" type="pres">
      <dgm:prSet presAssocID="{49E6108F-AA5B-1048-87B5-01060DC45357}" presName="hierChild5" presStyleCnt="0"/>
      <dgm:spPr/>
    </dgm:pt>
    <dgm:pt modelId="{CCECF13C-AFA2-7F4C-B9CE-D020D6830FC8}" type="pres">
      <dgm:prSet presAssocID="{B1B80E28-7606-9545-BA16-C66E6DC8300F}" presName="Name23" presStyleLbl="parChTrans1D4" presStyleIdx="13" presStyleCnt="66"/>
      <dgm:spPr/>
    </dgm:pt>
    <dgm:pt modelId="{C098CDC0-7CD4-C747-9FAD-91E78E31C7ED}" type="pres">
      <dgm:prSet presAssocID="{69F68386-244A-6B4F-BB37-0DF68B29CEAE}" presName="hierRoot4" presStyleCnt="0"/>
      <dgm:spPr/>
    </dgm:pt>
    <dgm:pt modelId="{1B568B73-DF92-FA40-A3BA-7ABBAAADA066}" type="pres">
      <dgm:prSet presAssocID="{69F68386-244A-6B4F-BB37-0DF68B29CEAE}" presName="composite4" presStyleCnt="0"/>
      <dgm:spPr/>
    </dgm:pt>
    <dgm:pt modelId="{EF5F9993-71E7-8741-A965-EF77CF2324D1}" type="pres">
      <dgm:prSet presAssocID="{69F68386-244A-6B4F-BB37-0DF68B29CEAE}" presName="background4" presStyleLbl="node4" presStyleIdx="13" presStyleCnt="66"/>
      <dgm:spPr/>
    </dgm:pt>
    <dgm:pt modelId="{46753DDA-C769-894C-BFE0-9984BFBB3391}" type="pres">
      <dgm:prSet presAssocID="{69F68386-244A-6B4F-BB37-0DF68B29CEAE}" presName="text4" presStyleLbl="fgAcc4" presStyleIdx="13" presStyleCnt="66">
        <dgm:presLayoutVars>
          <dgm:chPref val="3"/>
        </dgm:presLayoutVars>
      </dgm:prSet>
      <dgm:spPr/>
    </dgm:pt>
    <dgm:pt modelId="{8B4D71B2-40AF-AC4C-87B1-E145006836D7}" type="pres">
      <dgm:prSet presAssocID="{69F68386-244A-6B4F-BB37-0DF68B29CEAE}" presName="hierChild5" presStyleCnt="0"/>
      <dgm:spPr/>
    </dgm:pt>
    <dgm:pt modelId="{893DB7C7-26B9-5944-94C7-723CC0147B55}" type="pres">
      <dgm:prSet presAssocID="{A472D175-1227-4449-B463-A27F78C4C623}" presName="Name23" presStyleLbl="parChTrans1D4" presStyleIdx="14" presStyleCnt="66"/>
      <dgm:spPr/>
    </dgm:pt>
    <dgm:pt modelId="{904CFF3B-45DC-BA40-985B-41A1A0EC0E7A}" type="pres">
      <dgm:prSet presAssocID="{ADD7FE6B-FC02-B74D-A2A9-6A6619F9D989}" presName="hierRoot4" presStyleCnt="0"/>
      <dgm:spPr/>
    </dgm:pt>
    <dgm:pt modelId="{2872D82C-7C5B-5644-A8E1-780B42AC7943}" type="pres">
      <dgm:prSet presAssocID="{ADD7FE6B-FC02-B74D-A2A9-6A6619F9D989}" presName="composite4" presStyleCnt="0"/>
      <dgm:spPr/>
    </dgm:pt>
    <dgm:pt modelId="{F3F3B3C4-D7E6-6A4F-9EA5-C89212676A87}" type="pres">
      <dgm:prSet presAssocID="{ADD7FE6B-FC02-B74D-A2A9-6A6619F9D989}" presName="background4" presStyleLbl="node4" presStyleIdx="14" presStyleCnt="66"/>
      <dgm:spPr/>
    </dgm:pt>
    <dgm:pt modelId="{6984F774-87A0-B24F-A1B0-B2782AB3387F}" type="pres">
      <dgm:prSet presAssocID="{ADD7FE6B-FC02-B74D-A2A9-6A6619F9D989}" presName="text4" presStyleLbl="fgAcc4" presStyleIdx="14" presStyleCnt="66">
        <dgm:presLayoutVars>
          <dgm:chPref val="3"/>
        </dgm:presLayoutVars>
      </dgm:prSet>
      <dgm:spPr/>
    </dgm:pt>
    <dgm:pt modelId="{B2F83BB2-3945-8342-9D9D-AC00046750A7}" type="pres">
      <dgm:prSet presAssocID="{ADD7FE6B-FC02-B74D-A2A9-6A6619F9D989}" presName="hierChild5" presStyleCnt="0"/>
      <dgm:spPr/>
    </dgm:pt>
    <dgm:pt modelId="{D79396E5-FC0F-E64A-8A02-5BFCD96591EC}" type="pres">
      <dgm:prSet presAssocID="{7176F9F9-71F9-B24F-B401-56DBBEE7B934}" presName="Name23" presStyleLbl="parChTrans1D4" presStyleIdx="15" presStyleCnt="66"/>
      <dgm:spPr/>
    </dgm:pt>
    <dgm:pt modelId="{F80CFE98-42CA-C148-A888-B8CA5CD2462C}" type="pres">
      <dgm:prSet presAssocID="{F1F47B52-59DE-4F41-A84C-637274C6D9D0}" presName="hierRoot4" presStyleCnt="0"/>
      <dgm:spPr/>
    </dgm:pt>
    <dgm:pt modelId="{95A113AE-F178-6E4C-9245-07472DF53AE0}" type="pres">
      <dgm:prSet presAssocID="{F1F47B52-59DE-4F41-A84C-637274C6D9D0}" presName="composite4" presStyleCnt="0"/>
      <dgm:spPr/>
    </dgm:pt>
    <dgm:pt modelId="{C8DFE140-C01D-C740-BBE2-B38C5A7B0790}" type="pres">
      <dgm:prSet presAssocID="{F1F47B52-59DE-4F41-A84C-637274C6D9D0}" presName="background4" presStyleLbl="node4" presStyleIdx="15" presStyleCnt="66"/>
      <dgm:spPr/>
    </dgm:pt>
    <dgm:pt modelId="{328B0CD9-8844-D54B-AB3B-6B20541F06B2}" type="pres">
      <dgm:prSet presAssocID="{F1F47B52-59DE-4F41-A84C-637274C6D9D0}" presName="text4" presStyleLbl="fgAcc4" presStyleIdx="15" presStyleCnt="66">
        <dgm:presLayoutVars>
          <dgm:chPref val="3"/>
        </dgm:presLayoutVars>
      </dgm:prSet>
      <dgm:spPr/>
    </dgm:pt>
    <dgm:pt modelId="{EAA5A32F-6666-704C-A30F-F7F3094A95DF}" type="pres">
      <dgm:prSet presAssocID="{F1F47B52-59DE-4F41-A84C-637274C6D9D0}" presName="hierChild5" presStyleCnt="0"/>
      <dgm:spPr/>
    </dgm:pt>
    <dgm:pt modelId="{BA266954-29B5-6441-A2E9-9C6AC7BD7EA0}" type="pres">
      <dgm:prSet presAssocID="{F73AC43F-3278-A245-BB3C-8D1692C49627}" presName="Name23" presStyleLbl="parChTrans1D4" presStyleIdx="16" presStyleCnt="66"/>
      <dgm:spPr/>
    </dgm:pt>
    <dgm:pt modelId="{06BD814C-DA6E-5D46-A0DB-34000B3E7704}" type="pres">
      <dgm:prSet presAssocID="{184FB8B6-F7E7-1544-8D23-574D10853305}" presName="hierRoot4" presStyleCnt="0"/>
      <dgm:spPr/>
    </dgm:pt>
    <dgm:pt modelId="{3938E988-A938-6B43-8DCB-8C9C5212FB7D}" type="pres">
      <dgm:prSet presAssocID="{184FB8B6-F7E7-1544-8D23-574D10853305}" presName="composite4" presStyleCnt="0"/>
      <dgm:spPr/>
    </dgm:pt>
    <dgm:pt modelId="{BB88B08C-5264-5E4B-80D1-88A8F42EEABE}" type="pres">
      <dgm:prSet presAssocID="{184FB8B6-F7E7-1544-8D23-574D10853305}" presName="background4" presStyleLbl="node4" presStyleIdx="16" presStyleCnt="66"/>
      <dgm:spPr/>
    </dgm:pt>
    <dgm:pt modelId="{4086D43C-DE7A-4C4A-B7E1-8B67E5C1FCA3}" type="pres">
      <dgm:prSet presAssocID="{184FB8B6-F7E7-1544-8D23-574D10853305}" presName="text4" presStyleLbl="fgAcc4" presStyleIdx="16" presStyleCnt="66">
        <dgm:presLayoutVars>
          <dgm:chPref val="3"/>
        </dgm:presLayoutVars>
      </dgm:prSet>
      <dgm:spPr/>
    </dgm:pt>
    <dgm:pt modelId="{4CF7967A-B587-9E44-A7A9-E80E205ADCFD}" type="pres">
      <dgm:prSet presAssocID="{184FB8B6-F7E7-1544-8D23-574D10853305}" presName="hierChild5" presStyleCnt="0"/>
      <dgm:spPr/>
    </dgm:pt>
    <dgm:pt modelId="{C81D2DCE-D9AC-974B-BCC1-D0B54706A6E5}" type="pres">
      <dgm:prSet presAssocID="{23940F6C-5032-8F47-8A30-46EE4A27FADF}" presName="Name23" presStyleLbl="parChTrans1D4" presStyleIdx="17" presStyleCnt="66"/>
      <dgm:spPr/>
    </dgm:pt>
    <dgm:pt modelId="{E1A2CAC0-9868-DD43-805B-5F36E5EC413A}" type="pres">
      <dgm:prSet presAssocID="{2E727B93-4582-DC41-A5AE-BE1E4B4E9365}" presName="hierRoot4" presStyleCnt="0"/>
      <dgm:spPr/>
    </dgm:pt>
    <dgm:pt modelId="{BC123BD4-76BC-9941-BD3B-31D548C62D40}" type="pres">
      <dgm:prSet presAssocID="{2E727B93-4582-DC41-A5AE-BE1E4B4E9365}" presName="composite4" presStyleCnt="0"/>
      <dgm:spPr/>
    </dgm:pt>
    <dgm:pt modelId="{4567A167-4267-0249-9523-D76ABD880AAA}" type="pres">
      <dgm:prSet presAssocID="{2E727B93-4582-DC41-A5AE-BE1E4B4E9365}" presName="background4" presStyleLbl="node4" presStyleIdx="17" presStyleCnt="66"/>
      <dgm:spPr/>
    </dgm:pt>
    <dgm:pt modelId="{E37AD1CC-4DD4-914B-942D-50DBDCDCF626}" type="pres">
      <dgm:prSet presAssocID="{2E727B93-4582-DC41-A5AE-BE1E4B4E9365}" presName="text4" presStyleLbl="fgAcc4" presStyleIdx="17" presStyleCnt="66">
        <dgm:presLayoutVars>
          <dgm:chPref val="3"/>
        </dgm:presLayoutVars>
      </dgm:prSet>
      <dgm:spPr/>
    </dgm:pt>
    <dgm:pt modelId="{ED901E9B-A3CF-CA4C-8719-1FFBD549B1BA}" type="pres">
      <dgm:prSet presAssocID="{2E727B93-4582-DC41-A5AE-BE1E4B4E9365}" presName="hierChild5" presStyleCnt="0"/>
      <dgm:spPr/>
    </dgm:pt>
    <dgm:pt modelId="{CDDF9C79-6609-AF49-8BA0-76AC2E69182A}" type="pres">
      <dgm:prSet presAssocID="{1DDE0AE4-3AEF-374B-8DF5-E52C26118B2E}" presName="Name17" presStyleLbl="parChTrans1D3" presStyleIdx="2" presStyleCnt="8"/>
      <dgm:spPr/>
    </dgm:pt>
    <dgm:pt modelId="{1F4E3308-A0EA-7848-B2AA-1758FA9D0478}" type="pres">
      <dgm:prSet presAssocID="{9E587DAD-6AE8-0749-9C26-1301F6F2AD94}" presName="hierRoot3" presStyleCnt="0"/>
      <dgm:spPr/>
    </dgm:pt>
    <dgm:pt modelId="{17546CA3-258B-F046-A444-73C20FC6888E}" type="pres">
      <dgm:prSet presAssocID="{9E587DAD-6AE8-0749-9C26-1301F6F2AD94}" presName="composite3" presStyleCnt="0"/>
      <dgm:spPr/>
    </dgm:pt>
    <dgm:pt modelId="{BD848D0A-70F8-6441-B3B7-ADEADD4EB3F9}" type="pres">
      <dgm:prSet presAssocID="{9E587DAD-6AE8-0749-9C26-1301F6F2AD94}" presName="background3" presStyleLbl="node3" presStyleIdx="2" presStyleCnt="8"/>
      <dgm:spPr/>
    </dgm:pt>
    <dgm:pt modelId="{89947061-A630-C24D-94D4-4639B17FD0D6}" type="pres">
      <dgm:prSet presAssocID="{9E587DAD-6AE8-0749-9C26-1301F6F2AD94}" presName="text3" presStyleLbl="fgAcc3" presStyleIdx="2" presStyleCnt="8">
        <dgm:presLayoutVars>
          <dgm:chPref val="3"/>
        </dgm:presLayoutVars>
      </dgm:prSet>
      <dgm:spPr/>
    </dgm:pt>
    <dgm:pt modelId="{A4C6BFB7-58AE-EB44-81F0-492FF0947541}" type="pres">
      <dgm:prSet presAssocID="{9E587DAD-6AE8-0749-9C26-1301F6F2AD94}" presName="hierChild4" presStyleCnt="0"/>
      <dgm:spPr/>
    </dgm:pt>
    <dgm:pt modelId="{582A12F8-F6D6-EE40-BF2F-F2C006A19981}" type="pres">
      <dgm:prSet presAssocID="{13C48341-432A-DE4B-8F42-3A00F888548D}" presName="Name23" presStyleLbl="parChTrans1D4" presStyleIdx="18" presStyleCnt="66"/>
      <dgm:spPr/>
    </dgm:pt>
    <dgm:pt modelId="{3EEF553B-B3A7-6945-BF37-B933EDAAC7EF}" type="pres">
      <dgm:prSet presAssocID="{317B1D61-1396-A44D-AB57-8D8E2DB9BC27}" presName="hierRoot4" presStyleCnt="0"/>
      <dgm:spPr/>
    </dgm:pt>
    <dgm:pt modelId="{0E7A5095-3A42-CD44-BE44-6E4BB6DA6065}" type="pres">
      <dgm:prSet presAssocID="{317B1D61-1396-A44D-AB57-8D8E2DB9BC27}" presName="composite4" presStyleCnt="0"/>
      <dgm:spPr/>
    </dgm:pt>
    <dgm:pt modelId="{E3D44FD5-6640-FE43-AFCB-1929C9A628EC}" type="pres">
      <dgm:prSet presAssocID="{317B1D61-1396-A44D-AB57-8D8E2DB9BC27}" presName="background4" presStyleLbl="node4" presStyleIdx="18" presStyleCnt="66"/>
      <dgm:spPr/>
    </dgm:pt>
    <dgm:pt modelId="{D0E4820B-3BF2-1942-A66F-8D8D1EB11D95}" type="pres">
      <dgm:prSet presAssocID="{317B1D61-1396-A44D-AB57-8D8E2DB9BC27}" presName="text4" presStyleLbl="fgAcc4" presStyleIdx="18" presStyleCnt="66">
        <dgm:presLayoutVars>
          <dgm:chPref val="3"/>
        </dgm:presLayoutVars>
      </dgm:prSet>
      <dgm:spPr/>
    </dgm:pt>
    <dgm:pt modelId="{6B475F92-CAD1-0445-918C-C605ABAB43DD}" type="pres">
      <dgm:prSet presAssocID="{317B1D61-1396-A44D-AB57-8D8E2DB9BC27}" presName="hierChild5" presStyleCnt="0"/>
      <dgm:spPr/>
    </dgm:pt>
    <dgm:pt modelId="{BE901C4D-F436-3045-8158-3B248EC51C5D}" type="pres">
      <dgm:prSet presAssocID="{E580B61C-5381-4449-8429-AD7FCAD065D7}" presName="Name23" presStyleLbl="parChTrans1D4" presStyleIdx="19" presStyleCnt="66"/>
      <dgm:spPr/>
    </dgm:pt>
    <dgm:pt modelId="{FD3D5079-1B1F-6248-8FCC-4F2F1BCE66F6}" type="pres">
      <dgm:prSet presAssocID="{8AF6A61C-5EBF-E640-9CBA-58EECD15DBEF}" presName="hierRoot4" presStyleCnt="0"/>
      <dgm:spPr/>
    </dgm:pt>
    <dgm:pt modelId="{E087FA89-76E9-9547-9F0A-B8BB57B6D52D}" type="pres">
      <dgm:prSet presAssocID="{8AF6A61C-5EBF-E640-9CBA-58EECD15DBEF}" presName="composite4" presStyleCnt="0"/>
      <dgm:spPr/>
    </dgm:pt>
    <dgm:pt modelId="{31581123-53A8-BB4C-A763-231C8A71DC36}" type="pres">
      <dgm:prSet presAssocID="{8AF6A61C-5EBF-E640-9CBA-58EECD15DBEF}" presName="background4" presStyleLbl="node4" presStyleIdx="19" presStyleCnt="66"/>
      <dgm:spPr/>
    </dgm:pt>
    <dgm:pt modelId="{130AD9D9-ADE1-D44A-B0FA-5E7DD7DB6388}" type="pres">
      <dgm:prSet presAssocID="{8AF6A61C-5EBF-E640-9CBA-58EECD15DBEF}" presName="text4" presStyleLbl="fgAcc4" presStyleIdx="19" presStyleCnt="66">
        <dgm:presLayoutVars>
          <dgm:chPref val="3"/>
        </dgm:presLayoutVars>
      </dgm:prSet>
      <dgm:spPr/>
    </dgm:pt>
    <dgm:pt modelId="{C01700F0-1BC5-4C4A-9B08-3CAB3712CADE}" type="pres">
      <dgm:prSet presAssocID="{8AF6A61C-5EBF-E640-9CBA-58EECD15DBEF}" presName="hierChild5" presStyleCnt="0"/>
      <dgm:spPr/>
    </dgm:pt>
    <dgm:pt modelId="{971885C5-418E-DA45-94D8-189E45A1B363}" type="pres">
      <dgm:prSet presAssocID="{5789EF57-9E44-1242-83CE-853C0B2DD270}" presName="Name23" presStyleLbl="parChTrans1D4" presStyleIdx="20" presStyleCnt="66"/>
      <dgm:spPr/>
    </dgm:pt>
    <dgm:pt modelId="{6F88A6DD-3281-AD43-BA66-3F5B99C0518D}" type="pres">
      <dgm:prSet presAssocID="{6778A93D-AAD5-5A4F-9028-CB1CE636B1FE}" presName="hierRoot4" presStyleCnt="0"/>
      <dgm:spPr/>
    </dgm:pt>
    <dgm:pt modelId="{9687EC48-177E-014D-B888-F0A4990D82D4}" type="pres">
      <dgm:prSet presAssocID="{6778A93D-AAD5-5A4F-9028-CB1CE636B1FE}" presName="composite4" presStyleCnt="0"/>
      <dgm:spPr/>
    </dgm:pt>
    <dgm:pt modelId="{D1EF7A3C-C9C6-DF4F-B215-74C70CA4CA4C}" type="pres">
      <dgm:prSet presAssocID="{6778A93D-AAD5-5A4F-9028-CB1CE636B1FE}" presName="background4" presStyleLbl="node4" presStyleIdx="20" presStyleCnt="66"/>
      <dgm:spPr/>
    </dgm:pt>
    <dgm:pt modelId="{2D4469E1-5D21-7D44-B73A-18A6B8E599C0}" type="pres">
      <dgm:prSet presAssocID="{6778A93D-AAD5-5A4F-9028-CB1CE636B1FE}" presName="text4" presStyleLbl="fgAcc4" presStyleIdx="20" presStyleCnt="66">
        <dgm:presLayoutVars>
          <dgm:chPref val="3"/>
        </dgm:presLayoutVars>
      </dgm:prSet>
      <dgm:spPr/>
    </dgm:pt>
    <dgm:pt modelId="{785F20D9-7758-624C-9557-F6F37EB696FF}" type="pres">
      <dgm:prSet presAssocID="{6778A93D-AAD5-5A4F-9028-CB1CE636B1FE}" presName="hierChild5" presStyleCnt="0"/>
      <dgm:spPr/>
    </dgm:pt>
    <dgm:pt modelId="{B8E626E3-239D-1144-9D4C-88A1B9388AC2}" type="pres">
      <dgm:prSet presAssocID="{5A91D251-DA3F-1449-B2E6-5C5EF443AB3A}" presName="Name23" presStyleLbl="parChTrans1D4" presStyleIdx="21" presStyleCnt="66"/>
      <dgm:spPr/>
    </dgm:pt>
    <dgm:pt modelId="{795B9764-F4B9-7840-A67B-716BF7E12DA5}" type="pres">
      <dgm:prSet presAssocID="{E0F3ABCF-47C7-FA47-BF13-790D29CAFA15}" presName="hierRoot4" presStyleCnt="0"/>
      <dgm:spPr/>
    </dgm:pt>
    <dgm:pt modelId="{8032FB1F-ED2A-3D42-8A45-EDF0A7A23BE6}" type="pres">
      <dgm:prSet presAssocID="{E0F3ABCF-47C7-FA47-BF13-790D29CAFA15}" presName="composite4" presStyleCnt="0"/>
      <dgm:spPr/>
    </dgm:pt>
    <dgm:pt modelId="{5A6DF238-D3D0-534B-97FF-05E56E724326}" type="pres">
      <dgm:prSet presAssocID="{E0F3ABCF-47C7-FA47-BF13-790D29CAFA15}" presName="background4" presStyleLbl="node4" presStyleIdx="21" presStyleCnt="66"/>
      <dgm:spPr/>
    </dgm:pt>
    <dgm:pt modelId="{AD02832C-EE8B-B648-9086-59B8A6047794}" type="pres">
      <dgm:prSet presAssocID="{E0F3ABCF-47C7-FA47-BF13-790D29CAFA15}" presName="text4" presStyleLbl="fgAcc4" presStyleIdx="21" presStyleCnt="66">
        <dgm:presLayoutVars>
          <dgm:chPref val="3"/>
        </dgm:presLayoutVars>
      </dgm:prSet>
      <dgm:spPr/>
    </dgm:pt>
    <dgm:pt modelId="{E0B5BD37-0D4D-3A4D-8110-8DE9414466AE}" type="pres">
      <dgm:prSet presAssocID="{E0F3ABCF-47C7-FA47-BF13-790D29CAFA15}" presName="hierChild5" presStyleCnt="0"/>
      <dgm:spPr/>
    </dgm:pt>
    <dgm:pt modelId="{73A183EE-9754-D34D-94F6-867EE3F905E6}" type="pres">
      <dgm:prSet presAssocID="{F383DA8D-1110-834F-A3D6-5DCF19347173}" presName="Name23" presStyleLbl="parChTrans1D4" presStyleIdx="22" presStyleCnt="66"/>
      <dgm:spPr/>
    </dgm:pt>
    <dgm:pt modelId="{03275A24-EFF5-DB4F-BCB5-179A30866F47}" type="pres">
      <dgm:prSet presAssocID="{C3CBA359-594F-124E-AB42-C148469CD4AD}" presName="hierRoot4" presStyleCnt="0"/>
      <dgm:spPr/>
    </dgm:pt>
    <dgm:pt modelId="{E05658C0-6B46-AA40-818D-E0573122EC93}" type="pres">
      <dgm:prSet presAssocID="{C3CBA359-594F-124E-AB42-C148469CD4AD}" presName="composite4" presStyleCnt="0"/>
      <dgm:spPr/>
    </dgm:pt>
    <dgm:pt modelId="{1DC94AD3-293A-FD44-AF63-4090926F5C36}" type="pres">
      <dgm:prSet presAssocID="{C3CBA359-594F-124E-AB42-C148469CD4AD}" presName="background4" presStyleLbl="node4" presStyleIdx="22" presStyleCnt="66"/>
      <dgm:spPr/>
    </dgm:pt>
    <dgm:pt modelId="{669877BA-E1BE-ED41-AF8A-1D8F986EB516}" type="pres">
      <dgm:prSet presAssocID="{C3CBA359-594F-124E-AB42-C148469CD4AD}" presName="text4" presStyleLbl="fgAcc4" presStyleIdx="22" presStyleCnt="66">
        <dgm:presLayoutVars>
          <dgm:chPref val="3"/>
        </dgm:presLayoutVars>
      </dgm:prSet>
      <dgm:spPr/>
    </dgm:pt>
    <dgm:pt modelId="{BDB6C7E3-F1C8-4B4A-9EF4-409D004109F2}" type="pres">
      <dgm:prSet presAssocID="{C3CBA359-594F-124E-AB42-C148469CD4AD}" presName="hierChild5" presStyleCnt="0"/>
      <dgm:spPr/>
    </dgm:pt>
    <dgm:pt modelId="{C59BFBF2-E3FA-894F-9B4B-B57BF9BA1C40}" type="pres">
      <dgm:prSet presAssocID="{405509CF-D4D7-E14B-95C0-C5A53628B596}" presName="Name23" presStyleLbl="parChTrans1D4" presStyleIdx="23" presStyleCnt="66"/>
      <dgm:spPr/>
    </dgm:pt>
    <dgm:pt modelId="{A37ADD68-AAA9-684A-80FF-F79F1A0FDA03}" type="pres">
      <dgm:prSet presAssocID="{F629B57D-4117-1845-86EA-8204AEA21641}" presName="hierRoot4" presStyleCnt="0"/>
      <dgm:spPr/>
    </dgm:pt>
    <dgm:pt modelId="{22C8B9D3-7E9A-5B43-91A3-866CC1F99841}" type="pres">
      <dgm:prSet presAssocID="{F629B57D-4117-1845-86EA-8204AEA21641}" presName="composite4" presStyleCnt="0"/>
      <dgm:spPr/>
    </dgm:pt>
    <dgm:pt modelId="{1F5C0314-6455-4C43-A55F-E9A10252E87A}" type="pres">
      <dgm:prSet presAssocID="{F629B57D-4117-1845-86EA-8204AEA21641}" presName="background4" presStyleLbl="node4" presStyleIdx="23" presStyleCnt="66"/>
      <dgm:spPr/>
    </dgm:pt>
    <dgm:pt modelId="{7B2A5E95-2A54-4F42-9A17-9F250C192535}" type="pres">
      <dgm:prSet presAssocID="{F629B57D-4117-1845-86EA-8204AEA21641}" presName="text4" presStyleLbl="fgAcc4" presStyleIdx="23" presStyleCnt="66">
        <dgm:presLayoutVars>
          <dgm:chPref val="3"/>
        </dgm:presLayoutVars>
      </dgm:prSet>
      <dgm:spPr/>
    </dgm:pt>
    <dgm:pt modelId="{353E0C8A-2695-A644-AF1A-AA246801C488}" type="pres">
      <dgm:prSet presAssocID="{F629B57D-4117-1845-86EA-8204AEA21641}" presName="hierChild5" presStyleCnt="0"/>
      <dgm:spPr/>
    </dgm:pt>
    <dgm:pt modelId="{4E744963-9A0F-5544-A44E-74B9221C1CA3}" type="pres">
      <dgm:prSet presAssocID="{F6F11214-2810-6B4E-82F5-C1A0407E8E4B}" presName="Name17" presStyleLbl="parChTrans1D3" presStyleIdx="3" presStyleCnt="8"/>
      <dgm:spPr/>
    </dgm:pt>
    <dgm:pt modelId="{63729310-9BBD-CE45-B71A-2477D8BFA1AB}" type="pres">
      <dgm:prSet presAssocID="{E0BC1177-5542-4B4C-9F6D-D81F60A0DE4D}" presName="hierRoot3" presStyleCnt="0"/>
      <dgm:spPr/>
    </dgm:pt>
    <dgm:pt modelId="{09D26D81-1AE5-1749-8049-1EED38225AF1}" type="pres">
      <dgm:prSet presAssocID="{E0BC1177-5542-4B4C-9F6D-D81F60A0DE4D}" presName="composite3" presStyleCnt="0"/>
      <dgm:spPr/>
    </dgm:pt>
    <dgm:pt modelId="{46C26868-C2EE-464B-A817-CABECEB3A626}" type="pres">
      <dgm:prSet presAssocID="{E0BC1177-5542-4B4C-9F6D-D81F60A0DE4D}" presName="background3" presStyleLbl="node3" presStyleIdx="3" presStyleCnt="8"/>
      <dgm:spPr/>
    </dgm:pt>
    <dgm:pt modelId="{E240F38A-9248-1249-A534-B76CE036121C}" type="pres">
      <dgm:prSet presAssocID="{E0BC1177-5542-4B4C-9F6D-D81F60A0DE4D}" presName="text3" presStyleLbl="fgAcc3" presStyleIdx="3" presStyleCnt="8">
        <dgm:presLayoutVars>
          <dgm:chPref val="3"/>
        </dgm:presLayoutVars>
      </dgm:prSet>
      <dgm:spPr/>
    </dgm:pt>
    <dgm:pt modelId="{86E14D62-8E5C-4143-B1BA-2741E243593A}" type="pres">
      <dgm:prSet presAssocID="{E0BC1177-5542-4B4C-9F6D-D81F60A0DE4D}" presName="hierChild4" presStyleCnt="0"/>
      <dgm:spPr/>
    </dgm:pt>
    <dgm:pt modelId="{569BC68E-891D-5B41-9003-5208DCAF802D}" type="pres">
      <dgm:prSet presAssocID="{A92D140D-556C-404D-8965-42E433C85CA6}" presName="Name23" presStyleLbl="parChTrans1D4" presStyleIdx="24" presStyleCnt="66"/>
      <dgm:spPr/>
    </dgm:pt>
    <dgm:pt modelId="{696BC683-088F-B54E-8146-38D8ECC692D8}" type="pres">
      <dgm:prSet presAssocID="{207E7E0C-DE9C-2F40-A79A-895B62234A40}" presName="hierRoot4" presStyleCnt="0"/>
      <dgm:spPr/>
    </dgm:pt>
    <dgm:pt modelId="{34A2FE0C-3234-5E47-8780-B3741ECE43A0}" type="pres">
      <dgm:prSet presAssocID="{207E7E0C-DE9C-2F40-A79A-895B62234A40}" presName="composite4" presStyleCnt="0"/>
      <dgm:spPr/>
    </dgm:pt>
    <dgm:pt modelId="{21924883-A6CF-D742-A53D-E208CFD52DB9}" type="pres">
      <dgm:prSet presAssocID="{207E7E0C-DE9C-2F40-A79A-895B62234A40}" presName="background4" presStyleLbl="node4" presStyleIdx="24" presStyleCnt="66"/>
      <dgm:spPr/>
    </dgm:pt>
    <dgm:pt modelId="{51E48C2F-8B87-0E42-9D49-9FBBD3DB507E}" type="pres">
      <dgm:prSet presAssocID="{207E7E0C-DE9C-2F40-A79A-895B62234A40}" presName="text4" presStyleLbl="fgAcc4" presStyleIdx="24" presStyleCnt="66">
        <dgm:presLayoutVars>
          <dgm:chPref val="3"/>
        </dgm:presLayoutVars>
      </dgm:prSet>
      <dgm:spPr/>
    </dgm:pt>
    <dgm:pt modelId="{2C892709-F75F-BA46-A50D-EE42B95EBA03}" type="pres">
      <dgm:prSet presAssocID="{207E7E0C-DE9C-2F40-A79A-895B62234A40}" presName="hierChild5" presStyleCnt="0"/>
      <dgm:spPr/>
    </dgm:pt>
    <dgm:pt modelId="{3898755E-5E1C-4749-8D02-139061720F22}" type="pres">
      <dgm:prSet presAssocID="{6A83AA6D-F078-DA43-A4AF-9CFCA26EEB1E}" presName="Name23" presStyleLbl="parChTrans1D4" presStyleIdx="25" presStyleCnt="66"/>
      <dgm:spPr/>
    </dgm:pt>
    <dgm:pt modelId="{012EB5DC-AFFC-5643-AC09-60BE77191D64}" type="pres">
      <dgm:prSet presAssocID="{D6FDFD98-92C7-FC46-B7A4-51F4DCAFF954}" presName="hierRoot4" presStyleCnt="0"/>
      <dgm:spPr/>
    </dgm:pt>
    <dgm:pt modelId="{BBA7D467-D019-774E-8CDA-85DA5DF56DC5}" type="pres">
      <dgm:prSet presAssocID="{D6FDFD98-92C7-FC46-B7A4-51F4DCAFF954}" presName="composite4" presStyleCnt="0"/>
      <dgm:spPr/>
    </dgm:pt>
    <dgm:pt modelId="{DA26FBF8-7609-0D4A-B436-A784B6DFE8A6}" type="pres">
      <dgm:prSet presAssocID="{D6FDFD98-92C7-FC46-B7A4-51F4DCAFF954}" presName="background4" presStyleLbl="node4" presStyleIdx="25" presStyleCnt="66"/>
      <dgm:spPr/>
    </dgm:pt>
    <dgm:pt modelId="{4FB2CBE8-CEA9-3249-8B92-4676D5287685}" type="pres">
      <dgm:prSet presAssocID="{D6FDFD98-92C7-FC46-B7A4-51F4DCAFF954}" presName="text4" presStyleLbl="fgAcc4" presStyleIdx="25" presStyleCnt="66">
        <dgm:presLayoutVars>
          <dgm:chPref val="3"/>
        </dgm:presLayoutVars>
      </dgm:prSet>
      <dgm:spPr/>
    </dgm:pt>
    <dgm:pt modelId="{2093E0DA-F536-E243-AFED-E88BD559FEE1}" type="pres">
      <dgm:prSet presAssocID="{D6FDFD98-92C7-FC46-B7A4-51F4DCAFF954}" presName="hierChild5" presStyleCnt="0"/>
      <dgm:spPr/>
    </dgm:pt>
    <dgm:pt modelId="{5F458AA3-A901-304B-A8DC-1B5F0CAAB42C}" type="pres">
      <dgm:prSet presAssocID="{67AE8F1B-E9DF-794C-9124-CD2405830EEF}" presName="Name23" presStyleLbl="parChTrans1D4" presStyleIdx="26" presStyleCnt="66"/>
      <dgm:spPr/>
    </dgm:pt>
    <dgm:pt modelId="{79408C6B-E776-EE49-9A04-F3496658C692}" type="pres">
      <dgm:prSet presAssocID="{F9A297F2-3ECC-EC4B-9B03-8EB040F80D2B}" presName="hierRoot4" presStyleCnt="0"/>
      <dgm:spPr/>
    </dgm:pt>
    <dgm:pt modelId="{53DEC6AA-7E34-6447-9605-4637ABFDB8A1}" type="pres">
      <dgm:prSet presAssocID="{F9A297F2-3ECC-EC4B-9B03-8EB040F80D2B}" presName="composite4" presStyleCnt="0"/>
      <dgm:spPr/>
    </dgm:pt>
    <dgm:pt modelId="{DC966B37-0C7C-2E4E-9D88-51386C08140E}" type="pres">
      <dgm:prSet presAssocID="{F9A297F2-3ECC-EC4B-9B03-8EB040F80D2B}" presName="background4" presStyleLbl="node4" presStyleIdx="26" presStyleCnt="66"/>
      <dgm:spPr/>
    </dgm:pt>
    <dgm:pt modelId="{90F2DB53-868F-F645-A93B-51636D01A250}" type="pres">
      <dgm:prSet presAssocID="{F9A297F2-3ECC-EC4B-9B03-8EB040F80D2B}" presName="text4" presStyleLbl="fgAcc4" presStyleIdx="26" presStyleCnt="66">
        <dgm:presLayoutVars>
          <dgm:chPref val="3"/>
        </dgm:presLayoutVars>
      </dgm:prSet>
      <dgm:spPr/>
    </dgm:pt>
    <dgm:pt modelId="{9104526C-CA26-3E40-AA22-3EB1B4BDB276}" type="pres">
      <dgm:prSet presAssocID="{F9A297F2-3ECC-EC4B-9B03-8EB040F80D2B}" presName="hierChild5" presStyleCnt="0"/>
      <dgm:spPr/>
    </dgm:pt>
    <dgm:pt modelId="{86515398-4E98-3A44-B1D6-03B9384505C4}" type="pres">
      <dgm:prSet presAssocID="{46217271-1502-BC4D-929B-B7924BA8088F}" presName="Name23" presStyleLbl="parChTrans1D4" presStyleIdx="27" presStyleCnt="66"/>
      <dgm:spPr/>
    </dgm:pt>
    <dgm:pt modelId="{26EEA6C3-770B-2C40-961A-98D9BC71B9B6}" type="pres">
      <dgm:prSet presAssocID="{84795008-23DF-EE44-AD43-336C366E5B76}" presName="hierRoot4" presStyleCnt="0"/>
      <dgm:spPr/>
    </dgm:pt>
    <dgm:pt modelId="{74FFB6D3-D82F-E54A-9927-D3283BB4F020}" type="pres">
      <dgm:prSet presAssocID="{84795008-23DF-EE44-AD43-336C366E5B76}" presName="composite4" presStyleCnt="0"/>
      <dgm:spPr/>
    </dgm:pt>
    <dgm:pt modelId="{575C2AF5-6E42-F84F-B988-FD0CE12C0AE7}" type="pres">
      <dgm:prSet presAssocID="{84795008-23DF-EE44-AD43-336C366E5B76}" presName="background4" presStyleLbl="node4" presStyleIdx="27" presStyleCnt="66"/>
      <dgm:spPr/>
    </dgm:pt>
    <dgm:pt modelId="{640E670A-B91A-4A40-935A-670A0265F7BA}" type="pres">
      <dgm:prSet presAssocID="{84795008-23DF-EE44-AD43-336C366E5B76}" presName="text4" presStyleLbl="fgAcc4" presStyleIdx="27" presStyleCnt="66">
        <dgm:presLayoutVars>
          <dgm:chPref val="3"/>
        </dgm:presLayoutVars>
      </dgm:prSet>
      <dgm:spPr/>
    </dgm:pt>
    <dgm:pt modelId="{C119F9DD-33D6-834C-9326-16FD2B9CAD33}" type="pres">
      <dgm:prSet presAssocID="{84795008-23DF-EE44-AD43-336C366E5B76}" presName="hierChild5" presStyleCnt="0"/>
      <dgm:spPr/>
    </dgm:pt>
    <dgm:pt modelId="{87E7E8F9-9B19-EC46-9230-858B8963AB04}" type="pres">
      <dgm:prSet presAssocID="{C7E88018-03E1-4B47-8A91-E629C9E6F00D}" presName="Name23" presStyleLbl="parChTrans1D4" presStyleIdx="28" presStyleCnt="66"/>
      <dgm:spPr/>
    </dgm:pt>
    <dgm:pt modelId="{A7C7F8EB-C889-1045-8237-30C36A260568}" type="pres">
      <dgm:prSet presAssocID="{103D71C3-66A9-4643-824E-6716E7025E68}" presName="hierRoot4" presStyleCnt="0"/>
      <dgm:spPr/>
    </dgm:pt>
    <dgm:pt modelId="{C75B6EDC-5546-1048-9026-E31897121C5B}" type="pres">
      <dgm:prSet presAssocID="{103D71C3-66A9-4643-824E-6716E7025E68}" presName="composite4" presStyleCnt="0"/>
      <dgm:spPr/>
    </dgm:pt>
    <dgm:pt modelId="{9D1EDF1B-7D69-954B-935E-EA991224B047}" type="pres">
      <dgm:prSet presAssocID="{103D71C3-66A9-4643-824E-6716E7025E68}" presName="background4" presStyleLbl="node4" presStyleIdx="28" presStyleCnt="66"/>
      <dgm:spPr/>
    </dgm:pt>
    <dgm:pt modelId="{B71AFBFE-F689-BC4F-8C4F-E8A166E31EA0}" type="pres">
      <dgm:prSet presAssocID="{103D71C3-66A9-4643-824E-6716E7025E68}" presName="text4" presStyleLbl="fgAcc4" presStyleIdx="28" presStyleCnt="66">
        <dgm:presLayoutVars>
          <dgm:chPref val="3"/>
        </dgm:presLayoutVars>
      </dgm:prSet>
      <dgm:spPr/>
    </dgm:pt>
    <dgm:pt modelId="{9EF7A637-5BAD-B044-A7AF-E4455BA250D2}" type="pres">
      <dgm:prSet presAssocID="{103D71C3-66A9-4643-824E-6716E7025E68}" presName="hierChild5" presStyleCnt="0"/>
      <dgm:spPr/>
    </dgm:pt>
    <dgm:pt modelId="{23EAED72-44D2-5044-8006-962A5CB98BA4}" type="pres">
      <dgm:prSet presAssocID="{DC4820AA-8079-2D46-B69A-D69704A3879E}" presName="Name23" presStyleLbl="parChTrans1D4" presStyleIdx="29" presStyleCnt="66"/>
      <dgm:spPr/>
    </dgm:pt>
    <dgm:pt modelId="{B1E7B7BD-B739-3246-B605-79C5B60478CB}" type="pres">
      <dgm:prSet presAssocID="{AF767B43-CD2D-034F-AE1B-F0AF498BE52B}" presName="hierRoot4" presStyleCnt="0"/>
      <dgm:spPr/>
    </dgm:pt>
    <dgm:pt modelId="{F9BD162C-8BD2-5542-A10C-95331908547C}" type="pres">
      <dgm:prSet presAssocID="{AF767B43-CD2D-034F-AE1B-F0AF498BE52B}" presName="composite4" presStyleCnt="0"/>
      <dgm:spPr/>
    </dgm:pt>
    <dgm:pt modelId="{3D9E07A1-0432-BE4F-BA16-F9FEF3835A1A}" type="pres">
      <dgm:prSet presAssocID="{AF767B43-CD2D-034F-AE1B-F0AF498BE52B}" presName="background4" presStyleLbl="node4" presStyleIdx="29" presStyleCnt="66"/>
      <dgm:spPr/>
    </dgm:pt>
    <dgm:pt modelId="{09C51A00-E525-1F4A-8170-45E6ACD0C714}" type="pres">
      <dgm:prSet presAssocID="{AF767B43-CD2D-034F-AE1B-F0AF498BE52B}" presName="text4" presStyleLbl="fgAcc4" presStyleIdx="29" presStyleCnt="66">
        <dgm:presLayoutVars>
          <dgm:chPref val="3"/>
        </dgm:presLayoutVars>
      </dgm:prSet>
      <dgm:spPr/>
    </dgm:pt>
    <dgm:pt modelId="{4B481780-2ADB-DC4F-8C05-15C2DC41B4F8}" type="pres">
      <dgm:prSet presAssocID="{AF767B43-CD2D-034F-AE1B-F0AF498BE52B}" presName="hierChild5" presStyleCnt="0"/>
      <dgm:spPr/>
    </dgm:pt>
    <dgm:pt modelId="{AA6E9B1E-0AD2-A54E-A911-D1CDB533C01B}" type="pres">
      <dgm:prSet presAssocID="{25E5B73C-70B0-124A-936D-692D7DA7752E}" presName="Name23" presStyleLbl="parChTrans1D4" presStyleIdx="30" presStyleCnt="66"/>
      <dgm:spPr/>
    </dgm:pt>
    <dgm:pt modelId="{0C8D844E-A0E1-F54C-8166-005BB7D84C3F}" type="pres">
      <dgm:prSet presAssocID="{FA2053C6-6990-C44E-9DA0-2B5C7812E720}" presName="hierRoot4" presStyleCnt="0"/>
      <dgm:spPr/>
    </dgm:pt>
    <dgm:pt modelId="{19B93799-3CC4-104B-9739-AFB153EF22CE}" type="pres">
      <dgm:prSet presAssocID="{FA2053C6-6990-C44E-9DA0-2B5C7812E720}" presName="composite4" presStyleCnt="0"/>
      <dgm:spPr/>
    </dgm:pt>
    <dgm:pt modelId="{BD0D79E4-2997-B449-A577-7227A6C255A7}" type="pres">
      <dgm:prSet presAssocID="{FA2053C6-6990-C44E-9DA0-2B5C7812E720}" presName="background4" presStyleLbl="node4" presStyleIdx="30" presStyleCnt="66"/>
      <dgm:spPr/>
    </dgm:pt>
    <dgm:pt modelId="{8CE5B234-08F9-B24D-81AD-4B13DB0505B6}" type="pres">
      <dgm:prSet presAssocID="{FA2053C6-6990-C44E-9DA0-2B5C7812E720}" presName="text4" presStyleLbl="fgAcc4" presStyleIdx="30" presStyleCnt="66">
        <dgm:presLayoutVars>
          <dgm:chPref val="3"/>
        </dgm:presLayoutVars>
      </dgm:prSet>
      <dgm:spPr/>
    </dgm:pt>
    <dgm:pt modelId="{FB9BA128-0747-8F44-8175-B7DB7A7AF4AA}" type="pres">
      <dgm:prSet presAssocID="{FA2053C6-6990-C44E-9DA0-2B5C7812E720}" presName="hierChild5" presStyleCnt="0"/>
      <dgm:spPr/>
    </dgm:pt>
    <dgm:pt modelId="{96CA5D29-239C-3E4F-8A78-766BA4EB3694}" type="pres">
      <dgm:prSet presAssocID="{49AEDD0A-B2DA-8940-AB36-B9439C93D05B}" presName="Name23" presStyleLbl="parChTrans1D4" presStyleIdx="31" presStyleCnt="66"/>
      <dgm:spPr/>
    </dgm:pt>
    <dgm:pt modelId="{2EC2BD0A-46EA-6748-8569-F5CA000E8559}" type="pres">
      <dgm:prSet presAssocID="{44CEB9EE-B4C4-3346-BE41-E2E14134775F}" presName="hierRoot4" presStyleCnt="0"/>
      <dgm:spPr/>
    </dgm:pt>
    <dgm:pt modelId="{A06C40B6-8C57-8145-AED5-C6E3C53EB076}" type="pres">
      <dgm:prSet presAssocID="{44CEB9EE-B4C4-3346-BE41-E2E14134775F}" presName="composite4" presStyleCnt="0"/>
      <dgm:spPr/>
    </dgm:pt>
    <dgm:pt modelId="{A2407D32-C609-5E4E-982B-2CE966F19710}" type="pres">
      <dgm:prSet presAssocID="{44CEB9EE-B4C4-3346-BE41-E2E14134775F}" presName="background4" presStyleLbl="node4" presStyleIdx="31" presStyleCnt="66"/>
      <dgm:spPr/>
    </dgm:pt>
    <dgm:pt modelId="{05EB8F65-C0BC-F043-B1E7-F2C2D8441DF5}" type="pres">
      <dgm:prSet presAssocID="{44CEB9EE-B4C4-3346-BE41-E2E14134775F}" presName="text4" presStyleLbl="fgAcc4" presStyleIdx="31" presStyleCnt="66">
        <dgm:presLayoutVars>
          <dgm:chPref val="3"/>
        </dgm:presLayoutVars>
      </dgm:prSet>
      <dgm:spPr/>
    </dgm:pt>
    <dgm:pt modelId="{346B9BC7-F92E-D143-8A18-4ABC541078AA}" type="pres">
      <dgm:prSet presAssocID="{44CEB9EE-B4C4-3346-BE41-E2E14134775F}" presName="hierChild5" presStyleCnt="0"/>
      <dgm:spPr/>
    </dgm:pt>
    <dgm:pt modelId="{C816AFCD-B452-6C4B-97F2-FCE45698E45E}" type="pres">
      <dgm:prSet presAssocID="{CA8FCFC4-B163-BF44-9FFD-A8607CEECA85}" presName="Name17" presStyleLbl="parChTrans1D3" presStyleIdx="4" presStyleCnt="8"/>
      <dgm:spPr/>
    </dgm:pt>
    <dgm:pt modelId="{AC929061-1241-8C47-97EE-37E61140617B}" type="pres">
      <dgm:prSet presAssocID="{2222B24B-CCF5-9848-BF3E-B9F470C7E565}" presName="hierRoot3" presStyleCnt="0"/>
      <dgm:spPr/>
    </dgm:pt>
    <dgm:pt modelId="{33810511-A859-DF49-B2D0-323E9226C86E}" type="pres">
      <dgm:prSet presAssocID="{2222B24B-CCF5-9848-BF3E-B9F470C7E565}" presName="composite3" presStyleCnt="0"/>
      <dgm:spPr/>
    </dgm:pt>
    <dgm:pt modelId="{418B9F71-5BB0-9847-9EB0-F9F16B645A34}" type="pres">
      <dgm:prSet presAssocID="{2222B24B-CCF5-9848-BF3E-B9F470C7E565}" presName="background3" presStyleLbl="node3" presStyleIdx="4" presStyleCnt="8"/>
      <dgm:spPr/>
    </dgm:pt>
    <dgm:pt modelId="{FC209B2E-D20F-1C44-87FB-2ECAB1EBD168}" type="pres">
      <dgm:prSet presAssocID="{2222B24B-CCF5-9848-BF3E-B9F470C7E565}" presName="text3" presStyleLbl="fgAcc3" presStyleIdx="4" presStyleCnt="8">
        <dgm:presLayoutVars>
          <dgm:chPref val="3"/>
        </dgm:presLayoutVars>
      </dgm:prSet>
      <dgm:spPr/>
    </dgm:pt>
    <dgm:pt modelId="{75FE7352-A2C4-A544-BAC3-AACC31A4B13D}" type="pres">
      <dgm:prSet presAssocID="{2222B24B-CCF5-9848-BF3E-B9F470C7E565}" presName="hierChild4" presStyleCnt="0"/>
      <dgm:spPr/>
    </dgm:pt>
    <dgm:pt modelId="{5F0D0FDB-5CC8-0C4E-B7C4-8D08A90977C6}" type="pres">
      <dgm:prSet presAssocID="{6E062085-E672-D74E-B484-BA668B7311D6}" presName="Name23" presStyleLbl="parChTrans1D4" presStyleIdx="32" presStyleCnt="66"/>
      <dgm:spPr/>
    </dgm:pt>
    <dgm:pt modelId="{90E46697-8362-374E-ABB6-C70D55545AF3}" type="pres">
      <dgm:prSet presAssocID="{D2C306C7-864A-FC4F-8DBC-A79C2B3DB1A8}" presName="hierRoot4" presStyleCnt="0"/>
      <dgm:spPr/>
    </dgm:pt>
    <dgm:pt modelId="{CE9BE2F2-9512-0849-8790-21ED82FBAFB3}" type="pres">
      <dgm:prSet presAssocID="{D2C306C7-864A-FC4F-8DBC-A79C2B3DB1A8}" presName="composite4" presStyleCnt="0"/>
      <dgm:spPr/>
    </dgm:pt>
    <dgm:pt modelId="{4A7FFC07-1C2D-E442-8094-1048FB1448AC}" type="pres">
      <dgm:prSet presAssocID="{D2C306C7-864A-FC4F-8DBC-A79C2B3DB1A8}" presName="background4" presStyleLbl="node4" presStyleIdx="32" presStyleCnt="66"/>
      <dgm:spPr/>
    </dgm:pt>
    <dgm:pt modelId="{87E2137E-B9E2-AD4C-BA3C-DD6AB7E56010}" type="pres">
      <dgm:prSet presAssocID="{D2C306C7-864A-FC4F-8DBC-A79C2B3DB1A8}" presName="text4" presStyleLbl="fgAcc4" presStyleIdx="32" presStyleCnt="66">
        <dgm:presLayoutVars>
          <dgm:chPref val="3"/>
        </dgm:presLayoutVars>
      </dgm:prSet>
      <dgm:spPr/>
    </dgm:pt>
    <dgm:pt modelId="{15868C87-2F21-9D4F-9C44-EF9CB314072F}" type="pres">
      <dgm:prSet presAssocID="{D2C306C7-864A-FC4F-8DBC-A79C2B3DB1A8}" presName="hierChild5" presStyleCnt="0"/>
      <dgm:spPr/>
    </dgm:pt>
    <dgm:pt modelId="{A1EB7F18-4C53-9C4D-8D04-79CF823680F3}" type="pres">
      <dgm:prSet presAssocID="{8BAD06C7-5EC8-6240-8D1A-25868D0BA1EC}" presName="Name23" presStyleLbl="parChTrans1D4" presStyleIdx="33" presStyleCnt="66"/>
      <dgm:spPr/>
    </dgm:pt>
    <dgm:pt modelId="{D7D62B93-6901-9242-98F3-D432CD4D902D}" type="pres">
      <dgm:prSet presAssocID="{F0CD4BA7-2CFF-E341-8879-8FE47D04869D}" presName="hierRoot4" presStyleCnt="0"/>
      <dgm:spPr/>
    </dgm:pt>
    <dgm:pt modelId="{66DB5056-D0F3-9B47-B9ED-44E80F9BF289}" type="pres">
      <dgm:prSet presAssocID="{F0CD4BA7-2CFF-E341-8879-8FE47D04869D}" presName="composite4" presStyleCnt="0"/>
      <dgm:spPr/>
    </dgm:pt>
    <dgm:pt modelId="{47F20A49-94ED-B042-B279-2BA7A34A35DB}" type="pres">
      <dgm:prSet presAssocID="{F0CD4BA7-2CFF-E341-8879-8FE47D04869D}" presName="background4" presStyleLbl="node4" presStyleIdx="33" presStyleCnt="66"/>
      <dgm:spPr/>
    </dgm:pt>
    <dgm:pt modelId="{50AEB1C3-F447-CC46-8DFD-C9EB638D21ED}" type="pres">
      <dgm:prSet presAssocID="{F0CD4BA7-2CFF-E341-8879-8FE47D04869D}" presName="text4" presStyleLbl="fgAcc4" presStyleIdx="33" presStyleCnt="66">
        <dgm:presLayoutVars>
          <dgm:chPref val="3"/>
        </dgm:presLayoutVars>
      </dgm:prSet>
      <dgm:spPr/>
    </dgm:pt>
    <dgm:pt modelId="{BDE40B2B-022A-6B46-A5D4-241C3A5FAFFD}" type="pres">
      <dgm:prSet presAssocID="{F0CD4BA7-2CFF-E341-8879-8FE47D04869D}" presName="hierChild5" presStyleCnt="0"/>
      <dgm:spPr/>
    </dgm:pt>
    <dgm:pt modelId="{ADE67419-0BB4-1541-A4C5-EFB62B0EEF5F}" type="pres">
      <dgm:prSet presAssocID="{8370A176-5136-9245-9932-71EE48E143E4}" presName="Name23" presStyleLbl="parChTrans1D4" presStyleIdx="34" presStyleCnt="66"/>
      <dgm:spPr/>
    </dgm:pt>
    <dgm:pt modelId="{7F58E631-70D8-884D-B280-986AE987C602}" type="pres">
      <dgm:prSet presAssocID="{03E254CD-34C9-3A4F-BF35-005BEFF510DE}" presName="hierRoot4" presStyleCnt="0"/>
      <dgm:spPr/>
    </dgm:pt>
    <dgm:pt modelId="{75380EAF-938C-0F44-996C-3CB5001737A7}" type="pres">
      <dgm:prSet presAssocID="{03E254CD-34C9-3A4F-BF35-005BEFF510DE}" presName="composite4" presStyleCnt="0"/>
      <dgm:spPr/>
    </dgm:pt>
    <dgm:pt modelId="{DA79C108-6721-E249-8240-7A7B1A7C9C9A}" type="pres">
      <dgm:prSet presAssocID="{03E254CD-34C9-3A4F-BF35-005BEFF510DE}" presName="background4" presStyleLbl="node4" presStyleIdx="34" presStyleCnt="66"/>
      <dgm:spPr/>
    </dgm:pt>
    <dgm:pt modelId="{76BBEA80-56E2-C84D-8BA9-A7BDAF738CC6}" type="pres">
      <dgm:prSet presAssocID="{03E254CD-34C9-3A4F-BF35-005BEFF510DE}" presName="text4" presStyleLbl="fgAcc4" presStyleIdx="34" presStyleCnt="66">
        <dgm:presLayoutVars>
          <dgm:chPref val="3"/>
        </dgm:presLayoutVars>
      </dgm:prSet>
      <dgm:spPr/>
    </dgm:pt>
    <dgm:pt modelId="{F9DBE5D8-A406-1545-ABF9-DD3B883EF6B4}" type="pres">
      <dgm:prSet presAssocID="{03E254CD-34C9-3A4F-BF35-005BEFF510DE}" presName="hierChild5" presStyleCnt="0"/>
      <dgm:spPr/>
    </dgm:pt>
    <dgm:pt modelId="{C393A301-FCD5-1241-8B0F-8E77946CE087}" type="pres">
      <dgm:prSet presAssocID="{F9920B7A-F136-BA43-A9CD-7F58AA9F49B4}" presName="Name23" presStyleLbl="parChTrans1D4" presStyleIdx="35" presStyleCnt="66"/>
      <dgm:spPr/>
    </dgm:pt>
    <dgm:pt modelId="{F0BCFF01-B659-AF4A-B7AA-4F6044829E73}" type="pres">
      <dgm:prSet presAssocID="{E156AF90-3388-9646-85D9-655E0DBB9FDC}" presName="hierRoot4" presStyleCnt="0"/>
      <dgm:spPr/>
    </dgm:pt>
    <dgm:pt modelId="{D645C4FE-1198-7840-937B-FC10B4FD4C49}" type="pres">
      <dgm:prSet presAssocID="{E156AF90-3388-9646-85D9-655E0DBB9FDC}" presName="composite4" presStyleCnt="0"/>
      <dgm:spPr/>
    </dgm:pt>
    <dgm:pt modelId="{FEFA0D65-C022-5E40-B0C9-19FE34E9F140}" type="pres">
      <dgm:prSet presAssocID="{E156AF90-3388-9646-85D9-655E0DBB9FDC}" presName="background4" presStyleLbl="node4" presStyleIdx="35" presStyleCnt="66"/>
      <dgm:spPr/>
    </dgm:pt>
    <dgm:pt modelId="{B512DA08-5237-BE4D-8C4D-97328DCE47FE}" type="pres">
      <dgm:prSet presAssocID="{E156AF90-3388-9646-85D9-655E0DBB9FDC}" presName="text4" presStyleLbl="fgAcc4" presStyleIdx="35" presStyleCnt="66">
        <dgm:presLayoutVars>
          <dgm:chPref val="3"/>
        </dgm:presLayoutVars>
      </dgm:prSet>
      <dgm:spPr/>
    </dgm:pt>
    <dgm:pt modelId="{642DFE85-9043-B748-B177-525C5897D65B}" type="pres">
      <dgm:prSet presAssocID="{E156AF90-3388-9646-85D9-655E0DBB9FDC}" presName="hierChild5" presStyleCnt="0"/>
      <dgm:spPr/>
    </dgm:pt>
    <dgm:pt modelId="{BB4D4154-200B-FD47-9155-57AD9BC86E3B}" type="pres">
      <dgm:prSet presAssocID="{6D4EA296-D547-9443-B3A8-6BD3230E849B}" presName="Name23" presStyleLbl="parChTrans1D4" presStyleIdx="36" presStyleCnt="66"/>
      <dgm:spPr/>
    </dgm:pt>
    <dgm:pt modelId="{EC596490-8CDA-EB49-B623-AF79FD4ABDB9}" type="pres">
      <dgm:prSet presAssocID="{75E7E77C-3FF2-7C4E-A3A0-279BBD256C01}" presName="hierRoot4" presStyleCnt="0"/>
      <dgm:spPr/>
    </dgm:pt>
    <dgm:pt modelId="{8284A52F-5C43-9D4B-B8BD-BA41E0656862}" type="pres">
      <dgm:prSet presAssocID="{75E7E77C-3FF2-7C4E-A3A0-279BBD256C01}" presName="composite4" presStyleCnt="0"/>
      <dgm:spPr/>
    </dgm:pt>
    <dgm:pt modelId="{A58D26F0-5FD5-CE4A-BE2F-9F52C9989626}" type="pres">
      <dgm:prSet presAssocID="{75E7E77C-3FF2-7C4E-A3A0-279BBD256C01}" presName="background4" presStyleLbl="node4" presStyleIdx="36" presStyleCnt="66"/>
      <dgm:spPr/>
    </dgm:pt>
    <dgm:pt modelId="{E5375966-B281-7E43-AC2F-1E050FAB687E}" type="pres">
      <dgm:prSet presAssocID="{75E7E77C-3FF2-7C4E-A3A0-279BBD256C01}" presName="text4" presStyleLbl="fgAcc4" presStyleIdx="36" presStyleCnt="66">
        <dgm:presLayoutVars>
          <dgm:chPref val="3"/>
        </dgm:presLayoutVars>
      </dgm:prSet>
      <dgm:spPr/>
    </dgm:pt>
    <dgm:pt modelId="{C29B2D48-FA43-604A-B7F5-AF879E26F945}" type="pres">
      <dgm:prSet presAssocID="{75E7E77C-3FF2-7C4E-A3A0-279BBD256C01}" presName="hierChild5" presStyleCnt="0"/>
      <dgm:spPr/>
    </dgm:pt>
    <dgm:pt modelId="{00BED106-A762-2844-9B3A-CAA600BFD5EF}" type="pres">
      <dgm:prSet presAssocID="{56C34FC5-542E-1447-9A7F-28D28F1F2359}" presName="Name23" presStyleLbl="parChTrans1D4" presStyleIdx="37" presStyleCnt="66"/>
      <dgm:spPr/>
    </dgm:pt>
    <dgm:pt modelId="{3998CBB4-34A3-9D4A-805A-DE3B6C705DB1}" type="pres">
      <dgm:prSet presAssocID="{D0DB91EA-4516-774F-8F87-FA4ED2A42609}" presName="hierRoot4" presStyleCnt="0"/>
      <dgm:spPr/>
    </dgm:pt>
    <dgm:pt modelId="{CB05CD73-9334-2842-BC8C-A524523A8944}" type="pres">
      <dgm:prSet presAssocID="{D0DB91EA-4516-774F-8F87-FA4ED2A42609}" presName="composite4" presStyleCnt="0"/>
      <dgm:spPr/>
    </dgm:pt>
    <dgm:pt modelId="{8F37BD2D-8E8B-9248-B1D0-71A70965A567}" type="pres">
      <dgm:prSet presAssocID="{D0DB91EA-4516-774F-8F87-FA4ED2A42609}" presName="background4" presStyleLbl="node4" presStyleIdx="37" presStyleCnt="66"/>
      <dgm:spPr/>
    </dgm:pt>
    <dgm:pt modelId="{0F663E12-634B-E345-B195-D7AAD15EFDE1}" type="pres">
      <dgm:prSet presAssocID="{D0DB91EA-4516-774F-8F87-FA4ED2A42609}" presName="text4" presStyleLbl="fgAcc4" presStyleIdx="37" presStyleCnt="66">
        <dgm:presLayoutVars>
          <dgm:chPref val="3"/>
        </dgm:presLayoutVars>
      </dgm:prSet>
      <dgm:spPr/>
    </dgm:pt>
    <dgm:pt modelId="{CE2F7A66-E2AA-5F4C-B80E-1F9B2E2ADEA0}" type="pres">
      <dgm:prSet presAssocID="{D0DB91EA-4516-774F-8F87-FA4ED2A42609}" presName="hierChild5" presStyleCnt="0"/>
      <dgm:spPr/>
    </dgm:pt>
    <dgm:pt modelId="{553573FB-5B10-9547-BB56-609958A0B646}" type="pres">
      <dgm:prSet presAssocID="{24FC1F83-CD12-C345-B84A-8988131ADE70}" presName="Name23" presStyleLbl="parChTrans1D4" presStyleIdx="38" presStyleCnt="66"/>
      <dgm:spPr/>
    </dgm:pt>
    <dgm:pt modelId="{6D9DD049-FEA7-CB4D-8B17-7E8816B1BAC2}" type="pres">
      <dgm:prSet presAssocID="{452DCD20-33FA-3B46-B665-41B100B5FFEE}" presName="hierRoot4" presStyleCnt="0"/>
      <dgm:spPr/>
    </dgm:pt>
    <dgm:pt modelId="{1DDCC7E4-39DF-FA4B-9774-FDC35599356B}" type="pres">
      <dgm:prSet presAssocID="{452DCD20-33FA-3B46-B665-41B100B5FFEE}" presName="composite4" presStyleCnt="0"/>
      <dgm:spPr/>
    </dgm:pt>
    <dgm:pt modelId="{4F14B517-4C04-7C4C-839E-E0EA97DB50C3}" type="pres">
      <dgm:prSet presAssocID="{452DCD20-33FA-3B46-B665-41B100B5FFEE}" presName="background4" presStyleLbl="node4" presStyleIdx="38" presStyleCnt="66"/>
      <dgm:spPr/>
    </dgm:pt>
    <dgm:pt modelId="{C8F03625-A3A2-304D-9E49-8BC6CC6412A4}" type="pres">
      <dgm:prSet presAssocID="{452DCD20-33FA-3B46-B665-41B100B5FFEE}" presName="text4" presStyleLbl="fgAcc4" presStyleIdx="38" presStyleCnt="66">
        <dgm:presLayoutVars>
          <dgm:chPref val="3"/>
        </dgm:presLayoutVars>
      </dgm:prSet>
      <dgm:spPr/>
    </dgm:pt>
    <dgm:pt modelId="{F103FB04-2278-0A40-9197-677A299778E6}" type="pres">
      <dgm:prSet presAssocID="{452DCD20-33FA-3B46-B665-41B100B5FFEE}" presName="hierChild5" presStyleCnt="0"/>
      <dgm:spPr/>
    </dgm:pt>
    <dgm:pt modelId="{DEF50C4C-A26D-BA40-B6BB-749254ACCAFF}" type="pres">
      <dgm:prSet presAssocID="{7E04F723-3DC4-C844-9A42-50BA37E07F9F}" presName="Name23" presStyleLbl="parChTrans1D4" presStyleIdx="39" presStyleCnt="66"/>
      <dgm:spPr/>
    </dgm:pt>
    <dgm:pt modelId="{E7396C2F-F0E1-3C4F-8E39-CBB112C6EF8B}" type="pres">
      <dgm:prSet presAssocID="{6AA15579-506E-B842-8EFF-207B0B74A8C1}" presName="hierRoot4" presStyleCnt="0"/>
      <dgm:spPr/>
    </dgm:pt>
    <dgm:pt modelId="{37D0D9DF-7249-5546-9730-7C82EEBD02AC}" type="pres">
      <dgm:prSet presAssocID="{6AA15579-506E-B842-8EFF-207B0B74A8C1}" presName="composite4" presStyleCnt="0"/>
      <dgm:spPr/>
    </dgm:pt>
    <dgm:pt modelId="{686C31A2-6845-8446-B670-679EA3DD65FE}" type="pres">
      <dgm:prSet presAssocID="{6AA15579-506E-B842-8EFF-207B0B74A8C1}" presName="background4" presStyleLbl="node4" presStyleIdx="39" presStyleCnt="66"/>
      <dgm:spPr/>
    </dgm:pt>
    <dgm:pt modelId="{A27A3170-1E77-8A4A-8E36-8A70EC321C9A}" type="pres">
      <dgm:prSet presAssocID="{6AA15579-506E-B842-8EFF-207B0B74A8C1}" presName="text4" presStyleLbl="fgAcc4" presStyleIdx="39" presStyleCnt="66">
        <dgm:presLayoutVars>
          <dgm:chPref val="3"/>
        </dgm:presLayoutVars>
      </dgm:prSet>
      <dgm:spPr/>
    </dgm:pt>
    <dgm:pt modelId="{472E9A4F-DCB4-2E45-BC26-F2F375D68170}" type="pres">
      <dgm:prSet presAssocID="{6AA15579-506E-B842-8EFF-207B0B74A8C1}" presName="hierChild5" presStyleCnt="0"/>
      <dgm:spPr/>
    </dgm:pt>
    <dgm:pt modelId="{C4C3F062-4011-3D4E-A564-322953AB1EB5}" type="pres">
      <dgm:prSet presAssocID="{681842D9-6148-794E-97F8-D8EBBB1F9C19}" presName="Name17" presStyleLbl="parChTrans1D3" presStyleIdx="5" presStyleCnt="8"/>
      <dgm:spPr/>
    </dgm:pt>
    <dgm:pt modelId="{FEAD62E9-30F2-1D4D-BC3C-C3E03AFA9424}" type="pres">
      <dgm:prSet presAssocID="{689C9C58-3E2E-E54E-986D-BBE190882A92}" presName="hierRoot3" presStyleCnt="0"/>
      <dgm:spPr/>
    </dgm:pt>
    <dgm:pt modelId="{435F229D-1235-4347-BCA4-468A405A3DA6}" type="pres">
      <dgm:prSet presAssocID="{689C9C58-3E2E-E54E-986D-BBE190882A92}" presName="composite3" presStyleCnt="0"/>
      <dgm:spPr/>
    </dgm:pt>
    <dgm:pt modelId="{BA32EFB6-7C59-8841-81CD-98C3A9912DEA}" type="pres">
      <dgm:prSet presAssocID="{689C9C58-3E2E-E54E-986D-BBE190882A92}" presName="background3" presStyleLbl="node3" presStyleIdx="5" presStyleCnt="8"/>
      <dgm:spPr/>
    </dgm:pt>
    <dgm:pt modelId="{D997345D-7AA7-6447-87BD-2164BD09C5B6}" type="pres">
      <dgm:prSet presAssocID="{689C9C58-3E2E-E54E-986D-BBE190882A92}" presName="text3" presStyleLbl="fgAcc3" presStyleIdx="5" presStyleCnt="8">
        <dgm:presLayoutVars>
          <dgm:chPref val="3"/>
        </dgm:presLayoutVars>
      </dgm:prSet>
      <dgm:spPr/>
    </dgm:pt>
    <dgm:pt modelId="{92EC5D48-E24A-F248-ACD7-0987912BBF97}" type="pres">
      <dgm:prSet presAssocID="{689C9C58-3E2E-E54E-986D-BBE190882A92}" presName="hierChild4" presStyleCnt="0"/>
      <dgm:spPr/>
    </dgm:pt>
    <dgm:pt modelId="{7C397C68-BE2D-2C43-B1F8-0A93AEF42A61}" type="pres">
      <dgm:prSet presAssocID="{BA3DE687-25DE-FE47-A559-7858F826AB84}" presName="Name23" presStyleLbl="parChTrans1D4" presStyleIdx="40" presStyleCnt="66"/>
      <dgm:spPr/>
    </dgm:pt>
    <dgm:pt modelId="{B86D7FF7-8FFB-A54B-9BB5-066AAD64E08A}" type="pres">
      <dgm:prSet presAssocID="{53C683CF-1D86-8246-8275-93E3102A554E}" presName="hierRoot4" presStyleCnt="0"/>
      <dgm:spPr/>
    </dgm:pt>
    <dgm:pt modelId="{27874A40-1B56-554F-88AB-0D0F7C9BA26A}" type="pres">
      <dgm:prSet presAssocID="{53C683CF-1D86-8246-8275-93E3102A554E}" presName="composite4" presStyleCnt="0"/>
      <dgm:spPr/>
    </dgm:pt>
    <dgm:pt modelId="{7D21F1AA-CF83-CD42-9404-90AC2DC31A09}" type="pres">
      <dgm:prSet presAssocID="{53C683CF-1D86-8246-8275-93E3102A554E}" presName="background4" presStyleLbl="node4" presStyleIdx="40" presStyleCnt="66"/>
      <dgm:spPr/>
    </dgm:pt>
    <dgm:pt modelId="{D62472E4-6D53-624C-AF73-47448F975718}" type="pres">
      <dgm:prSet presAssocID="{53C683CF-1D86-8246-8275-93E3102A554E}" presName="text4" presStyleLbl="fgAcc4" presStyleIdx="40" presStyleCnt="66">
        <dgm:presLayoutVars>
          <dgm:chPref val="3"/>
        </dgm:presLayoutVars>
      </dgm:prSet>
      <dgm:spPr/>
    </dgm:pt>
    <dgm:pt modelId="{4D718635-601C-D64E-9B07-158E380852F3}" type="pres">
      <dgm:prSet presAssocID="{53C683CF-1D86-8246-8275-93E3102A554E}" presName="hierChild5" presStyleCnt="0"/>
      <dgm:spPr/>
    </dgm:pt>
    <dgm:pt modelId="{1227C761-46EA-944C-B883-A985F3F21D25}" type="pres">
      <dgm:prSet presAssocID="{6D3FFF13-7BCA-8A48-96EF-05EDE9EDB6C2}" presName="Name23" presStyleLbl="parChTrans1D4" presStyleIdx="41" presStyleCnt="66"/>
      <dgm:spPr/>
    </dgm:pt>
    <dgm:pt modelId="{0E064699-3951-D74E-BCE4-05FAD69F487F}" type="pres">
      <dgm:prSet presAssocID="{FBCA17B9-4B18-AB46-92DB-9EDB001D8E5A}" presName="hierRoot4" presStyleCnt="0"/>
      <dgm:spPr/>
    </dgm:pt>
    <dgm:pt modelId="{8DC707D4-2082-064F-8147-EFE71FC410A9}" type="pres">
      <dgm:prSet presAssocID="{FBCA17B9-4B18-AB46-92DB-9EDB001D8E5A}" presName="composite4" presStyleCnt="0"/>
      <dgm:spPr/>
    </dgm:pt>
    <dgm:pt modelId="{FE403413-7783-9D42-96E0-947C477E093F}" type="pres">
      <dgm:prSet presAssocID="{FBCA17B9-4B18-AB46-92DB-9EDB001D8E5A}" presName="background4" presStyleLbl="node4" presStyleIdx="41" presStyleCnt="66"/>
      <dgm:spPr/>
    </dgm:pt>
    <dgm:pt modelId="{CB433A1D-EF0E-7649-A908-CCAA1FEF33DE}" type="pres">
      <dgm:prSet presAssocID="{FBCA17B9-4B18-AB46-92DB-9EDB001D8E5A}" presName="text4" presStyleLbl="fgAcc4" presStyleIdx="41" presStyleCnt="66">
        <dgm:presLayoutVars>
          <dgm:chPref val="3"/>
        </dgm:presLayoutVars>
      </dgm:prSet>
      <dgm:spPr/>
    </dgm:pt>
    <dgm:pt modelId="{6A4EB27C-6864-7E46-A332-A3F888C6F594}" type="pres">
      <dgm:prSet presAssocID="{FBCA17B9-4B18-AB46-92DB-9EDB001D8E5A}" presName="hierChild5" presStyleCnt="0"/>
      <dgm:spPr/>
    </dgm:pt>
    <dgm:pt modelId="{A19356F7-0240-B246-B2A2-829AE67E3527}" type="pres">
      <dgm:prSet presAssocID="{6484FD3E-F457-444E-92B3-CE92F48FE49F}" presName="Name23" presStyleLbl="parChTrans1D4" presStyleIdx="42" presStyleCnt="66"/>
      <dgm:spPr/>
    </dgm:pt>
    <dgm:pt modelId="{4F0363EB-4341-534A-84D6-662549D22A73}" type="pres">
      <dgm:prSet presAssocID="{5E373EAA-058C-074B-8F8D-F79D0F52B076}" presName="hierRoot4" presStyleCnt="0"/>
      <dgm:spPr/>
    </dgm:pt>
    <dgm:pt modelId="{673ED89F-3D65-9742-B8C9-B7325B429511}" type="pres">
      <dgm:prSet presAssocID="{5E373EAA-058C-074B-8F8D-F79D0F52B076}" presName="composite4" presStyleCnt="0"/>
      <dgm:spPr/>
    </dgm:pt>
    <dgm:pt modelId="{39624EAC-98DD-DA45-B48C-5C83746F5CB7}" type="pres">
      <dgm:prSet presAssocID="{5E373EAA-058C-074B-8F8D-F79D0F52B076}" presName="background4" presStyleLbl="node4" presStyleIdx="42" presStyleCnt="66"/>
      <dgm:spPr/>
    </dgm:pt>
    <dgm:pt modelId="{3CC9E137-F3F5-994A-B47F-C54DE7E4C086}" type="pres">
      <dgm:prSet presAssocID="{5E373EAA-058C-074B-8F8D-F79D0F52B076}" presName="text4" presStyleLbl="fgAcc4" presStyleIdx="42" presStyleCnt="66">
        <dgm:presLayoutVars>
          <dgm:chPref val="3"/>
        </dgm:presLayoutVars>
      </dgm:prSet>
      <dgm:spPr/>
    </dgm:pt>
    <dgm:pt modelId="{577581AF-3125-9F49-8FE5-3E186B49FDFE}" type="pres">
      <dgm:prSet presAssocID="{5E373EAA-058C-074B-8F8D-F79D0F52B076}" presName="hierChild5" presStyleCnt="0"/>
      <dgm:spPr/>
    </dgm:pt>
    <dgm:pt modelId="{D6D1CDCA-46D2-7247-B770-EC9C103B8A38}" type="pres">
      <dgm:prSet presAssocID="{3ABB8A0F-328D-DF43-9419-8D658A87D246}" presName="Name23" presStyleLbl="parChTrans1D4" presStyleIdx="43" presStyleCnt="66"/>
      <dgm:spPr/>
    </dgm:pt>
    <dgm:pt modelId="{B7B60FED-D326-AB40-B264-A4FF33EBC8CA}" type="pres">
      <dgm:prSet presAssocID="{AB79E727-3820-E74B-A7A0-84618FFB51BF}" presName="hierRoot4" presStyleCnt="0"/>
      <dgm:spPr/>
    </dgm:pt>
    <dgm:pt modelId="{CA07C2A5-728A-4444-99BD-480CA58AC00C}" type="pres">
      <dgm:prSet presAssocID="{AB79E727-3820-E74B-A7A0-84618FFB51BF}" presName="composite4" presStyleCnt="0"/>
      <dgm:spPr/>
    </dgm:pt>
    <dgm:pt modelId="{F1381A79-DAB3-844E-9777-3DDC0FC989AB}" type="pres">
      <dgm:prSet presAssocID="{AB79E727-3820-E74B-A7A0-84618FFB51BF}" presName="background4" presStyleLbl="node4" presStyleIdx="43" presStyleCnt="66"/>
      <dgm:spPr/>
    </dgm:pt>
    <dgm:pt modelId="{D4EC927D-7C61-224D-9498-EEE1648E0200}" type="pres">
      <dgm:prSet presAssocID="{AB79E727-3820-E74B-A7A0-84618FFB51BF}" presName="text4" presStyleLbl="fgAcc4" presStyleIdx="43" presStyleCnt="66">
        <dgm:presLayoutVars>
          <dgm:chPref val="3"/>
        </dgm:presLayoutVars>
      </dgm:prSet>
      <dgm:spPr/>
    </dgm:pt>
    <dgm:pt modelId="{59A9D38B-36B4-6C4D-9A54-8F399D4AA55C}" type="pres">
      <dgm:prSet presAssocID="{AB79E727-3820-E74B-A7A0-84618FFB51BF}" presName="hierChild5" presStyleCnt="0"/>
      <dgm:spPr/>
    </dgm:pt>
    <dgm:pt modelId="{9C2801A2-B16D-934B-8765-87755576EAAE}" type="pres">
      <dgm:prSet presAssocID="{9EC14409-277A-6F45-AA5D-DF8C79367C0E}" presName="Name23" presStyleLbl="parChTrans1D4" presStyleIdx="44" presStyleCnt="66"/>
      <dgm:spPr/>
    </dgm:pt>
    <dgm:pt modelId="{9CD34A25-CBA3-DA40-A204-D7718067AC24}" type="pres">
      <dgm:prSet presAssocID="{81C8C9D7-F04B-5742-8CCD-EC43A1D24ECD}" presName="hierRoot4" presStyleCnt="0"/>
      <dgm:spPr/>
    </dgm:pt>
    <dgm:pt modelId="{FFDC62CB-0522-984E-8F57-0E31C70BED35}" type="pres">
      <dgm:prSet presAssocID="{81C8C9D7-F04B-5742-8CCD-EC43A1D24ECD}" presName="composite4" presStyleCnt="0"/>
      <dgm:spPr/>
    </dgm:pt>
    <dgm:pt modelId="{0372CBE1-DCDD-544F-8DE2-ED8B07F38FC7}" type="pres">
      <dgm:prSet presAssocID="{81C8C9D7-F04B-5742-8CCD-EC43A1D24ECD}" presName="background4" presStyleLbl="node4" presStyleIdx="44" presStyleCnt="66"/>
      <dgm:spPr/>
    </dgm:pt>
    <dgm:pt modelId="{8A6BD81C-3B4B-2143-8AB2-C445D458CC0D}" type="pres">
      <dgm:prSet presAssocID="{81C8C9D7-F04B-5742-8CCD-EC43A1D24ECD}" presName="text4" presStyleLbl="fgAcc4" presStyleIdx="44" presStyleCnt="66">
        <dgm:presLayoutVars>
          <dgm:chPref val="3"/>
        </dgm:presLayoutVars>
      </dgm:prSet>
      <dgm:spPr/>
    </dgm:pt>
    <dgm:pt modelId="{4B0FDE79-1274-1B48-A70E-D3369FABB167}" type="pres">
      <dgm:prSet presAssocID="{81C8C9D7-F04B-5742-8CCD-EC43A1D24ECD}" presName="hierChild5" presStyleCnt="0"/>
      <dgm:spPr/>
    </dgm:pt>
    <dgm:pt modelId="{6AD99CE7-0120-864C-8D3F-C2EB98F2ADFB}" type="pres">
      <dgm:prSet presAssocID="{78D5E4A9-845C-9B48-97C1-1885A40A228C}" presName="Name23" presStyleLbl="parChTrans1D4" presStyleIdx="45" presStyleCnt="66"/>
      <dgm:spPr/>
    </dgm:pt>
    <dgm:pt modelId="{7766CFC3-15AC-C94D-83F9-73DE2484B66A}" type="pres">
      <dgm:prSet presAssocID="{96473DC3-C3AA-A241-8689-3A08B3872C04}" presName="hierRoot4" presStyleCnt="0"/>
      <dgm:spPr/>
    </dgm:pt>
    <dgm:pt modelId="{221EAF82-E0A0-D642-B0C3-4D9CAC1A4BB6}" type="pres">
      <dgm:prSet presAssocID="{96473DC3-C3AA-A241-8689-3A08B3872C04}" presName="composite4" presStyleCnt="0"/>
      <dgm:spPr/>
    </dgm:pt>
    <dgm:pt modelId="{3BB9605C-C53A-6B47-878A-E203E77050DC}" type="pres">
      <dgm:prSet presAssocID="{96473DC3-C3AA-A241-8689-3A08B3872C04}" presName="background4" presStyleLbl="node4" presStyleIdx="45" presStyleCnt="66"/>
      <dgm:spPr/>
    </dgm:pt>
    <dgm:pt modelId="{D42EE22C-C728-AD4F-93D5-E41E334279C7}" type="pres">
      <dgm:prSet presAssocID="{96473DC3-C3AA-A241-8689-3A08B3872C04}" presName="text4" presStyleLbl="fgAcc4" presStyleIdx="45" presStyleCnt="66">
        <dgm:presLayoutVars>
          <dgm:chPref val="3"/>
        </dgm:presLayoutVars>
      </dgm:prSet>
      <dgm:spPr/>
    </dgm:pt>
    <dgm:pt modelId="{3DDA8274-0908-BD42-A189-FD836B646E65}" type="pres">
      <dgm:prSet presAssocID="{96473DC3-C3AA-A241-8689-3A08B3872C04}" presName="hierChild5" presStyleCnt="0"/>
      <dgm:spPr/>
    </dgm:pt>
    <dgm:pt modelId="{CCB5563E-047A-1A44-BEDD-E9E63003EBC8}" type="pres">
      <dgm:prSet presAssocID="{5060D298-B45D-6640-A156-D736EBA3A724}" presName="Name23" presStyleLbl="parChTrans1D4" presStyleIdx="46" presStyleCnt="66"/>
      <dgm:spPr/>
    </dgm:pt>
    <dgm:pt modelId="{C6E2A0AD-6471-294B-A305-CE30F5537F32}" type="pres">
      <dgm:prSet presAssocID="{45E46849-CB57-5F48-B7D1-86EF6DB6D280}" presName="hierRoot4" presStyleCnt="0"/>
      <dgm:spPr/>
    </dgm:pt>
    <dgm:pt modelId="{E87BA893-0C6A-D245-A4F0-61E9DFC29088}" type="pres">
      <dgm:prSet presAssocID="{45E46849-CB57-5F48-B7D1-86EF6DB6D280}" presName="composite4" presStyleCnt="0"/>
      <dgm:spPr/>
    </dgm:pt>
    <dgm:pt modelId="{E5728A81-C83C-DF49-929F-4F601B1F3988}" type="pres">
      <dgm:prSet presAssocID="{45E46849-CB57-5F48-B7D1-86EF6DB6D280}" presName="background4" presStyleLbl="node4" presStyleIdx="46" presStyleCnt="66"/>
      <dgm:spPr/>
    </dgm:pt>
    <dgm:pt modelId="{E52663C9-50C6-BA49-A7C7-13811001EE18}" type="pres">
      <dgm:prSet presAssocID="{45E46849-CB57-5F48-B7D1-86EF6DB6D280}" presName="text4" presStyleLbl="fgAcc4" presStyleIdx="46" presStyleCnt="66">
        <dgm:presLayoutVars>
          <dgm:chPref val="3"/>
        </dgm:presLayoutVars>
      </dgm:prSet>
      <dgm:spPr/>
    </dgm:pt>
    <dgm:pt modelId="{03A52372-E611-1C48-B398-0693BF9096E6}" type="pres">
      <dgm:prSet presAssocID="{45E46849-CB57-5F48-B7D1-86EF6DB6D280}" presName="hierChild5" presStyleCnt="0"/>
      <dgm:spPr/>
    </dgm:pt>
    <dgm:pt modelId="{89EAC8D8-CCFB-0749-85C7-7B795E12C58B}" type="pres">
      <dgm:prSet presAssocID="{70A606FC-BE9A-1748-A501-5FA7B21351A9}" presName="Name23" presStyleLbl="parChTrans1D4" presStyleIdx="47" presStyleCnt="66"/>
      <dgm:spPr/>
    </dgm:pt>
    <dgm:pt modelId="{60008812-3718-FE43-914F-74433934B43A}" type="pres">
      <dgm:prSet presAssocID="{7F0642FF-C249-CB46-B00D-89E8409154F2}" presName="hierRoot4" presStyleCnt="0"/>
      <dgm:spPr/>
    </dgm:pt>
    <dgm:pt modelId="{32BBE627-B6CC-BA4C-A53F-4B37C42172CE}" type="pres">
      <dgm:prSet presAssocID="{7F0642FF-C249-CB46-B00D-89E8409154F2}" presName="composite4" presStyleCnt="0"/>
      <dgm:spPr/>
    </dgm:pt>
    <dgm:pt modelId="{E12117F3-47F1-E94B-984E-E2C73E00F4E2}" type="pres">
      <dgm:prSet presAssocID="{7F0642FF-C249-CB46-B00D-89E8409154F2}" presName="background4" presStyleLbl="node4" presStyleIdx="47" presStyleCnt="66"/>
      <dgm:spPr/>
    </dgm:pt>
    <dgm:pt modelId="{1D1E62C3-0CED-884B-B19C-004B4C9BF057}" type="pres">
      <dgm:prSet presAssocID="{7F0642FF-C249-CB46-B00D-89E8409154F2}" presName="text4" presStyleLbl="fgAcc4" presStyleIdx="47" presStyleCnt="66">
        <dgm:presLayoutVars>
          <dgm:chPref val="3"/>
        </dgm:presLayoutVars>
      </dgm:prSet>
      <dgm:spPr/>
    </dgm:pt>
    <dgm:pt modelId="{37AA06B9-DB6E-4940-BD65-BA49DCECC81F}" type="pres">
      <dgm:prSet presAssocID="{7F0642FF-C249-CB46-B00D-89E8409154F2}" presName="hierChild5" presStyleCnt="0"/>
      <dgm:spPr/>
    </dgm:pt>
    <dgm:pt modelId="{BC48DBBE-681F-8847-8E5A-D875F6268319}" type="pres">
      <dgm:prSet presAssocID="{B0837B55-A2E9-2744-A0A2-23245B4C403F}" presName="Name17" presStyleLbl="parChTrans1D3" presStyleIdx="6" presStyleCnt="8"/>
      <dgm:spPr/>
    </dgm:pt>
    <dgm:pt modelId="{CBF27A5D-232B-614C-9BC9-CB31790189DD}" type="pres">
      <dgm:prSet presAssocID="{947B6DCF-16F5-9A48-8C17-D3E35D140ABA}" presName="hierRoot3" presStyleCnt="0"/>
      <dgm:spPr/>
    </dgm:pt>
    <dgm:pt modelId="{EF07BDA2-CB94-E84D-8B20-05215B9119ED}" type="pres">
      <dgm:prSet presAssocID="{947B6DCF-16F5-9A48-8C17-D3E35D140ABA}" presName="composite3" presStyleCnt="0"/>
      <dgm:spPr/>
    </dgm:pt>
    <dgm:pt modelId="{FD766113-E03B-BB47-BA95-C8B84328C6AB}" type="pres">
      <dgm:prSet presAssocID="{947B6DCF-16F5-9A48-8C17-D3E35D140ABA}" presName="background3" presStyleLbl="node3" presStyleIdx="6" presStyleCnt="8"/>
      <dgm:spPr/>
    </dgm:pt>
    <dgm:pt modelId="{2982F38C-6E66-A44F-A2DA-E423EBEAA983}" type="pres">
      <dgm:prSet presAssocID="{947B6DCF-16F5-9A48-8C17-D3E35D140ABA}" presName="text3" presStyleLbl="fgAcc3" presStyleIdx="6" presStyleCnt="8">
        <dgm:presLayoutVars>
          <dgm:chPref val="3"/>
        </dgm:presLayoutVars>
      </dgm:prSet>
      <dgm:spPr/>
    </dgm:pt>
    <dgm:pt modelId="{C88F69EC-78A5-214D-88CC-80BE2F583E2B}" type="pres">
      <dgm:prSet presAssocID="{947B6DCF-16F5-9A48-8C17-D3E35D140ABA}" presName="hierChild4" presStyleCnt="0"/>
      <dgm:spPr/>
    </dgm:pt>
    <dgm:pt modelId="{F5336208-29C6-FB49-90BE-87972E11FCFA}" type="pres">
      <dgm:prSet presAssocID="{7665001D-7620-2345-A75F-ED553742C0AB}" presName="Name23" presStyleLbl="parChTrans1D4" presStyleIdx="48" presStyleCnt="66"/>
      <dgm:spPr/>
    </dgm:pt>
    <dgm:pt modelId="{381A9576-AD56-0541-8D24-F10E0B23A5B0}" type="pres">
      <dgm:prSet presAssocID="{3C7C5180-1A17-3243-9837-C85EF470E4D1}" presName="hierRoot4" presStyleCnt="0"/>
      <dgm:spPr/>
    </dgm:pt>
    <dgm:pt modelId="{2A65B9C9-CF96-434B-8B5B-3CEF5B305E6D}" type="pres">
      <dgm:prSet presAssocID="{3C7C5180-1A17-3243-9837-C85EF470E4D1}" presName="composite4" presStyleCnt="0"/>
      <dgm:spPr/>
    </dgm:pt>
    <dgm:pt modelId="{EB59BF57-A94C-2E4C-8128-6119C90EFEC6}" type="pres">
      <dgm:prSet presAssocID="{3C7C5180-1A17-3243-9837-C85EF470E4D1}" presName="background4" presStyleLbl="node4" presStyleIdx="48" presStyleCnt="66"/>
      <dgm:spPr/>
    </dgm:pt>
    <dgm:pt modelId="{F1A0ED74-47CD-E142-9089-7F794FF9D699}" type="pres">
      <dgm:prSet presAssocID="{3C7C5180-1A17-3243-9837-C85EF470E4D1}" presName="text4" presStyleLbl="fgAcc4" presStyleIdx="48" presStyleCnt="66">
        <dgm:presLayoutVars>
          <dgm:chPref val="3"/>
        </dgm:presLayoutVars>
      </dgm:prSet>
      <dgm:spPr/>
    </dgm:pt>
    <dgm:pt modelId="{2AAB9B38-F8A4-9D4B-BEA0-44929D1D29F4}" type="pres">
      <dgm:prSet presAssocID="{3C7C5180-1A17-3243-9837-C85EF470E4D1}" presName="hierChild5" presStyleCnt="0"/>
      <dgm:spPr/>
    </dgm:pt>
    <dgm:pt modelId="{D2C90691-499B-524F-B4AF-0C706C8C6B7F}" type="pres">
      <dgm:prSet presAssocID="{832CF01F-902D-1245-AFF5-EF668804555C}" presName="Name23" presStyleLbl="parChTrans1D4" presStyleIdx="49" presStyleCnt="66"/>
      <dgm:spPr/>
    </dgm:pt>
    <dgm:pt modelId="{DFF0D669-566A-5C46-A5B4-CD8F5E317477}" type="pres">
      <dgm:prSet presAssocID="{FF283AFB-13D2-A74B-A2FC-F8178A93A1F2}" presName="hierRoot4" presStyleCnt="0"/>
      <dgm:spPr/>
    </dgm:pt>
    <dgm:pt modelId="{CD2FCCBC-9AEA-2840-8711-EDEA1A6E02D4}" type="pres">
      <dgm:prSet presAssocID="{FF283AFB-13D2-A74B-A2FC-F8178A93A1F2}" presName="composite4" presStyleCnt="0"/>
      <dgm:spPr/>
    </dgm:pt>
    <dgm:pt modelId="{F8AF1710-8096-184A-BC81-3C139B21E9FB}" type="pres">
      <dgm:prSet presAssocID="{FF283AFB-13D2-A74B-A2FC-F8178A93A1F2}" presName="background4" presStyleLbl="node4" presStyleIdx="49" presStyleCnt="66"/>
      <dgm:spPr/>
    </dgm:pt>
    <dgm:pt modelId="{2B740B69-C427-344E-BDB3-3C681C5B2886}" type="pres">
      <dgm:prSet presAssocID="{FF283AFB-13D2-A74B-A2FC-F8178A93A1F2}" presName="text4" presStyleLbl="fgAcc4" presStyleIdx="49" presStyleCnt="66">
        <dgm:presLayoutVars>
          <dgm:chPref val="3"/>
        </dgm:presLayoutVars>
      </dgm:prSet>
      <dgm:spPr/>
    </dgm:pt>
    <dgm:pt modelId="{55C83F41-764B-2D46-B2BF-537DB3C09D6B}" type="pres">
      <dgm:prSet presAssocID="{FF283AFB-13D2-A74B-A2FC-F8178A93A1F2}" presName="hierChild5" presStyleCnt="0"/>
      <dgm:spPr/>
    </dgm:pt>
    <dgm:pt modelId="{88DBC5D2-A719-B942-BB80-F740ED83FA38}" type="pres">
      <dgm:prSet presAssocID="{3B49FE90-3466-5F49-A835-B9741B220E6C}" presName="Name23" presStyleLbl="parChTrans1D4" presStyleIdx="50" presStyleCnt="66"/>
      <dgm:spPr/>
    </dgm:pt>
    <dgm:pt modelId="{2EE52BA4-DC19-B84C-9A9C-6CC215C40A64}" type="pres">
      <dgm:prSet presAssocID="{E8A8BFDC-B156-2C48-B18E-FF95153606EE}" presName="hierRoot4" presStyleCnt="0"/>
      <dgm:spPr/>
    </dgm:pt>
    <dgm:pt modelId="{C4979E7C-5D88-644B-AFC0-4BB60ABCFAA8}" type="pres">
      <dgm:prSet presAssocID="{E8A8BFDC-B156-2C48-B18E-FF95153606EE}" presName="composite4" presStyleCnt="0"/>
      <dgm:spPr/>
    </dgm:pt>
    <dgm:pt modelId="{A75F035E-68BA-3345-BDE5-568FDE464FD4}" type="pres">
      <dgm:prSet presAssocID="{E8A8BFDC-B156-2C48-B18E-FF95153606EE}" presName="background4" presStyleLbl="node4" presStyleIdx="50" presStyleCnt="66"/>
      <dgm:spPr/>
    </dgm:pt>
    <dgm:pt modelId="{B71B81CB-58C4-2B4D-A1B4-F96FEBE80962}" type="pres">
      <dgm:prSet presAssocID="{E8A8BFDC-B156-2C48-B18E-FF95153606EE}" presName="text4" presStyleLbl="fgAcc4" presStyleIdx="50" presStyleCnt="66">
        <dgm:presLayoutVars>
          <dgm:chPref val="3"/>
        </dgm:presLayoutVars>
      </dgm:prSet>
      <dgm:spPr/>
    </dgm:pt>
    <dgm:pt modelId="{EFE58284-3032-A440-A559-3B47EDB571A2}" type="pres">
      <dgm:prSet presAssocID="{E8A8BFDC-B156-2C48-B18E-FF95153606EE}" presName="hierChild5" presStyleCnt="0"/>
      <dgm:spPr/>
    </dgm:pt>
    <dgm:pt modelId="{3CCA1D3C-25B3-B04C-8104-9C9ABB8D80DF}" type="pres">
      <dgm:prSet presAssocID="{E70D35D1-4A74-2149-9D65-4CBBA0681AFD}" presName="Name23" presStyleLbl="parChTrans1D4" presStyleIdx="51" presStyleCnt="66"/>
      <dgm:spPr/>
    </dgm:pt>
    <dgm:pt modelId="{1CD55F3B-C1D5-D54F-B735-DBDA00122506}" type="pres">
      <dgm:prSet presAssocID="{4A04ACBD-14F7-2743-A297-B6B5245696C5}" presName="hierRoot4" presStyleCnt="0"/>
      <dgm:spPr/>
    </dgm:pt>
    <dgm:pt modelId="{069CA93B-C7D9-3140-950D-5E6E38A29407}" type="pres">
      <dgm:prSet presAssocID="{4A04ACBD-14F7-2743-A297-B6B5245696C5}" presName="composite4" presStyleCnt="0"/>
      <dgm:spPr/>
    </dgm:pt>
    <dgm:pt modelId="{21C8C068-00BD-0D4B-ADF3-78BCC2F693D5}" type="pres">
      <dgm:prSet presAssocID="{4A04ACBD-14F7-2743-A297-B6B5245696C5}" presName="background4" presStyleLbl="node4" presStyleIdx="51" presStyleCnt="66"/>
      <dgm:spPr/>
    </dgm:pt>
    <dgm:pt modelId="{B3C9F8D2-6F12-3247-B0AE-0B0665475E74}" type="pres">
      <dgm:prSet presAssocID="{4A04ACBD-14F7-2743-A297-B6B5245696C5}" presName="text4" presStyleLbl="fgAcc4" presStyleIdx="51" presStyleCnt="66">
        <dgm:presLayoutVars>
          <dgm:chPref val="3"/>
        </dgm:presLayoutVars>
      </dgm:prSet>
      <dgm:spPr/>
    </dgm:pt>
    <dgm:pt modelId="{0E4681E1-BB0D-464A-A94F-E94B525F7319}" type="pres">
      <dgm:prSet presAssocID="{4A04ACBD-14F7-2743-A297-B6B5245696C5}" presName="hierChild5" presStyleCnt="0"/>
      <dgm:spPr/>
    </dgm:pt>
    <dgm:pt modelId="{883E44B5-D280-7143-8822-5B0FCF32AB73}" type="pres">
      <dgm:prSet presAssocID="{E89D9CFF-6057-5E4D-BB07-ECEDE2B178B5}" presName="Name23" presStyleLbl="parChTrans1D4" presStyleIdx="52" presStyleCnt="66"/>
      <dgm:spPr/>
    </dgm:pt>
    <dgm:pt modelId="{E14FE27D-A75F-9048-93E9-DCEF44E92B2A}" type="pres">
      <dgm:prSet presAssocID="{1D310BA5-7373-8B4E-99BC-714511E7C27C}" presName="hierRoot4" presStyleCnt="0"/>
      <dgm:spPr/>
    </dgm:pt>
    <dgm:pt modelId="{16D66370-1D0E-7C49-8666-975E35F8F439}" type="pres">
      <dgm:prSet presAssocID="{1D310BA5-7373-8B4E-99BC-714511E7C27C}" presName="composite4" presStyleCnt="0"/>
      <dgm:spPr/>
    </dgm:pt>
    <dgm:pt modelId="{BF99D3CF-C7E2-0746-B740-DD02B8AC4AF1}" type="pres">
      <dgm:prSet presAssocID="{1D310BA5-7373-8B4E-99BC-714511E7C27C}" presName="background4" presStyleLbl="node4" presStyleIdx="52" presStyleCnt="66"/>
      <dgm:spPr/>
    </dgm:pt>
    <dgm:pt modelId="{F8B6F8AD-1538-7645-B83A-0619BEF39E60}" type="pres">
      <dgm:prSet presAssocID="{1D310BA5-7373-8B4E-99BC-714511E7C27C}" presName="text4" presStyleLbl="fgAcc4" presStyleIdx="52" presStyleCnt="66">
        <dgm:presLayoutVars>
          <dgm:chPref val="3"/>
        </dgm:presLayoutVars>
      </dgm:prSet>
      <dgm:spPr/>
    </dgm:pt>
    <dgm:pt modelId="{6C04A50B-4D21-E04B-B57E-4C893752F846}" type="pres">
      <dgm:prSet presAssocID="{1D310BA5-7373-8B4E-99BC-714511E7C27C}" presName="hierChild5" presStyleCnt="0"/>
      <dgm:spPr/>
    </dgm:pt>
    <dgm:pt modelId="{CA8617F6-CB04-7C4E-9982-F3F1BD2D89CB}" type="pres">
      <dgm:prSet presAssocID="{7B3A7481-0614-8946-80D4-C5762D0EA030}" presName="Name23" presStyleLbl="parChTrans1D4" presStyleIdx="53" presStyleCnt="66"/>
      <dgm:spPr/>
    </dgm:pt>
    <dgm:pt modelId="{2F76701C-FF3B-234B-94BA-FB63DDD8718D}" type="pres">
      <dgm:prSet presAssocID="{C030604B-CACF-364C-999F-95255B7BDBF4}" presName="hierRoot4" presStyleCnt="0"/>
      <dgm:spPr/>
    </dgm:pt>
    <dgm:pt modelId="{BFE24FCC-2BE8-FE42-A92B-2EE94A3AB216}" type="pres">
      <dgm:prSet presAssocID="{C030604B-CACF-364C-999F-95255B7BDBF4}" presName="composite4" presStyleCnt="0"/>
      <dgm:spPr/>
    </dgm:pt>
    <dgm:pt modelId="{52979FF9-F4E5-274A-A696-33A27F3BEDC4}" type="pres">
      <dgm:prSet presAssocID="{C030604B-CACF-364C-999F-95255B7BDBF4}" presName="background4" presStyleLbl="node4" presStyleIdx="53" presStyleCnt="66"/>
      <dgm:spPr/>
    </dgm:pt>
    <dgm:pt modelId="{70950A11-E88E-EA41-B41C-C1E09DB38E3E}" type="pres">
      <dgm:prSet presAssocID="{C030604B-CACF-364C-999F-95255B7BDBF4}" presName="text4" presStyleLbl="fgAcc4" presStyleIdx="53" presStyleCnt="66">
        <dgm:presLayoutVars>
          <dgm:chPref val="3"/>
        </dgm:presLayoutVars>
      </dgm:prSet>
      <dgm:spPr/>
    </dgm:pt>
    <dgm:pt modelId="{684872FA-E35E-7547-BA1B-DE1C35F483BE}" type="pres">
      <dgm:prSet presAssocID="{C030604B-CACF-364C-999F-95255B7BDBF4}" presName="hierChild5" presStyleCnt="0"/>
      <dgm:spPr/>
    </dgm:pt>
    <dgm:pt modelId="{32A9CFE0-7277-994F-8A2E-619B09E48CD7}" type="pres">
      <dgm:prSet presAssocID="{486F050B-7A7A-3B41-B648-7E2641F6E4CC}" presName="Name23" presStyleLbl="parChTrans1D4" presStyleIdx="54" presStyleCnt="66"/>
      <dgm:spPr/>
    </dgm:pt>
    <dgm:pt modelId="{A44A659C-E2CC-C74B-A15E-652DBD4C4181}" type="pres">
      <dgm:prSet presAssocID="{3FA561F5-D34D-3F4A-970A-6AD940318760}" presName="hierRoot4" presStyleCnt="0"/>
      <dgm:spPr/>
    </dgm:pt>
    <dgm:pt modelId="{BFDA4D3C-6740-274E-B4C9-ADFB35542867}" type="pres">
      <dgm:prSet presAssocID="{3FA561F5-D34D-3F4A-970A-6AD940318760}" presName="composite4" presStyleCnt="0"/>
      <dgm:spPr/>
    </dgm:pt>
    <dgm:pt modelId="{1767D2CC-06CA-034F-A23E-6AD6243EB5C7}" type="pres">
      <dgm:prSet presAssocID="{3FA561F5-D34D-3F4A-970A-6AD940318760}" presName="background4" presStyleLbl="node4" presStyleIdx="54" presStyleCnt="66"/>
      <dgm:spPr/>
    </dgm:pt>
    <dgm:pt modelId="{AD21DEF3-9C30-5F44-9B3A-3BC27FCB9FFA}" type="pres">
      <dgm:prSet presAssocID="{3FA561F5-D34D-3F4A-970A-6AD940318760}" presName="text4" presStyleLbl="fgAcc4" presStyleIdx="54" presStyleCnt="66">
        <dgm:presLayoutVars>
          <dgm:chPref val="3"/>
        </dgm:presLayoutVars>
      </dgm:prSet>
      <dgm:spPr/>
    </dgm:pt>
    <dgm:pt modelId="{50ADF370-BC97-A849-A898-6FEE9A7D9F28}" type="pres">
      <dgm:prSet presAssocID="{3FA561F5-D34D-3F4A-970A-6AD940318760}" presName="hierChild5" presStyleCnt="0"/>
      <dgm:spPr/>
    </dgm:pt>
    <dgm:pt modelId="{FB87650F-E43B-104B-BC87-27550C21DBDC}" type="pres">
      <dgm:prSet presAssocID="{4143D829-E24A-F643-99C4-D25A059BE6A2}" presName="Name23" presStyleLbl="parChTrans1D4" presStyleIdx="55" presStyleCnt="66"/>
      <dgm:spPr/>
    </dgm:pt>
    <dgm:pt modelId="{A35B57A2-34C7-EF49-A0AD-B93078C26F47}" type="pres">
      <dgm:prSet presAssocID="{94E14218-DC0C-F641-A0C9-C35FF6D7F2F9}" presName="hierRoot4" presStyleCnt="0"/>
      <dgm:spPr/>
    </dgm:pt>
    <dgm:pt modelId="{7458B697-424A-774E-B9F9-D3DA49ADE965}" type="pres">
      <dgm:prSet presAssocID="{94E14218-DC0C-F641-A0C9-C35FF6D7F2F9}" presName="composite4" presStyleCnt="0"/>
      <dgm:spPr/>
    </dgm:pt>
    <dgm:pt modelId="{9B1CB3AE-E313-1747-92EA-986183738116}" type="pres">
      <dgm:prSet presAssocID="{94E14218-DC0C-F641-A0C9-C35FF6D7F2F9}" presName="background4" presStyleLbl="node4" presStyleIdx="55" presStyleCnt="66"/>
      <dgm:spPr/>
    </dgm:pt>
    <dgm:pt modelId="{AC2D7FB0-6590-4644-BD6A-99F32394FFC7}" type="pres">
      <dgm:prSet presAssocID="{94E14218-DC0C-F641-A0C9-C35FF6D7F2F9}" presName="text4" presStyleLbl="fgAcc4" presStyleIdx="55" presStyleCnt="66">
        <dgm:presLayoutVars>
          <dgm:chPref val="3"/>
        </dgm:presLayoutVars>
      </dgm:prSet>
      <dgm:spPr/>
    </dgm:pt>
    <dgm:pt modelId="{2329F846-6F75-5240-882F-86E9CDA8A549}" type="pres">
      <dgm:prSet presAssocID="{94E14218-DC0C-F641-A0C9-C35FF6D7F2F9}" presName="hierChild5" presStyleCnt="0"/>
      <dgm:spPr/>
    </dgm:pt>
    <dgm:pt modelId="{326FC4A7-E690-2F41-A30C-12FFC91259B2}" type="pres">
      <dgm:prSet presAssocID="{365D1EB6-2FBA-4040-B469-75D051B6261A}" presName="Name17" presStyleLbl="parChTrans1D3" presStyleIdx="7" presStyleCnt="8"/>
      <dgm:spPr/>
    </dgm:pt>
    <dgm:pt modelId="{D8C26318-DDE5-FF43-BF84-E1EE59D4BE48}" type="pres">
      <dgm:prSet presAssocID="{16B89478-D748-E142-AFC2-DDF11EAE1AB9}" presName="hierRoot3" presStyleCnt="0"/>
      <dgm:spPr/>
    </dgm:pt>
    <dgm:pt modelId="{914AF13E-DC13-0A4A-9931-F2D68A05D43A}" type="pres">
      <dgm:prSet presAssocID="{16B89478-D748-E142-AFC2-DDF11EAE1AB9}" presName="composite3" presStyleCnt="0"/>
      <dgm:spPr/>
    </dgm:pt>
    <dgm:pt modelId="{3AB5F313-F673-C741-8253-5ADA8C97BA93}" type="pres">
      <dgm:prSet presAssocID="{16B89478-D748-E142-AFC2-DDF11EAE1AB9}" presName="background3" presStyleLbl="node3" presStyleIdx="7" presStyleCnt="8"/>
      <dgm:spPr/>
    </dgm:pt>
    <dgm:pt modelId="{1204BB3D-1950-2041-BCB6-86CD6847132B}" type="pres">
      <dgm:prSet presAssocID="{16B89478-D748-E142-AFC2-DDF11EAE1AB9}" presName="text3" presStyleLbl="fgAcc3" presStyleIdx="7" presStyleCnt="8">
        <dgm:presLayoutVars>
          <dgm:chPref val="3"/>
        </dgm:presLayoutVars>
      </dgm:prSet>
      <dgm:spPr/>
    </dgm:pt>
    <dgm:pt modelId="{7B9D9518-6BE9-A94B-866A-4CAFFF51B7C2}" type="pres">
      <dgm:prSet presAssocID="{16B89478-D748-E142-AFC2-DDF11EAE1AB9}" presName="hierChild4" presStyleCnt="0"/>
      <dgm:spPr/>
    </dgm:pt>
    <dgm:pt modelId="{16D14463-497E-BF4E-8EA9-A724EB53C713}" type="pres">
      <dgm:prSet presAssocID="{8E6A0757-4013-9543-8441-05B0B065F6EA}" presName="Name23" presStyleLbl="parChTrans1D4" presStyleIdx="56" presStyleCnt="66"/>
      <dgm:spPr/>
    </dgm:pt>
    <dgm:pt modelId="{ED2574DB-7F3F-A94B-B603-A46F7EB2EC5C}" type="pres">
      <dgm:prSet presAssocID="{907A4A8D-7CF0-4C4A-9F67-130AE20F50AC}" presName="hierRoot4" presStyleCnt="0"/>
      <dgm:spPr/>
    </dgm:pt>
    <dgm:pt modelId="{37C1B05B-7B03-6046-951D-C6DA0DB4E220}" type="pres">
      <dgm:prSet presAssocID="{907A4A8D-7CF0-4C4A-9F67-130AE20F50AC}" presName="composite4" presStyleCnt="0"/>
      <dgm:spPr/>
    </dgm:pt>
    <dgm:pt modelId="{18C54ABD-59F4-BF4C-8E0E-105A9B3C464D}" type="pres">
      <dgm:prSet presAssocID="{907A4A8D-7CF0-4C4A-9F67-130AE20F50AC}" presName="background4" presStyleLbl="node4" presStyleIdx="56" presStyleCnt="66"/>
      <dgm:spPr/>
    </dgm:pt>
    <dgm:pt modelId="{0A577E50-2055-2147-8A46-267011302FCD}" type="pres">
      <dgm:prSet presAssocID="{907A4A8D-7CF0-4C4A-9F67-130AE20F50AC}" presName="text4" presStyleLbl="fgAcc4" presStyleIdx="56" presStyleCnt="66">
        <dgm:presLayoutVars>
          <dgm:chPref val="3"/>
        </dgm:presLayoutVars>
      </dgm:prSet>
      <dgm:spPr/>
    </dgm:pt>
    <dgm:pt modelId="{B1CA1311-29C3-074E-B843-93F59ECC3D64}" type="pres">
      <dgm:prSet presAssocID="{907A4A8D-7CF0-4C4A-9F67-130AE20F50AC}" presName="hierChild5" presStyleCnt="0"/>
      <dgm:spPr/>
    </dgm:pt>
    <dgm:pt modelId="{8C0E950E-9124-3F46-BEDF-C9CD919054C8}" type="pres">
      <dgm:prSet presAssocID="{A485B75A-3F79-4F45-8DCE-7630BE447D65}" presName="Name23" presStyleLbl="parChTrans1D4" presStyleIdx="57" presStyleCnt="66"/>
      <dgm:spPr/>
    </dgm:pt>
    <dgm:pt modelId="{292E91C7-9B61-614D-B645-674E2235D2B2}" type="pres">
      <dgm:prSet presAssocID="{2AE6CA1C-A16F-8848-A3CB-39AEA5781A03}" presName="hierRoot4" presStyleCnt="0"/>
      <dgm:spPr/>
    </dgm:pt>
    <dgm:pt modelId="{993EBEBE-9644-3442-9537-D6BBD3410E11}" type="pres">
      <dgm:prSet presAssocID="{2AE6CA1C-A16F-8848-A3CB-39AEA5781A03}" presName="composite4" presStyleCnt="0"/>
      <dgm:spPr/>
    </dgm:pt>
    <dgm:pt modelId="{69841CF6-A907-B646-97DF-2597B1A506DA}" type="pres">
      <dgm:prSet presAssocID="{2AE6CA1C-A16F-8848-A3CB-39AEA5781A03}" presName="background4" presStyleLbl="node4" presStyleIdx="57" presStyleCnt="66"/>
      <dgm:spPr/>
    </dgm:pt>
    <dgm:pt modelId="{D13F3935-4720-F141-B13D-66C6B84EDE24}" type="pres">
      <dgm:prSet presAssocID="{2AE6CA1C-A16F-8848-A3CB-39AEA5781A03}" presName="text4" presStyleLbl="fgAcc4" presStyleIdx="57" presStyleCnt="66">
        <dgm:presLayoutVars>
          <dgm:chPref val="3"/>
        </dgm:presLayoutVars>
      </dgm:prSet>
      <dgm:spPr/>
    </dgm:pt>
    <dgm:pt modelId="{66B7C0C2-2C77-544A-8EF3-AAC74FC32B68}" type="pres">
      <dgm:prSet presAssocID="{2AE6CA1C-A16F-8848-A3CB-39AEA5781A03}" presName="hierChild5" presStyleCnt="0"/>
      <dgm:spPr/>
    </dgm:pt>
    <dgm:pt modelId="{F02D0CAC-5B12-6947-8B74-EAFD1CAB5827}" type="pres">
      <dgm:prSet presAssocID="{11E3F840-B607-8D47-8FDB-270CB3F7C3F4}" presName="Name23" presStyleLbl="parChTrans1D4" presStyleIdx="58" presStyleCnt="66"/>
      <dgm:spPr/>
    </dgm:pt>
    <dgm:pt modelId="{BC32FDA9-610C-C244-BAE8-8EA067FBF3C3}" type="pres">
      <dgm:prSet presAssocID="{08E8AD02-DDD9-3940-A78F-0D01EF9DC3A1}" presName="hierRoot4" presStyleCnt="0"/>
      <dgm:spPr/>
    </dgm:pt>
    <dgm:pt modelId="{172D25EB-83E9-C247-B5C6-2DA2959D2616}" type="pres">
      <dgm:prSet presAssocID="{08E8AD02-DDD9-3940-A78F-0D01EF9DC3A1}" presName="composite4" presStyleCnt="0"/>
      <dgm:spPr/>
    </dgm:pt>
    <dgm:pt modelId="{AF50A209-B43E-9649-8A0D-5001D588BDDC}" type="pres">
      <dgm:prSet presAssocID="{08E8AD02-DDD9-3940-A78F-0D01EF9DC3A1}" presName="background4" presStyleLbl="node4" presStyleIdx="58" presStyleCnt="66"/>
      <dgm:spPr/>
    </dgm:pt>
    <dgm:pt modelId="{07E62874-05BE-F94B-AA40-5942BDA2D4EA}" type="pres">
      <dgm:prSet presAssocID="{08E8AD02-DDD9-3940-A78F-0D01EF9DC3A1}" presName="text4" presStyleLbl="fgAcc4" presStyleIdx="58" presStyleCnt="66">
        <dgm:presLayoutVars>
          <dgm:chPref val="3"/>
        </dgm:presLayoutVars>
      </dgm:prSet>
      <dgm:spPr/>
    </dgm:pt>
    <dgm:pt modelId="{4E46522A-0C97-334A-B75E-7938E59C9CEF}" type="pres">
      <dgm:prSet presAssocID="{08E8AD02-DDD9-3940-A78F-0D01EF9DC3A1}" presName="hierChild5" presStyleCnt="0"/>
      <dgm:spPr/>
    </dgm:pt>
    <dgm:pt modelId="{8C604C73-E95A-AA4C-8533-50BD62045870}" type="pres">
      <dgm:prSet presAssocID="{B42B135F-F6DF-754E-ACD9-175E0B425037}" presName="Name23" presStyleLbl="parChTrans1D4" presStyleIdx="59" presStyleCnt="66"/>
      <dgm:spPr/>
    </dgm:pt>
    <dgm:pt modelId="{756DFC46-173F-7140-83C9-8707198D7995}" type="pres">
      <dgm:prSet presAssocID="{D600F6BF-FD7C-4244-A374-2EC2B1C42289}" presName="hierRoot4" presStyleCnt="0"/>
      <dgm:spPr/>
    </dgm:pt>
    <dgm:pt modelId="{379D70F5-F514-3445-A714-F2418E0A44A2}" type="pres">
      <dgm:prSet presAssocID="{D600F6BF-FD7C-4244-A374-2EC2B1C42289}" presName="composite4" presStyleCnt="0"/>
      <dgm:spPr/>
    </dgm:pt>
    <dgm:pt modelId="{7CF2A8E1-3668-1C4C-B1CE-448925610207}" type="pres">
      <dgm:prSet presAssocID="{D600F6BF-FD7C-4244-A374-2EC2B1C42289}" presName="background4" presStyleLbl="node4" presStyleIdx="59" presStyleCnt="66"/>
      <dgm:spPr/>
    </dgm:pt>
    <dgm:pt modelId="{9C6C0909-718C-9048-854D-CFEF8FD58D76}" type="pres">
      <dgm:prSet presAssocID="{D600F6BF-FD7C-4244-A374-2EC2B1C42289}" presName="text4" presStyleLbl="fgAcc4" presStyleIdx="59" presStyleCnt="66">
        <dgm:presLayoutVars>
          <dgm:chPref val="3"/>
        </dgm:presLayoutVars>
      </dgm:prSet>
      <dgm:spPr/>
    </dgm:pt>
    <dgm:pt modelId="{0B909369-8B64-7640-A6C7-A682C98B4C9E}" type="pres">
      <dgm:prSet presAssocID="{D600F6BF-FD7C-4244-A374-2EC2B1C42289}" presName="hierChild5" presStyleCnt="0"/>
      <dgm:spPr/>
    </dgm:pt>
    <dgm:pt modelId="{6A1540DB-369D-7940-81C9-D323FC77B02D}" type="pres">
      <dgm:prSet presAssocID="{93E3C731-2863-1041-AC8B-4FE6C58D658C}" presName="Name23" presStyleLbl="parChTrans1D4" presStyleIdx="60" presStyleCnt="66"/>
      <dgm:spPr/>
    </dgm:pt>
    <dgm:pt modelId="{65506E32-F444-6C49-BA88-4B15EEB61118}" type="pres">
      <dgm:prSet presAssocID="{ACD424E5-B71D-A74F-9221-46B94D7DAC08}" presName="hierRoot4" presStyleCnt="0"/>
      <dgm:spPr/>
    </dgm:pt>
    <dgm:pt modelId="{29228BA3-967C-6A48-B528-7BBA2E88068C}" type="pres">
      <dgm:prSet presAssocID="{ACD424E5-B71D-A74F-9221-46B94D7DAC08}" presName="composite4" presStyleCnt="0"/>
      <dgm:spPr/>
    </dgm:pt>
    <dgm:pt modelId="{67132B9C-2357-F842-8287-7F9952769DC0}" type="pres">
      <dgm:prSet presAssocID="{ACD424E5-B71D-A74F-9221-46B94D7DAC08}" presName="background4" presStyleLbl="node4" presStyleIdx="60" presStyleCnt="66"/>
      <dgm:spPr/>
    </dgm:pt>
    <dgm:pt modelId="{464EA5DA-0A3B-824B-85C5-DCE70E5F82C9}" type="pres">
      <dgm:prSet presAssocID="{ACD424E5-B71D-A74F-9221-46B94D7DAC08}" presName="text4" presStyleLbl="fgAcc4" presStyleIdx="60" presStyleCnt="66">
        <dgm:presLayoutVars>
          <dgm:chPref val="3"/>
        </dgm:presLayoutVars>
      </dgm:prSet>
      <dgm:spPr/>
    </dgm:pt>
    <dgm:pt modelId="{94435EAC-359A-2C44-8B42-DC902FEEB834}" type="pres">
      <dgm:prSet presAssocID="{ACD424E5-B71D-A74F-9221-46B94D7DAC08}" presName="hierChild5" presStyleCnt="0"/>
      <dgm:spPr/>
    </dgm:pt>
    <dgm:pt modelId="{5B2A9DD0-3DD6-7446-8967-151F3B0F2B56}" type="pres">
      <dgm:prSet presAssocID="{3E60EB28-AB33-0B48-968F-1A1316571277}" presName="Name23" presStyleLbl="parChTrans1D4" presStyleIdx="61" presStyleCnt="66"/>
      <dgm:spPr/>
    </dgm:pt>
    <dgm:pt modelId="{BE65DFE6-AD3C-044B-9F41-A813DD98B815}" type="pres">
      <dgm:prSet presAssocID="{7BE21AB2-8489-8A43-8A22-899165EEBA66}" presName="hierRoot4" presStyleCnt="0"/>
      <dgm:spPr/>
    </dgm:pt>
    <dgm:pt modelId="{D4E00436-6783-6748-A9B0-C1860C86D70D}" type="pres">
      <dgm:prSet presAssocID="{7BE21AB2-8489-8A43-8A22-899165EEBA66}" presName="composite4" presStyleCnt="0"/>
      <dgm:spPr/>
    </dgm:pt>
    <dgm:pt modelId="{4569B8C0-972B-6542-91EB-CF93F79C99A0}" type="pres">
      <dgm:prSet presAssocID="{7BE21AB2-8489-8A43-8A22-899165EEBA66}" presName="background4" presStyleLbl="node4" presStyleIdx="61" presStyleCnt="66"/>
      <dgm:spPr/>
    </dgm:pt>
    <dgm:pt modelId="{8CE33D3B-FDB2-CA40-AD9D-ED613A0DF73A}" type="pres">
      <dgm:prSet presAssocID="{7BE21AB2-8489-8A43-8A22-899165EEBA66}" presName="text4" presStyleLbl="fgAcc4" presStyleIdx="61" presStyleCnt="66">
        <dgm:presLayoutVars>
          <dgm:chPref val="3"/>
        </dgm:presLayoutVars>
      </dgm:prSet>
      <dgm:spPr/>
    </dgm:pt>
    <dgm:pt modelId="{E9871F23-02ED-FA46-8D2D-BB089BCE54A8}" type="pres">
      <dgm:prSet presAssocID="{7BE21AB2-8489-8A43-8A22-899165EEBA66}" presName="hierChild5" presStyleCnt="0"/>
      <dgm:spPr/>
    </dgm:pt>
    <dgm:pt modelId="{12E2094E-0BF2-8B44-BAC1-1CE128F3EF51}" type="pres">
      <dgm:prSet presAssocID="{18B9423D-EF8C-0441-8A22-69440B6B096C}" presName="Name23" presStyleLbl="parChTrans1D4" presStyleIdx="62" presStyleCnt="66"/>
      <dgm:spPr/>
    </dgm:pt>
    <dgm:pt modelId="{672FB65C-3607-B74E-B727-6333769B14BD}" type="pres">
      <dgm:prSet presAssocID="{FC365E18-A279-0F4F-B267-59439763ED89}" presName="hierRoot4" presStyleCnt="0"/>
      <dgm:spPr/>
    </dgm:pt>
    <dgm:pt modelId="{EC6B1C6A-0397-0547-9387-7D338248F6F8}" type="pres">
      <dgm:prSet presAssocID="{FC365E18-A279-0F4F-B267-59439763ED89}" presName="composite4" presStyleCnt="0"/>
      <dgm:spPr/>
    </dgm:pt>
    <dgm:pt modelId="{BA20F204-89FD-9F45-BAC1-57A753D32780}" type="pres">
      <dgm:prSet presAssocID="{FC365E18-A279-0F4F-B267-59439763ED89}" presName="background4" presStyleLbl="node4" presStyleIdx="62" presStyleCnt="66"/>
      <dgm:spPr/>
    </dgm:pt>
    <dgm:pt modelId="{1B5BF2FF-BAFA-7C41-AB54-DC499957555D}" type="pres">
      <dgm:prSet presAssocID="{FC365E18-A279-0F4F-B267-59439763ED89}" presName="text4" presStyleLbl="fgAcc4" presStyleIdx="62" presStyleCnt="66">
        <dgm:presLayoutVars>
          <dgm:chPref val="3"/>
        </dgm:presLayoutVars>
      </dgm:prSet>
      <dgm:spPr/>
    </dgm:pt>
    <dgm:pt modelId="{ADC06F69-894A-ED4A-9BDB-10E87BD2A764}" type="pres">
      <dgm:prSet presAssocID="{FC365E18-A279-0F4F-B267-59439763ED89}" presName="hierChild5" presStyleCnt="0"/>
      <dgm:spPr/>
    </dgm:pt>
    <dgm:pt modelId="{DCAED835-6224-CE4B-8E8E-A269CF436E2D}" type="pres">
      <dgm:prSet presAssocID="{5143C460-3CBF-C94C-A1B1-5601F16021BE}" presName="Name23" presStyleLbl="parChTrans1D4" presStyleIdx="63" presStyleCnt="66"/>
      <dgm:spPr/>
    </dgm:pt>
    <dgm:pt modelId="{44E13237-2AAD-0745-9CBD-9BF8E8703E15}" type="pres">
      <dgm:prSet presAssocID="{BE4130B6-9483-D743-B4DD-90C269FA1B2F}" presName="hierRoot4" presStyleCnt="0"/>
      <dgm:spPr/>
    </dgm:pt>
    <dgm:pt modelId="{F93AFC06-8F66-A04D-97BB-D93CBF93ADFF}" type="pres">
      <dgm:prSet presAssocID="{BE4130B6-9483-D743-B4DD-90C269FA1B2F}" presName="composite4" presStyleCnt="0"/>
      <dgm:spPr/>
    </dgm:pt>
    <dgm:pt modelId="{1322F085-4D57-5F4E-8228-20F134225450}" type="pres">
      <dgm:prSet presAssocID="{BE4130B6-9483-D743-B4DD-90C269FA1B2F}" presName="background4" presStyleLbl="node4" presStyleIdx="63" presStyleCnt="66"/>
      <dgm:spPr/>
    </dgm:pt>
    <dgm:pt modelId="{5B30A40A-707E-264D-8A3A-F0AE7103538D}" type="pres">
      <dgm:prSet presAssocID="{BE4130B6-9483-D743-B4DD-90C269FA1B2F}" presName="text4" presStyleLbl="fgAcc4" presStyleIdx="63" presStyleCnt="66">
        <dgm:presLayoutVars>
          <dgm:chPref val="3"/>
        </dgm:presLayoutVars>
      </dgm:prSet>
      <dgm:spPr/>
    </dgm:pt>
    <dgm:pt modelId="{4444B59D-7BF0-7045-801C-45A60547E82C}" type="pres">
      <dgm:prSet presAssocID="{BE4130B6-9483-D743-B4DD-90C269FA1B2F}" presName="hierChild5" presStyleCnt="0"/>
      <dgm:spPr/>
    </dgm:pt>
    <dgm:pt modelId="{48697E52-B0F0-5E4E-B4F2-50417DF279C2}" type="pres">
      <dgm:prSet presAssocID="{08F4ED7A-C460-7943-8483-F1CBCDE95A48}" presName="Name23" presStyleLbl="parChTrans1D4" presStyleIdx="64" presStyleCnt="66"/>
      <dgm:spPr/>
    </dgm:pt>
    <dgm:pt modelId="{3027E4BE-0F97-DB44-8AB9-DB88B6B463CA}" type="pres">
      <dgm:prSet presAssocID="{C45E0B40-0D1C-7249-A51B-D75F007C8172}" presName="hierRoot4" presStyleCnt="0"/>
      <dgm:spPr/>
    </dgm:pt>
    <dgm:pt modelId="{AD7FA2CD-03DE-2747-A112-C87D44638E49}" type="pres">
      <dgm:prSet presAssocID="{C45E0B40-0D1C-7249-A51B-D75F007C8172}" presName="composite4" presStyleCnt="0"/>
      <dgm:spPr/>
    </dgm:pt>
    <dgm:pt modelId="{0C9B9589-D6F3-4944-9FE7-FD1A57CBC242}" type="pres">
      <dgm:prSet presAssocID="{C45E0B40-0D1C-7249-A51B-D75F007C8172}" presName="background4" presStyleLbl="node4" presStyleIdx="64" presStyleCnt="66"/>
      <dgm:spPr/>
    </dgm:pt>
    <dgm:pt modelId="{F989CF90-CA07-844A-A9DB-505BCD393FEB}" type="pres">
      <dgm:prSet presAssocID="{C45E0B40-0D1C-7249-A51B-D75F007C8172}" presName="text4" presStyleLbl="fgAcc4" presStyleIdx="64" presStyleCnt="66">
        <dgm:presLayoutVars>
          <dgm:chPref val="3"/>
        </dgm:presLayoutVars>
      </dgm:prSet>
      <dgm:spPr/>
    </dgm:pt>
    <dgm:pt modelId="{EE9B3BAF-ED0B-D544-B920-47F9A5F8FA00}" type="pres">
      <dgm:prSet presAssocID="{C45E0B40-0D1C-7249-A51B-D75F007C8172}" presName="hierChild5" presStyleCnt="0"/>
      <dgm:spPr/>
    </dgm:pt>
    <dgm:pt modelId="{F34BC85E-EBDE-2D4D-A451-6AFAE89E78F0}" type="pres">
      <dgm:prSet presAssocID="{D3AB300B-EAAC-6848-A788-820F97C3B435}" presName="Name23" presStyleLbl="parChTrans1D4" presStyleIdx="65" presStyleCnt="66"/>
      <dgm:spPr/>
    </dgm:pt>
    <dgm:pt modelId="{933B0C87-447A-D441-9D89-0F3B3607DD08}" type="pres">
      <dgm:prSet presAssocID="{D597B173-A43D-7249-AFD7-78D0460A900C}" presName="hierRoot4" presStyleCnt="0"/>
      <dgm:spPr/>
    </dgm:pt>
    <dgm:pt modelId="{189B02DF-85A0-F54E-AD60-845316E645DC}" type="pres">
      <dgm:prSet presAssocID="{D597B173-A43D-7249-AFD7-78D0460A900C}" presName="composite4" presStyleCnt="0"/>
      <dgm:spPr/>
    </dgm:pt>
    <dgm:pt modelId="{B40D39C4-0679-0E43-99A3-79D8A6C141AA}" type="pres">
      <dgm:prSet presAssocID="{D597B173-A43D-7249-AFD7-78D0460A900C}" presName="background4" presStyleLbl="node4" presStyleIdx="65" presStyleCnt="66"/>
      <dgm:spPr/>
    </dgm:pt>
    <dgm:pt modelId="{CE56B7F1-B714-A04D-BA7C-C154EB2D69D4}" type="pres">
      <dgm:prSet presAssocID="{D597B173-A43D-7249-AFD7-78D0460A900C}" presName="text4" presStyleLbl="fgAcc4" presStyleIdx="65" presStyleCnt="66">
        <dgm:presLayoutVars>
          <dgm:chPref val="3"/>
        </dgm:presLayoutVars>
      </dgm:prSet>
      <dgm:spPr/>
    </dgm:pt>
    <dgm:pt modelId="{0D643191-AD50-C44D-A920-597D7403FC66}" type="pres">
      <dgm:prSet presAssocID="{D597B173-A43D-7249-AFD7-78D0460A900C}" presName="hierChild5" presStyleCnt="0"/>
      <dgm:spPr/>
    </dgm:pt>
  </dgm:ptLst>
  <dgm:cxnLst>
    <dgm:cxn modelId="{77C22001-29A7-F846-9CA5-1FD98365B679}" srcId="{9E587DAD-6AE8-0749-9C26-1301F6F2AD94}" destId="{317B1D61-1396-A44D-AB57-8D8E2DB9BC27}" srcOrd="0" destOrd="0" parTransId="{13C48341-432A-DE4B-8F42-3A00F888548D}" sibTransId="{D2BDA54D-E622-A04A-9E7F-6D293B327EC5}"/>
    <dgm:cxn modelId="{40415004-5543-D449-8CDC-0E1C48E840C9}" type="presOf" srcId="{69F68386-244A-6B4F-BB37-0DF68B29CEAE}" destId="{46753DDA-C769-894C-BFE0-9984BFBB3391}" srcOrd="0" destOrd="0" presId="urn:microsoft.com/office/officeart/2005/8/layout/hierarchy1"/>
    <dgm:cxn modelId="{F56EE404-4719-5B4F-BAD4-1A60DB10FEBC}" type="presOf" srcId="{EBEF8A6E-4A46-AA46-945D-9ADC7CCE4060}" destId="{3E4AD822-E2A8-394E-98A4-81638381FE8B}" srcOrd="0" destOrd="0" presId="urn:microsoft.com/office/officeart/2005/8/layout/hierarchy1"/>
    <dgm:cxn modelId="{92CD7806-E2F1-8D4E-8777-EE282436EBA0}" srcId="{69F68386-244A-6B4F-BB37-0DF68B29CEAE}" destId="{ADD7FE6B-FC02-B74D-A2A9-6A6619F9D989}" srcOrd="0" destOrd="0" parTransId="{A472D175-1227-4449-B463-A27F78C4C623}" sibTransId="{EF758D54-DC1A-F349-AD1C-E224923ABA8C}"/>
    <dgm:cxn modelId="{72468409-C649-4147-9C41-897E1A5435A9}" type="presOf" srcId="{3FA561F5-D34D-3F4A-970A-6AD940318760}" destId="{AD21DEF3-9C30-5F44-9B3A-3BC27FCB9FFA}" srcOrd="0" destOrd="0" presId="urn:microsoft.com/office/officeart/2005/8/layout/hierarchy1"/>
    <dgm:cxn modelId="{6BEA430A-4F99-304F-A01A-D211D0E30DFF}" type="presOf" srcId="{45E46849-CB57-5F48-B7D1-86EF6DB6D280}" destId="{E52663C9-50C6-BA49-A7C7-13811001EE18}" srcOrd="0" destOrd="0" presId="urn:microsoft.com/office/officeart/2005/8/layout/hierarchy1"/>
    <dgm:cxn modelId="{930CF50A-CA97-AF42-B3FD-E1BB54D9D49F}" type="presOf" srcId="{AB79E727-3820-E74B-A7A0-84618FFB51BF}" destId="{D4EC927D-7C61-224D-9498-EEE1648E0200}" srcOrd="0" destOrd="0" presId="urn:microsoft.com/office/officeart/2005/8/layout/hierarchy1"/>
    <dgm:cxn modelId="{2395810E-0DCD-E74D-9D45-88928D247964}" type="presOf" srcId="{08F4ED7A-C460-7943-8483-F1CBCDE95A48}" destId="{48697E52-B0F0-5E4E-B4F2-50417DF279C2}" srcOrd="0" destOrd="0" presId="urn:microsoft.com/office/officeart/2005/8/layout/hierarchy1"/>
    <dgm:cxn modelId="{910D2F11-2068-DA45-9338-8BE462D43878}" srcId="{F1F47B52-59DE-4F41-A84C-637274C6D9D0}" destId="{184FB8B6-F7E7-1544-8D23-574D10853305}" srcOrd="0" destOrd="0" parTransId="{F73AC43F-3278-A245-BB3C-8D1692C49627}" sibTransId="{B5E5B90D-0DFB-7241-BCE7-CC549BA9B9E2}"/>
    <dgm:cxn modelId="{10CF7E11-55AF-5C4E-9CC6-F26221297925}" srcId="{132B046F-27AA-4248-B622-5B210FCDA4E1}" destId="{00DA503C-FBED-AF41-BDD2-75D8E2108235}" srcOrd="1" destOrd="0" parTransId="{9E912AD5-6878-9B43-85E3-D206FD09D5BA}" sibTransId="{93AA6018-8945-4D45-8FCC-D93950E0CBC3}"/>
    <dgm:cxn modelId="{38297213-B9CD-BF45-B72F-576743985670}" type="presOf" srcId="{7E04F723-3DC4-C844-9A42-50BA37E07F9F}" destId="{DEF50C4C-A26D-BA40-B6BB-749254ACCAFF}" srcOrd="0" destOrd="0" presId="urn:microsoft.com/office/officeart/2005/8/layout/hierarchy1"/>
    <dgm:cxn modelId="{5FA20A16-2498-AE4B-9C39-1A997074A556}" srcId="{947B6DCF-16F5-9A48-8C17-D3E35D140ABA}" destId="{3C7C5180-1A17-3243-9837-C85EF470E4D1}" srcOrd="0" destOrd="0" parTransId="{7665001D-7620-2345-A75F-ED553742C0AB}" sibTransId="{FC74926F-5465-864F-8C50-960317DB52C2}"/>
    <dgm:cxn modelId="{2C3EF017-EC49-004F-B2E0-2007B6E925B9}" srcId="{D6FDFD98-92C7-FC46-B7A4-51F4DCAFF954}" destId="{F9A297F2-3ECC-EC4B-9B03-8EB040F80D2B}" srcOrd="0" destOrd="0" parTransId="{67AE8F1B-E9DF-794C-9124-CD2405830EEF}" sibTransId="{0DE952EB-4BA1-6C49-A887-DD7EFC38545B}"/>
    <dgm:cxn modelId="{94CE3718-381B-5646-BDBE-6B6CFC8C8BA2}" type="presOf" srcId="{4630E8BE-6F39-A34B-B876-C38B8F667629}" destId="{D3B60DA8-FDC0-5B45-9F32-2912421AB09A}" srcOrd="0" destOrd="0" presId="urn:microsoft.com/office/officeart/2005/8/layout/hierarchy1"/>
    <dgm:cxn modelId="{440C2719-466F-E44E-976D-C1EFE367256C}" type="presOf" srcId="{B0837B55-A2E9-2744-A0A2-23245B4C403F}" destId="{BC48DBBE-681F-8847-8E5A-D875F6268319}" srcOrd="0" destOrd="0" presId="urn:microsoft.com/office/officeart/2005/8/layout/hierarchy1"/>
    <dgm:cxn modelId="{8CA54819-32EE-204D-9A27-06B516CD0E4F}" srcId="{21B09B23-8EA5-AE49-ADE5-3453A5FB2562}" destId="{BB36DC2A-326D-F446-AC4D-5F3F577840B4}" srcOrd="0" destOrd="0" parTransId="{6AEF75F3-70E3-7A47-A752-0EB8283EF539}" sibTransId="{2EF6B1A3-15B6-1B4C-922C-5B8278AEA073}"/>
    <dgm:cxn modelId="{8E474D1A-C40F-2141-B8D9-AC2BFCFA96B9}" type="presOf" srcId="{8370A176-5136-9245-9932-71EE48E143E4}" destId="{ADE67419-0BB4-1541-A4C5-EFB62B0EEF5F}" srcOrd="0" destOrd="0" presId="urn:microsoft.com/office/officeart/2005/8/layout/hierarchy1"/>
    <dgm:cxn modelId="{C702521A-2F5B-2C48-95B5-00FD37EFCB59}" type="presOf" srcId="{9EC14409-277A-6F45-AA5D-DF8C79367C0E}" destId="{9C2801A2-B16D-934B-8765-87755576EAAE}" srcOrd="0" destOrd="0" presId="urn:microsoft.com/office/officeart/2005/8/layout/hierarchy1"/>
    <dgm:cxn modelId="{2377EC1B-4863-6F46-A0DA-261912CD7D98}" type="presOf" srcId="{7F0642FF-C249-CB46-B00D-89E8409154F2}" destId="{1D1E62C3-0CED-884B-B19C-004B4C9BF057}" srcOrd="0" destOrd="0" presId="urn:microsoft.com/office/officeart/2005/8/layout/hierarchy1"/>
    <dgm:cxn modelId="{051A931C-368C-054F-93C1-25475E1B1274}" type="presOf" srcId="{FA2053C6-6990-C44E-9DA0-2B5C7812E720}" destId="{8CE5B234-08F9-B24D-81AD-4B13DB0505B6}" srcOrd="0" destOrd="0" presId="urn:microsoft.com/office/officeart/2005/8/layout/hierarchy1"/>
    <dgm:cxn modelId="{2F29AE1F-E5A6-DB49-92B5-81C21C784041}" type="presOf" srcId="{D6FDFD98-92C7-FC46-B7A4-51F4DCAFF954}" destId="{4FB2CBE8-CEA9-3249-8B92-4676D5287685}" srcOrd="0" destOrd="0" presId="urn:microsoft.com/office/officeart/2005/8/layout/hierarchy1"/>
    <dgm:cxn modelId="{57C1CD22-5E1A-A543-AD8D-90D8D29DEE93}" srcId="{01B3B7D9-89BD-B040-8605-635DB4EABE35}" destId="{21B09B23-8EA5-AE49-ADE5-3453A5FB2562}" srcOrd="0" destOrd="0" parTransId="{B1219951-C777-384D-9284-89638343004E}" sibTransId="{1C6DA693-0168-AD45-B91A-108BD574D855}"/>
    <dgm:cxn modelId="{78B31F23-163C-1942-B8A9-838643DA191D}" srcId="{75E7E77C-3FF2-7C4E-A3A0-279BBD256C01}" destId="{D0DB91EA-4516-774F-8F87-FA4ED2A42609}" srcOrd="0" destOrd="0" parTransId="{56C34FC5-542E-1447-9A7F-28D28F1F2359}" sibTransId="{3CCD5503-DF4B-6C41-96BE-EFA3DEE2931D}"/>
    <dgm:cxn modelId="{9206A123-446D-9045-B0F5-6BAF211A2416}" type="presOf" srcId="{21B09B23-8EA5-AE49-ADE5-3453A5FB2562}" destId="{D80E1B8A-5ACF-7A43-939F-B60A825122DC}" srcOrd="0" destOrd="0" presId="urn:microsoft.com/office/officeart/2005/8/layout/hierarchy1"/>
    <dgm:cxn modelId="{2EF5E125-AF95-DA49-A6E8-7149AFE91E7B}" type="presOf" srcId="{96473DC3-C3AA-A241-8689-3A08B3872C04}" destId="{D42EE22C-C728-AD4F-93D5-E41E334279C7}" srcOrd="0" destOrd="0" presId="urn:microsoft.com/office/officeart/2005/8/layout/hierarchy1"/>
    <dgm:cxn modelId="{04398426-156C-CF46-8087-22A36D6BBD89}" srcId="{9EA695CE-D62E-6449-A9D3-6BA2FA501C60}" destId="{A320E16E-DA78-5C46-9F35-1F5705964506}" srcOrd="0" destOrd="0" parTransId="{EBEF8A6E-4A46-AA46-945D-9ADC7CCE4060}" sibTransId="{E5721B05-8B5A-164A-B726-4D5FE81D73D0}"/>
    <dgm:cxn modelId="{D8AB7A29-1DAC-3641-9752-D8692687A5D5}" type="presOf" srcId="{FBCA17B9-4B18-AB46-92DB-9EDB001D8E5A}" destId="{CB433A1D-EF0E-7649-A908-CCAA1FEF33DE}" srcOrd="0" destOrd="0" presId="urn:microsoft.com/office/officeart/2005/8/layout/hierarchy1"/>
    <dgm:cxn modelId="{DC9FA82A-F0A3-D44D-AF74-B6C9DB6F3069}" srcId="{E156AF90-3388-9646-85D9-655E0DBB9FDC}" destId="{75E7E77C-3FF2-7C4E-A3A0-279BBD256C01}" srcOrd="0" destOrd="0" parTransId="{6D4EA296-D547-9443-B3A8-6BD3230E849B}" sibTransId="{CEDA991D-176A-7746-8B3C-9295909160DD}"/>
    <dgm:cxn modelId="{62C0B12B-36B0-294F-8703-CD97F027A7C3}" srcId="{098EFB8C-EC3C-EF47-9E54-E2D5DDC4C15A}" destId="{3DFED527-EFB4-D143-BAFF-1E29586578DC}" srcOrd="0" destOrd="0" parTransId="{75C0136D-F11A-4A46-9840-391C2E162C82}" sibTransId="{EE66B7C6-E073-E447-ABEC-04F7C1330624}"/>
    <dgm:cxn modelId="{4D60C02B-75FC-8C42-9F4F-56DA57FE63BA}" type="presOf" srcId="{3DFED527-EFB4-D143-BAFF-1E29586578DC}" destId="{E0571EAC-B843-074C-B657-C4DB9ADD85DE}" srcOrd="0" destOrd="0" presId="urn:microsoft.com/office/officeart/2005/8/layout/hierarchy1"/>
    <dgm:cxn modelId="{DA1F272C-A959-7043-86B6-C7388B60EFD0}" type="presOf" srcId="{032C8A5E-4CF9-D64B-96A6-BF69FA1D486A}" destId="{822D93FC-81D7-9D42-B4A0-F7AD165D5118}" srcOrd="0" destOrd="0" presId="urn:microsoft.com/office/officeart/2005/8/layout/hierarchy1"/>
    <dgm:cxn modelId="{9444332D-046D-BA4C-882E-FDACF0E4036A}" type="presOf" srcId="{4A04ACBD-14F7-2743-A297-B6B5245696C5}" destId="{B3C9F8D2-6F12-3247-B0AE-0B0665475E74}" srcOrd="0" destOrd="0" presId="urn:microsoft.com/office/officeart/2005/8/layout/hierarchy1"/>
    <dgm:cxn modelId="{4B02AB2D-6CDF-CD4F-9682-C0165F6726E2}" type="presOf" srcId="{18B9423D-EF8C-0441-8A22-69440B6B096C}" destId="{12E2094E-0BF2-8B44-BAC1-1CE128F3EF51}" srcOrd="0" destOrd="0" presId="urn:microsoft.com/office/officeart/2005/8/layout/hierarchy1"/>
    <dgm:cxn modelId="{15EB0030-ACBE-EA4E-A850-E53C9A7F0549}" type="presOf" srcId="{8AF6A61C-5EBF-E640-9CBA-58EECD15DBEF}" destId="{130AD9D9-ADE1-D44A-B0FA-5E7DD7DB6388}" srcOrd="0" destOrd="0" presId="urn:microsoft.com/office/officeart/2005/8/layout/hierarchy1"/>
    <dgm:cxn modelId="{7E3C0430-21C3-124E-A245-A7AFF601AAF1}" type="presOf" srcId="{C030604B-CACF-364C-999F-95255B7BDBF4}" destId="{70950A11-E88E-EA41-B41C-C1E09DB38E3E}" srcOrd="0" destOrd="0" presId="urn:microsoft.com/office/officeart/2005/8/layout/hierarchy1"/>
    <dgm:cxn modelId="{19A0F030-11C7-7041-89FB-7565DCAA8615}" type="presOf" srcId="{6484FD3E-F457-444E-92B3-CE92F48FE49F}" destId="{A19356F7-0240-B246-B2A2-829AE67E3527}" srcOrd="0" destOrd="0" presId="urn:microsoft.com/office/officeart/2005/8/layout/hierarchy1"/>
    <dgm:cxn modelId="{31A69C31-1CE1-F345-81BF-BF478BD23965}" srcId="{7BE21AB2-8489-8A43-8A22-899165EEBA66}" destId="{FC365E18-A279-0F4F-B267-59439763ED89}" srcOrd="0" destOrd="0" parTransId="{18B9423D-EF8C-0441-8A22-69440B6B096C}" sibTransId="{4B593986-319D-6D47-BDB0-B9151ADA45A6}"/>
    <dgm:cxn modelId="{85189E31-F1EB-1441-8F0B-8DC4329BFC66}" srcId="{D0DB91EA-4516-774F-8F87-FA4ED2A42609}" destId="{452DCD20-33FA-3B46-B665-41B100B5FFEE}" srcOrd="0" destOrd="0" parTransId="{24FC1F83-CD12-C345-B84A-8988131ADE70}" sibTransId="{E9C44A1C-D338-2647-BAE1-3F1B2B092337}"/>
    <dgm:cxn modelId="{FFF71933-6531-DA4F-8E91-D451E6753D80}" type="presOf" srcId="{F629B57D-4117-1845-86EA-8204AEA21641}" destId="{7B2A5E95-2A54-4F42-9A17-9F250C192535}" srcOrd="0" destOrd="0" presId="urn:microsoft.com/office/officeart/2005/8/layout/hierarchy1"/>
    <dgm:cxn modelId="{5D203E34-0EE3-CD4C-8ADC-EC32D9CC4F07}" type="presOf" srcId="{F6F11214-2810-6B4E-82F5-C1A0407E8E4B}" destId="{4E744963-9A0F-5544-A44E-74B9221C1CA3}" srcOrd="0" destOrd="0" presId="urn:microsoft.com/office/officeart/2005/8/layout/hierarchy1"/>
    <dgm:cxn modelId="{157D5A36-4EE6-284F-85D1-9E39DD92FD6B}" srcId="{1D310BA5-7373-8B4E-99BC-714511E7C27C}" destId="{C030604B-CACF-364C-999F-95255B7BDBF4}" srcOrd="0" destOrd="0" parTransId="{7B3A7481-0614-8946-80D4-C5762D0EA030}" sibTransId="{FD10AEE0-E4C4-934C-B537-E97B558433E0}"/>
    <dgm:cxn modelId="{ED049937-E2ED-114D-BA84-FE4DF31D09EB}" type="presOf" srcId="{CEB37D34-2FE6-004E-8A1B-F376949A0111}" destId="{1E0DD819-4356-A840-90EE-3D7CBB9CFC3A}" srcOrd="0" destOrd="0" presId="urn:microsoft.com/office/officeart/2005/8/layout/hierarchy1"/>
    <dgm:cxn modelId="{96EAEC38-650D-3840-970D-6F11A7D40851}" type="presOf" srcId="{3E60EB28-AB33-0B48-968F-1A1316571277}" destId="{5B2A9DD0-3DD6-7446-8967-151F3B0F2B56}" srcOrd="0" destOrd="0" presId="urn:microsoft.com/office/officeart/2005/8/layout/hierarchy1"/>
    <dgm:cxn modelId="{9351B739-F444-2842-AE16-3ECEEA60414A}" type="presOf" srcId="{A92D140D-556C-404D-8965-42E433C85CA6}" destId="{569BC68E-891D-5B41-9003-5208DCAF802D}" srcOrd="0" destOrd="0" presId="urn:microsoft.com/office/officeart/2005/8/layout/hierarchy1"/>
    <dgm:cxn modelId="{3C7C603A-E308-0640-B105-F5662B8F6A57}" type="presOf" srcId="{F73AC43F-3278-A245-BB3C-8D1692C49627}" destId="{BA266954-29B5-6441-A2E9-9C6AC7BD7EA0}" srcOrd="0" destOrd="0" presId="urn:microsoft.com/office/officeart/2005/8/layout/hierarchy1"/>
    <dgm:cxn modelId="{29A1863A-459D-0C4B-B16A-C4931F17C4AC}" srcId="{3DFED527-EFB4-D143-BAFF-1E29586578DC}" destId="{49E6108F-AA5B-1048-87B5-01060DC45357}" srcOrd="0" destOrd="0" parTransId="{B121A372-DD2F-3549-9C56-FE2F6AAC5B4F}" sibTransId="{E894BD3E-EE04-F446-B380-496A71AED82D}"/>
    <dgm:cxn modelId="{8C677E3C-B08B-1D4A-9232-9214E6EE044E}" srcId="{132B046F-27AA-4248-B622-5B210FCDA4E1}" destId="{947B6DCF-16F5-9A48-8C17-D3E35D140ABA}" srcOrd="6" destOrd="0" parTransId="{B0837B55-A2E9-2744-A0A2-23245B4C403F}" sibTransId="{BCD32D29-F091-4248-8B52-5A73D2C16EEF}"/>
    <dgm:cxn modelId="{D48DC63C-6EF8-4142-84B4-4A9013794467}" srcId="{C45E0B40-0D1C-7249-A51B-D75F007C8172}" destId="{D597B173-A43D-7249-AFD7-78D0460A900C}" srcOrd="0" destOrd="0" parTransId="{D3AB300B-EAAC-6848-A788-820F97C3B435}" sibTransId="{64A8D3D9-1569-BF4F-804A-37F2844D2671}"/>
    <dgm:cxn modelId="{F35A183D-1241-044C-BF5E-03516004728A}" srcId="{132B046F-27AA-4248-B622-5B210FCDA4E1}" destId="{2222B24B-CCF5-9848-BF3E-B9F470C7E565}" srcOrd="4" destOrd="0" parTransId="{CA8FCFC4-B163-BF44-9FFD-A8607CEECA85}" sibTransId="{BF1360C2-7434-9247-BDBF-94052D226BF9}"/>
    <dgm:cxn modelId="{14FF583E-3C4A-4547-9B88-55C6B7722328}" srcId="{4A04ACBD-14F7-2743-A297-B6B5245696C5}" destId="{1D310BA5-7373-8B4E-99BC-714511E7C27C}" srcOrd="0" destOrd="0" parTransId="{E89D9CFF-6057-5E4D-BB07-ECEDE2B178B5}" sibTransId="{1E40FE75-377F-C64C-A408-723BE73D87BC}"/>
    <dgm:cxn modelId="{1E594A3F-ECF2-B643-8298-B67611187223}" srcId="{FF283AFB-13D2-A74B-A2FC-F8178A93A1F2}" destId="{E8A8BFDC-B156-2C48-B18E-FF95153606EE}" srcOrd="0" destOrd="0" parTransId="{3B49FE90-3466-5F49-A835-B9741B220E6C}" sibTransId="{E8296427-236D-8944-BE98-8DC8BE756309}"/>
    <dgm:cxn modelId="{8B6E723F-656D-5C4B-BA31-E8A2A24EBE02}" srcId="{907A4A8D-7CF0-4C4A-9F67-130AE20F50AC}" destId="{2AE6CA1C-A16F-8848-A3CB-39AEA5781A03}" srcOrd="0" destOrd="0" parTransId="{A485B75A-3F79-4F45-8DCE-7630BE447D65}" sibTransId="{B6F2760B-99C1-CF46-B16C-0016AE0A7770}"/>
    <dgm:cxn modelId="{5442C93F-8BA2-2741-822F-3B0BB4870CEC}" type="presOf" srcId="{93E3C731-2863-1041-AC8B-4FE6C58D658C}" destId="{6A1540DB-369D-7940-81C9-D323FC77B02D}" srcOrd="0" destOrd="0" presId="urn:microsoft.com/office/officeart/2005/8/layout/hierarchy1"/>
    <dgm:cxn modelId="{14553740-7D68-484E-A5FB-29A7C39B179E}" srcId="{F0CD4BA7-2CFF-E341-8879-8FE47D04869D}" destId="{03E254CD-34C9-3A4F-BF35-005BEFF510DE}" srcOrd="0" destOrd="0" parTransId="{8370A176-5136-9245-9932-71EE48E143E4}" sibTransId="{B00A9473-3A0C-BB4A-B895-2E520BAB1FE9}"/>
    <dgm:cxn modelId="{50530E41-00A3-6A4C-BF8A-DAB034A05C58}" srcId="{032C8A5E-4CF9-D64B-96A6-BF69FA1D486A}" destId="{3C16A87F-0143-C546-80D0-F458148912FD}" srcOrd="0" destOrd="0" parTransId="{3535C1BC-0C5B-EA45-A1A3-F1155A46973B}" sibTransId="{602A6B32-74CC-2F45-A8C5-243D884DCE6A}"/>
    <dgm:cxn modelId="{8A610942-2387-E243-85C2-18AC8278781B}" srcId="{103D71C3-66A9-4643-824E-6716E7025E68}" destId="{AF767B43-CD2D-034F-AE1B-F0AF498BE52B}" srcOrd="0" destOrd="0" parTransId="{DC4820AA-8079-2D46-B69A-D69704A3879E}" sibTransId="{D1C842D8-D663-CB49-8DA0-4FFB15446A9C}"/>
    <dgm:cxn modelId="{05AFB643-5DB4-664A-9EC0-9D855782D708}" type="presOf" srcId="{9E912AD5-6878-9B43-85E3-D206FD09D5BA}" destId="{55E96FD7-00E5-B645-B404-685D8E28C886}" srcOrd="0" destOrd="0" presId="urn:microsoft.com/office/officeart/2005/8/layout/hierarchy1"/>
    <dgm:cxn modelId="{4A634844-2C7B-7E45-9A53-F099FCEA3B0A}" type="presOf" srcId="{01B3B7D9-89BD-B040-8605-635DB4EABE35}" destId="{F9A358CE-591C-8040-BB65-E33F32560990}" srcOrd="0" destOrd="0" presId="urn:microsoft.com/office/officeart/2005/8/layout/hierarchy1"/>
    <dgm:cxn modelId="{DE518744-4732-FE40-BC20-B6161143BAC0}" type="presOf" srcId="{43DCE725-849A-CA40-8997-657A791FD70F}" destId="{0F7C3537-D831-714E-81E6-0F37BDFEE9D9}" srcOrd="0" destOrd="0" presId="urn:microsoft.com/office/officeart/2005/8/layout/hierarchy1"/>
    <dgm:cxn modelId="{CDC52C48-41AE-9A4F-ACC2-826CD3B3EDC1}" type="presOf" srcId="{F9920B7A-F136-BA43-A9CD-7F58AA9F49B4}" destId="{C393A301-FCD5-1241-8B0F-8E77946CE087}" srcOrd="0" destOrd="0" presId="urn:microsoft.com/office/officeart/2005/8/layout/hierarchy1"/>
    <dgm:cxn modelId="{226D9B48-1BF1-D94F-AD26-32679E6FC9AE}" srcId="{C3CBA359-594F-124E-AB42-C148469CD4AD}" destId="{F629B57D-4117-1845-86EA-8204AEA21641}" srcOrd="0" destOrd="0" parTransId="{405509CF-D4D7-E14B-95C0-C5A53628B596}" sibTransId="{634A77C4-D931-874B-AB04-FA4EBE7B4370}"/>
    <dgm:cxn modelId="{6334C049-3542-5A41-8B75-2DF95CA8EFC5}" type="presOf" srcId="{881665E8-74BE-914A-B2EC-46D66C97186A}" destId="{7C568434-3838-7E42-83BA-689B4707AF78}" srcOrd="0" destOrd="0" presId="urn:microsoft.com/office/officeart/2005/8/layout/hierarchy1"/>
    <dgm:cxn modelId="{E58D7E4D-764D-134E-96A6-550B54E08B5C}" srcId="{96473DC3-C3AA-A241-8689-3A08B3872C04}" destId="{45E46849-CB57-5F48-B7D1-86EF6DB6D280}" srcOrd="0" destOrd="0" parTransId="{5060D298-B45D-6640-A156-D736EBA3A724}" sibTransId="{736D0154-44FB-D64D-BE1C-44521CE9548B}"/>
    <dgm:cxn modelId="{BDD4604F-09E0-7C44-A931-FFDD3AA2A58C}" type="presOf" srcId="{CA8FCFC4-B163-BF44-9FFD-A8607CEECA85}" destId="{C816AFCD-B452-6C4B-97F2-FCE45698E45E}" srcOrd="0" destOrd="0" presId="urn:microsoft.com/office/officeart/2005/8/layout/hierarchy1"/>
    <dgm:cxn modelId="{65FAA54F-5F9B-2646-BA3B-D58808E06E67}" srcId="{D2C306C7-864A-FC4F-8DBC-A79C2B3DB1A8}" destId="{F0CD4BA7-2CFF-E341-8879-8FE47D04869D}" srcOrd="0" destOrd="0" parTransId="{8BAD06C7-5EC8-6240-8D1A-25868D0BA1EC}" sibTransId="{30CF671F-66E1-C847-B1E5-029FECE402F6}"/>
    <dgm:cxn modelId="{D6FCAA51-9246-6449-96A8-0AA2168C9168}" srcId="{184FB8B6-F7E7-1544-8D23-574D10853305}" destId="{2E727B93-4582-DC41-A5AE-BE1E4B4E9365}" srcOrd="0" destOrd="0" parTransId="{23940F6C-5032-8F47-8A30-46EE4A27FADF}" sibTransId="{80E68328-3CC6-5143-8784-75B9A0788991}"/>
    <dgm:cxn modelId="{16611D56-B3C1-3F4C-BBD2-149AE8798DCE}" type="presOf" srcId="{78D5E4A9-845C-9B48-97C1-1885A40A228C}" destId="{6AD99CE7-0120-864C-8D3F-C2EB98F2ADFB}" srcOrd="0" destOrd="0" presId="urn:microsoft.com/office/officeart/2005/8/layout/hierarchy1"/>
    <dgm:cxn modelId="{DBD6AF56-BC0C-E04B-8D7A-09A7D27DD2B9}" type="presOf" srcId="{5A91D251-DA3F-1449-B2E6-5C5EF443AB3A}" destId="{B8E626E3-239D-1144-9D4C-88A1B9388AC2}" srcOrd="0" destOrd="0" presId="urn:microsoft.com/office/officeart/2005/8/layout/hierarchy1"/>
    <dgm:cxn modelId="{1483DA58-3888-DA40-A1DC-27D02E829273}" type="presOf" srcId="{184FB8B6-F7E7-1544-8D23-574D10853305}" destId="{4086D43C-DE7A-4C4A-B7E1-8B67E5C1FCA3}" srcOrd="0" destOrd="0" presId="urn:microsoft.com/office/officeart/2005/8/layout/hierarchy1"/>
    <dgm:cxn modelId="{C445D45A-61CF-9E41-B188-B10B9FCB52FF}" type="presOf" srcId="{D2C306C7-864A-FC4F-8DBC-A79C2B3DB1A8}" destId="{87E2137E-B9E2-AD4C-BA3C-DD6AB7E56010}" srcOrd="0" destOrd="0" presId="urn:microsoft.com/office/officeart/2005/8/layout/hierarchy1"/>
    <dgm:cxn modelId="{B3D9945D-118F-8A4D-842F-A30738538599}" type="presOf" srcId="{F1F47B52-59DE-4F41-A84C-637274C6D9D0}" destId="{328B0CD9-8844-D54B-AB3B-6B20541F06B2}" srcOrd="0" destOrd="0" presId="urn:microsoft.com/office/officeart/2005/8/layout/hierarchy1"/>
    <dgm:cxn modelId="{2A2B2D5E-F676-2E48-B037-182B135325C0}" type="presOf" srcId="{DDF5A6C1-87FD-724D-82CC-0D684B592BBA}" destId="{5F8E0D81-4ED5-AA4E-8634-25371E59F780}" srcOrd="0" destOrd="0" presId="urn:microsoft.com/office/officeart/2005/8/layout/hierarchy1"/>
    <dgm:cxn modelId="{38C2285F-82F0-AB45-9D0C-0962198AC237}" srcId="{3FA561F5-D34D-3F4A-970A-6AD940318760}" destId="{94E14218-DC0C-F641-A0C9-C35FF6D7F2F9}" srcOrd="0" destOrd="0" parTransId="{4143D829-E24A-F643-99C4-D25A059BE6A2}" sibTransId="{187C5213-D9C6-A546-A7E2-157AF3400CC0}"/>
    <dgm:cxn modelId="{A6FE4A5F-86C7-3A4C-8B33-41B723A32D50}" type="presOf" srcId="{00DA503C-FBED-AF41-BDD2-75D8E2108235}" destId="{0B8CE36F-0B80-0645-9C3D-DD138B2ABFD4}" srcOrd="0" destOrd="0" presId="urn:microsoft.com/office/officeart/2005/8/layout/hierarchy1"/>
    <dgm:cxn modelId="{85C25460-2E4C-7843-8FEF-1F49908152AA}" type="presOf" srcId="{16B89478-D748-E142-AFC2-DDF11EAE1AB9}" destId="{1204BB3D-1950-2041-BCB6-86CD6847132B}" srcOrd="0" destOrd="0" presId="urn:microsoft.com/office/officeart/2005/8/layout/hierarchy1"/>
    <dgm:cxn modelId="{6BF3DC60-3783-E649-9D53-36024C0377E8}" srcId="{E0BC1177-5542-4B4C-9F6D-D81F60A0DE4D}" destId="{207E7E0C-DE9C-2F40-A79A-895B62234A40}" srcOrd="0" destOrd="0" parTransId="{A92D140D-556C-404D-8965-42E433C85CA6}" sibTransId="{E098973B-3047-A243-BBFF-E12E147CD7AF}"/>
    <dgm:cxn modelId="{F7173B64-1432-1A49-9993-7C26F5154006}" type="presOf" srcId="{FF283AFB-13D2-A74B-A2FC-F8178A93A1F2}" destId="{2B740B69-C427-344E-BDB3-3C681C5B2886}" srcOrd="0" destOrd="0" presId="urn:microsoft.com/office/officeart/2005/8/layout/hierarchy1"/>
    <dgm:cxn modelId="{57A31B65-9AB1-FD4F-882F-E2D982831F93}" type="presOf" srcId="{2AE6CA1C-A16F-8848-A3CB-39AEA5781A03}" destId="{D13F3935-4720-F141-B13D-66C6B84EDE24}" srcOrd="0" destOrd="0" presId="urn:microsoft.com/office/officeart/2005/8/layout/hierarchy1"/>
    <dgm:cxn modelId="{043FC165-AA16-B440-B511-BC18B2CACC85}" type="presOf" srcId="{3ABB8A0F-328D-DF43-9419-8D658A87D246}" destId="{D6D1CDCA-46D2-7247-B770-EC9C103B8A38}" srcOrd="0" destOrd="0" presId="urn:microsoft.com/office/officeart/2005/8/layout/hierarchy1"/>
    <dgm:cxn modelId="{C5F47367-E79C-1240-BBD6-EF640E0C593C}" type="presOf" srcId="{B42B135F-F6DF-754E-ACD9-175E0B425037}" destId="{8C604C73-E95A-AA4C-8533-50BD62045870}" srcOrd="0" destOrd="0" presId="urn:microsoft.com/office/officeart/2005/8/layout/hierarchy1"/>
    <dgm:cxn modelId="{EE0C2169-F75B-D74C-88B3-228B1DF87D05}" type="presOf" srcId="{452DCD20-33FA-3B46-B665-41B100B5FFEE}" destId="{C8F03625-A3A2-304D-9E49-8BC6CC6412A4}" srcOrd="0" destOrd="0" presId="urn:microsoft.com/office/officeart/2005/8/layout/hierarchy1"/>
    <dgm:cxn modelId="{BD125170-0F63-3D47-85D7-D7045AE88FF2}" type="presOf" srcId="{832CF01F-902D-1245-AFF5-EF668804555C}" destId="{D2C90691-499B-524F-B4AF-0C706C8C6B7F}" srcOrd="0" destOrd="0" presId="urn:microsoft.com/office/officeart/2005/8/layout/hierarchy1"/>
    <dgm:cxn modelId="{F007D672-59D1-7E4E-B1FF-E6F0AAD7A6C8}" srcId="{2992D371-5B03-1D45-B1E8-CC8AB1CF6B1A}" destId="{01B3B7D9-89BD-B040-8605-635DB4EABE35}" srcOrd="0" destOrd="0" parTransId="{43DCE725-849A-CA40-8997-657A791FD70F}" sibTransId="{AD7A8978-9719-DD46-A65E-ED515261E9C7}"/>
    <dgm:cxn modelId="{B74DF274-EDC6-244C-922E-5FCA76D11B6A}" type="presOf" srcId="{46217271-1502-BC4D-929B-B7924BA8088F}" destId="{86515398-4E98-3A44-B1D6-03B9384505C4}" srcOrd="0" destOrd="0" presId="urn:microsoft.com/office/officeart/2005/8/layout/hierarchy1"/>
    <dgm:cxn modelId="{CC657B77-D5A1-894E-9C09-011B7732EC61}" srcId="{132B046F-27AA-4248-B622-5B210FCDA4E1}" destId="{BF129B70-B031-2C49-AC23-ACEE5D449D13}" srcOrd="0" destOrd="0" parTransId="{DDF5A6C1-87FD-724D-82CC-0D684B592BBA}" sibTransId="{8B166E64-0890-FC40-9B49-92EC243EFDC1}"/>
    <dgm:cxn modelId="{B975B377-51AF-6041-BFDE-47A491C1CD04}" srcId="{5E373EAA-058C-074B-8F8D-F79D0F52B076}" destId="{AB79E727-3820-E74B-A7A0-84618FFB51BF}" srcOrd="0" destOrd="0" parTransId="{3ABB8A0F-328D-DF43-9419-8D658A87D246}" sibTransId="{03694E1C-FAB1-5943-AF03-6803BA5DCA3F}"/>
    <dgm:cxn modelId="{F84A2B78-309F-B349-B01A-B347C1FA455B}" srcId="{FA2053C6-6990-C44E-9DA0-2B5C7812E720}" destId="{44CEB9EE-B4C4-3346-BE41-E2E14134775F}" srcOrd="0" destOrd="0" parTransId="{49AEDD0A-B2DA-8940-AB36-B9439C93D05B}" sibTransId="{32F953C1-0905-9649-AC38-99AB86CBD6E9}"/>
    <dgm:cxn modelId="{E92ADF78-AD09-694B-AD6F-F4EDCED8AD61}" srcId="{8AF6A61C-5EBF-E640-9CBA-58EECD15DBEF}" destId="{6778A93D-AAD5-5A4F-9028-CB1CE636B1FE}" srcOrd="0" destOrd="0" parTransId="{5789EF57-9E44-1242-83CE-853C0B2DD270}" sibTransId="{4184D29A-D224-D244-84AC-FA04893495D4}"/>
    <dgm:cxn modelId="{B6A63F7B-79D9-0F4D-99D4-DBEE1331B056}" type="presOf" srcId="{E0F3ABCF-47C7-FA47-BF13-790D29CAFA15}" destId="{AD02832C-EE8B-B648-9086-59B8A6047794}" srcOrd="0" destOrd="0" presId="urn:microsoft.com/office/officeart/2005/8/layout/hierarchy1"/>
    <dgm:cxn modelId="{B457637B-1FD8-DB4E-8F7B-4F81F865A49D}" srcId="{317B1D61-1396-A44D-AB57-8D8E2DB9BC27}" destId="{8AF6A61C-5EBF-E640-9CBA-58EECD15DBEF}" srcOrd="0" destOrd="0" parTransId="{E580B61C-5381-4449-8429-AD7FCAD065D7}" sibTransId="{B1CB80A5-BD90-6A4B-89BF-EE2CD990E22F}"/>
    <dgm:cxn modelId="{79FD727B-2CFF-7A4C-B07E-611D00B27962}" type="presOf" srcId="{8E6A0757-4013-9543-8441-05B0B065F6EA}" destId="{16D14463-497E-BF4E-8EA9-A724EB53C713}" srcOrd="0" destOrd="0" presId="urn:microsoft.com/office/officeart/2005/8/layout/hierarchy1"/>
    <dgm:cxn modelId="{3C77837B-C016-BE41-A4C5-C0E7F3151201}" type="presOf" srcId="{4143D829-E24A-F643-99C4-D25A059BE6A2}" destId="{FB87650F-E43B-104B-BC87-27550C21DBDC}" srcOrd="0" destOrd="0" presId="urn:microsoft.com/office/officeart/2005/8/layout/hierarchy1"/>
    <dgm:cxn modelId="{5BE1E37B-D88E-8C46-8FFE-51E0C01726E2}" type="presOf" srcId="{103D71C3-66A9-4643-824E-6716E7025E68}" destId="{B71AFBFE-F689-BC4F-8C4F-E8A166E31EA0}" srcOrd="0" destOrd="0" presId="urn:microsoft.com/office/officeart/2005/8/layout/hierarchy1"/>
    <dgm:cxn modelId="{623DF17F-2A09-CE40-A0A1-3096843CCF04}" type="presOf" srcId="{6E062085-E672-D74E-B484-BA668B7311D6}" destId="{5F0D0FDB-5CC8-0C4E-B7C4-8D08A90977C6}" srcOrd="0" destOrd="0" presId="urn:microsoft.com/office/officeart/2005/8/layout/hierarchy1"/>
    <dgm:cxn modelId="{1690FD7F-301D-B84B-B5B8-A6A42BE9D419}" srcId="{FBCA17B9-4B18-AB46-92DB-9EDB001D8E5A}" destId="{5E373EAA-058C-074B-8F8D-F79D0F52B076}" srcOrd="0" destOrd="0" parTransId="{6484FD3E-F457-444E-92B3-CE92F48FE49F}" sibTransId="{B6D4C634-3793-EA43-BA60-C24D0699F377}"/>
    <dgm:cxn modelId="{55CBDA82-AA01-454F-847A-7D452F83247F}" type="presOf" srcId="{94E14218-DC0C-F641-A0C9-C35FF6D7F2F9}" destId="{AC2D7FB0-6590-4644-BD6A-99F32394FFC7}" srcOrd="0" destOrd="0" presId="urn:microsoft.com/office/officeart/2005/8/layout/hierarchy1"/>
    <dgm:cxn modelId="{57F31583-242E-1449-B787-0A77EEAB0624}" type="presOf" srcId="{D597B173-A43D-7249-AFD7-78D0460A900C}" destId="{CE56B7F1-B714-A04D-BA7C-C154EB2D69D4}" srcOrd="0" destOrd="0" presId="urn:microsoft.com/office/officeart/2005/8/layout/hierarchy1"/>
    <dgm:cxn modelId="{67D0B483-005A-144D-8569-227F8BDB2CCD}" type="presOf" srcId="{25E5B73C-70B0-124A-936D-692D7DA7752E}" destId="{AA6E9B1E-0AD2-A54E-A911-D1CDB533C01B}" srcOrd="0" destOrd="0" presId="urn:microsoft.com/office/officeart/2005/8/layout/hierarchy1"/>
    <dgm:cxn modelId="{7670CC83-EC12-2745-89D5-95346E0F6852}" type="presOf" srcId="{207E7E0C-DE9C-2F40-A79A-895B62234A40}" destId="{51E48C2F-8B87-0E42-9D49-9FBBD3DB507E}" srcOrd="0" destOrd="0" presId="urn:microsoft.com/office/officeart/2005/8/layout/hierarchy1"/>
    <dgm:cxn modelId="{852DE184-923A-7245-871B-6A7C062EABE1}" type="presOf" srcId="{70A606FC-BE9A-1748-A501-5FA7B21351A9}" destId="{89EAC8D8-CCFB-0749-85C7-7B795E12C58B}" srcOrd="0" destOrd="0" presId="urn:microsoft.com/office/officeart/2005/8/layout/hierarchy1"/>
    <dgm:cxn modelId="{45EA2686-0B36-C44B-B922-AD79A3463F90}" type="presOf" srcId="{828EC199-EAA3-EF49-A20B-B2092B332A5A}" destId="{D7CC4504-55F4-A74B-AE46-BF1B713875A2}" srcOrd="0" destOrd="0" presId="urn:microsoft.com/office/officeart/2005/8/layout/hierarchy1"/>
    <dgm:cxn modelId="{AB339086-B2FA-BF46-BFED-72DE1BB2C0EC}" type="presOf" srcId="{1D310BA5-7373-8B4E-99BC-714511E7C27C}" destId="{F8B6F8AD-1538-7645-B83A-0619BEF39E60}" srcOrd="0" destOrd="0" presId="urn:microsoft.com/office/officeart/2005/8/layout/hierarchy1"/>
    <dgm:cxn modelId="{1BA62E87-D6FC-FF43-BC9C-006BF36A1EC0}" type="presOf" srcId="{3AFEAF60-BAD0-5948-A357-D9EACEAD5827}" destId="{F73338FB-03EE-1943-92C5-561F6F2E3887}" srcOrd="0" destOrd="0" presId="urn:microsoft.com/office/officeart/2005/8/layout/hierarchy1"/>
    <dgm:cxn modelId="{6CF50E89-759A-5841-A27C-4E51A029F018}" type="presOf" srcId="{9EA695CE-D62E-6449-A9D3-6BA2FA501C60}" destId="{0CC817C9-DC0F-6E46-B484-D3C93AC1F1FE}" srcOrd="0" destOrd="0" presId="urn:microsoft.com/office/officeart/2005/8/layout/hierarchy1"/>
    <dgm:cxn modelId="{7B676289-483C-DF4F-BC9C-C5AF62388111}" type="presOf" srcId="{6A83AA6D-F078-DA43-A4AF-9CFCA26EEB1E}" destId="{3898755E-5E1C-4749-8D02-139061720F22}" srcOrd="0" destOrd="0" presId="urn:microsoft.com/office/officeart/2005/8/layout/hierarchy1"/>
    <dgm:cxn modelId="{19CAD289-2860-2D4A-8078-C512005C6B67}" srcId="{16B89478-D748-E142-AFC2-DDF11EAE1AB9}" destId="{907A4A8D-7CF0-4C4A-9F67-130AE20F50AC}" srcOrd="0" destOrd="0" parTransId="{8E6A0757-4013-9543-8441-05B0B065F6EA}" sibTransId="{97ED3F50-8868-194C-A14A-53CE5E622B13}"/>
    <dgm:cxn modelId="{F170708A-A187-B945-8E08-8FB345FA5076}" type="presOf" srcId="{9E587DAD-6AE8-0749-9C26-1301F6F2AD94}" destId="{89947061-A630-C24D-94D4-4639B17FD0D6}" srcOrd="0" destOrd="0" presId="urn:microsoft.com/office/officeart/2005/8/layout/hierarchy1"/>
    <dgm:cxn modelId="{BF020E8C-EA88-9741-9C98-FB8E27BC1052}" srcId="{03E254CD-34C9-3A4F-BF35-005BEFF510DE}" destId="{E156AF90-3388-9646-85D9-655E0DBB9FDC}" srcOrd="0" destOrd="0" parTransId="{F9920B7A-F136-BA43-A9CD-7F58AA9F49B4}" sibTransId="{1B67460D-2CB5-B149-9622-9768BD36005F}"/>
    <dgm:cxn modelId="{CA6D0C8D-E1A7-A041-9FB4-2D2843C2F3D2}" type="presOf" srcId="{ABE34C66-335D-7D45-877F-3F07A82456B2}" destId="{18EF7105-E3E5-FD41-A7E7-57BF04DC09C3}" srcOrd="0" destOrd="0" presId="urn:microsoft.com/office/officeart/2005/8/layout/hierarchy1"/>
    <dgm:cxn modelId="{FBA87A8E-BFF5-304B-A166-058DCCEC1CFE}" type="presOf" srcId="{3B49FE90-3466-5F49-A835-B9741B220E6C}" destId="{88DBC5D2-A719-B942-BB80-F740ED83FA38}" srcOrd="0" destOrd="0" presId="urn:microsoft.com/office/officeart/2005/8/layout/hierarchy1"/>
    <dgm:cxn modelId="{76D6E18F-4ADD-EA45-823A-49CBF20A8145}" type="presOf" srcId="{67AE8F1B-E9DF-794C-9124-CD2405830EEF}" destId="{5F458AA3-A901-304B-A8DC-1B5F0CAAB42C}" srcOrd="0" destOrd="0" presId="urn:microsoft.com/office/officeart/2005/8/layout/hierarchy1"/>
    <dgm:cxn modelId="{82979993-1A20-3248-9AE8-D36DA743DF3B}" srcId="{3C7C5180-1A17-3243-9837-C85EF470E4D1}" destId="{FF283AFB-13D2-A74B-A2FC-F8178A93A1F2}" srcOrd="0" destOrd="0" parTransId="{832CF01F-902D-1245-AFF5-EF668804555C}" sibTransId="{4DD5256A-2C29-F14D-9EBA-A6B71F4A1888}"/>
    <dgm:cxn modelId="{A7A3CC93-8BFB-6243-ACF4-717994B1D842}" srcId="{AF767B43-CD2D-034F-AE1B-F0AF498BE52B}" destId="{FA2053C6-6990-C44E-9DA0-2B5C7812E720}" srcOrd="0" destOrd="0" parTransId="{25E5B73C-70B0-124A-936D-692D7DA7752E}" sibTransId="{6EB07049-5C62-6E44-8DC3-57EA61D04433}"/>
    <dgm:cxn modelId="{387DC694-2068-F949-A15B-A1DB1A0FBC15}" type="presOf" srcId="{E89D9CFF-6057-5E4D-BB07-ECEDE2B178B5}" destId="{883E44B5-D280-7143-8822-5B0FCF32AB73}" srcOrd="0" destOrd="0" presId="urn:microsoft.com/office/officeart/2005/8/layout/hierarchy1"/>
    <dgm:cxn modelId="{560EB695-8305-E046-9528-DC0650551F09}" srcId="{81C8C9D7-F04B-5742-8CCD-EC43A1D24ECD}" destId="{96473DC3-C3AA-A241-8689-3A08B3872C04}" srcOrd="0" destOrd="0" parTransId="{78D5E4A9-845C-9B48-97C1-1885A40A228C}" sibTransId="{7919021D-9A46-6941-93BC-DE062ED62022}"/>
    <dgm:cxn modelId="{E1AEC895-6C05-684A-9373-A10C49A8305B}" srcId="{2AE6CA1C-A16F-8848-A3CB-39AEA5781A03}" destId="{08E8AD02-DDD9-3940-A78F-0D01EF9DC3A1}" srcOrd="0" destOrd="0" parTransId="{11E3F840-B607-8D47-8FDB-270CB3F7C3F4}" sibTransId="{CDBBCE4C-C512-A841-9E88-C57E8579DBF5}"/>
    <dgm:cxn modelId="{3BA52397-BE5A-E146-B2F1-56E035CB1FAF}" srcId="{ABE34C66-335D-7D45-877F-3F07A82456B2}" destId="{9EA695CE-D62E-6449-A9D3-6BA2FA501C60}" srcOrd="0" destOrd="0" parTransId="{E67938E7-374A-6640-BF5D-B342C6969D8D}" sibTransId="{2B86C14A-B380-5F4D-8610-7B4A59728C5C}"/>
    <dgm:cxn modelId="{DDAA4D97-E0A4-B146-80B1-43BEA79979CA}" srcId="{881665E8-74BE-914A-B2EC-46D66C97186A}" destId="{ABE34C66-335D-7D45-877F-3F07A82456B2}" srcOrd="0" destOrd="0" parTransId="{FE3ADA64-8247-7C44-A8BD-3A8D1CB2463E}" sibTransId="{40BFE994-3DDF-5049-9EFC-D8B0161912B8}"/>
    <dgm:cxn modelId="{0AC5BA97-45B3-AF4A-9731-4C31A6ACDBF1}" type="presOf" srcId="{BE4130B6-9483-D743-B4DD-90C269FA1B2F}" destId="{5B30A40A-707E-264D-8A3A-F0AE7103538D}" srcOrd="0" destOrd="0" presId="urn:microsoft.com/office/officeart/2005/8/layout/hierarchy1"/>
    <dgm:cxn modelId="{7D2CF497-CBEA-F54E-90B0-54A84C256BA5}" type="presOf" srcId="{D3AB300B-EAAC-6848-A788-820F97C3B435}" destId="{F34BC85E-EBDE-2D4D-A451-6AFAE89E78F0}" srcOrd="0" destOrd="0" presId="urn:microsoft.com/office/officeart/2005/8/layout/hierarchy1"/>
    <dgm:cxn modelId="{7E396B99-1F51-BE46-8D06-8FE5C4CCD0B2}" type="presOf" srcId="{84795008-23DF-EE44-AD43-336C366E5B76}" destId="{640E670A-B91A-4A40-935A-670A0265F7BA}" srcOrd="0" destOrd="0" presId="urn:microsoft.com/office/officeart/2005/8/layout/hierarchy1"/>
    <dgm:cxn modelId="{6F3E3F9A-E1D8-EB48-87CB-380C2AAFDD0B}" type="presOf" srcId="{BA3DE687-25DE-FE47-A559-7858F826AB84}" destId="{7C397C68-BE2D-2C43-B1F8-0A93AEF42A61}" srcOrd="0" destOrd="0" presId="urn:microsoft.com/office/officeart/2005/8/layout/hierarchy1"/>
    <dgm:cxn modelId="{8D3B599A-4503-2646-88A0-F80A6A17E24B}" srcId="{132B046F-27AA-4248-B622-5B210FCDA4E1}" destId="{E0BC1177-5542-4B4C-9F6D-D81F60A0DE4D}" srcOrd="3" destOrd="0" parTransId="{F6F11214-2810-6B4E-82F5-C1A0407E8E4B}" sibTransId="{B239DE73-6E9B-FD4B-91A4-2EC5A8FE5E0D}"/>
    <dgm:cxn modelId="{6ADFB89B-A24F-AB40-8CA9-F51E80F00057}" srcId="{BF129B70-B031-2C49-AC23-ACEE5D449D13}" destId="{2992D371-5B03-1D45-B1E8-CC8AB1CF6B1A}" srcOrd="0" destOrd="0" parTransId="{828EC199-EAA3-EF49-A20B-B2092B332A5A}" sibTransId="{89532DC3-7F49-4543-BFA8-FDEF53E40BA6}"/>
    <dgm:cxn modelId="{F415199C-CDF9-404B-97B1-A9D65F73C8EC}" type="presOf" srcId="{512F6EE0-31A8-F14D-B749-5FAEB26082E8}" destId="{B8F4047B-F11F-104D-AAD9-039D61506DE7}" srcOrd="0" destOrd="0" presId="urn:microsoft.com/office/officeart/2005/8/layout/hierarchy1"/>
    <dgm:cxn modelId="{57FA049D-EBFE-E543-BE2A-A9C2A93DA49B}" srcId="{AB79E727-3820-E74B-A7A0-84618FFB51BF}" destId="{81C8C9D7-F04B-5742-8CCD-EC43A1D24ECD}" srcOrd="0" destOrd="0" parTransId="{9EC14409-277A-6F45-AA5D-DF8C79367C0E}" sibTransId="{EEA2721B-80FF-E14E-B026-72FA628C7BE7}"/>
    <dgm:cxn modelId="{3690749D-D178-EF4D-B7B2-948E0379C5BD}" srcId="{E0F3ABCF-47C7-FA47-BF13-790D29CAFA15}" destId="{C3CBA359-594F-124E-AB42-C148469CD4AD}" srcOrd="0" destOrd="0" parTransId="{F383DA8D-1110-834F-A3D6-5DCF19347173}" sibTransId="{CEDC57FA-DE90-A946-A543-376E4A6D7DA4}"/>
    <dgm:cxn modelId="{1934229F-1708-014F-9DDF-940A03D5124E}" type="presOf" srcId="{13C48341-432A-DE4B-8F42-3A00F888548D}" destId="{582A12F8-F6D6-EE40-BF2F-F2C006A19981}" srcOrd="0" destOrd="0" presId="urn:microsoft.com/office/officeart/2005/8/layout/hierarchy1"/>
    <dgm:cxn modelId="{0B30639F-F6B7-5B49-8A2C-98F5A0ACA3B5}" srcId="{207E7E0C-DE9C-2F40-A79A-895B62234A40}" destId="{D6FDFD98-92C7-FC46-B7A4-51F4DCAFF954}" srcOrd="0" destOrd="0" parTransId="{6A83AA6D-F078-DA43-A4AF-9CFCA26EEB1E}" sibTransId="{7B8E4B26-ECD7-A442-97C6-8D3CD60F0F24}"/>
    <dgm:cxn modelId="{D47E9FA1-ED3C-2E4B-8BA7-B9A510AA77EB}" type="presOf" srcId="{FC365E18-A279-0F4F-B267-59439763ED89}" destId="{1B5BF2FF-BAFA-7C41-AB54-DC499957555D}" srcOrd="0" destOrd="0" presId="urn:microsoft.com/office/officeart/2005/8/layout/hierarchy1"/>
    <dgm:cxn modelId="{AC81F9A1-53C8-084C-8D32-45030489C74B}" type="presOf" srcId="{2BECC545-BA45-0B4D-A124-270CA9BA04C2}" destId="{24A99166-EF3E-C946-99ED-46E156172716}" srcOrd="0" destOrd="0" presId="urn:microsoft.com/office/officeart/2005/8/layout/hierarchy1"/>
    <dgm:cxn modelId="{4CE009A3-84A9-4348-A005-831308285DC5}" type="presOf" srcId="{56C34FC5-542E-1447-9A7F-28D28F1F2359}" destId="{00BED106-A762-2844-9B3A-CAA600BFD5EF}" srcOrd="0" destOrd="0" presId="urn:microsoft.com/office/officeart/2005/8/layout/hierarchy1"/>
    <dgm:cxn modelId="{A5D530A3-4AC1-4D48-BC4C-9E6B6A796094}" type="presOf" srcId="{E8A8BFDC-B156-2C48-B18E-FF95153606EE}" destId="{B71B81CB-58C4-2B4D-A1B4-F96FEBE80962}" srcOrd="0" destOrd="0" presId="urn:microsoft.com/office/officeart/2005/8/layout/hierarchy1"/>
    <dgm:cxn modelId="{7F2314A5-C7B9-764A-8076-849D1002A8CB}" type="presOf" srcId="{365D1EB6-2FBA-4040-B469-75D051B6261A}" destId="{326FC4A7-E690-2F41-A30C-12FFC91259B2}" srcOrd="0" destOrd="0" presId="urn:microsoft.com/office/officeart/2005/8/layout/hierarchy1"/>
    <dgm:cxn modelId="{E24034A5-4AD1-4C49-8181-5BF35DDC254D}" type="presOf" srcId="{D0DB91EA-4516-774F-8F87-FA4ED2A42609}" destId="{0F663E12-634B-E345-B195-D7AAD15EFDE1}" srcOrd="0" destOrd="0" presId="urn:microsoft.com/office/officeart/2005/8/layout/hierarchy1"/>
    <dgm:cxn modelId="{C0FF7EA5-67B5-4E4A-9FE7-A087D4185FBC}" type="presOf" srcId="{75C0136D-F11A-4A46-9840-391C2E162C82}" destId="{A7213E2C-7666-6146-9CB0-664B1B86295C}" srcOrd="0" destOrd="0" presId="urn:microsoft.com/office/officeart/2005/8/layout/hierarchy1"/>
    <dgm:cxn modelId="{382095A5-7BEE-224F-A451-CE543F1E3D62}" type="presOf" srcId="{6AEF75F3-70E3-7A47-A752-0EB8283EF539}" destId="{7E2638EB-6CEA-B44F-A9FC-61DC338FCB60}" srcOrd="0" destOrd="0" presId="urn:microsoft.com/office/officeart/2005/8/layout/hierarchy1"/>
    <dgm:cxn modelId="{C4C676A8-B046-5641-8690-DC8D869AB473}" srcId="{BE4130B6-9483-D743-B4DD-90C269FA1B2F}" destId="{C45E0B40-0D1C-7249-A51B-D75F007C8172}" srcOrd="0" destOrd="0" parTransId="{08F4ED7A-C460-7943-8483-F1CBCDE95A48}" sibTransId="{15FF7906-314D-CF47-B714-FBB9D54F120D}"/>
    <dgm:cxn modelId="{77FB2AAA-BD63-5F48-8988-8224C37064E4}" type="presOf" srcId="{689C9C58-3E2E-E54E-986D-BBE190882A92}" destId="{D997345D-7AA7-6447-87BD-2164BD09C5B6}" srcOrd="0" destOrd="0" presId="urn:microsoft.com/office/officeart/2005/8/layout/hierarchy1"/>
    <dgm:cxn modelId="{698813AC-37A0-E548-8B24-0E23B14621F8}" type="presOf" srcId="{7665001D-7620-2345-A75F-ED553742C0AB}" destId="{F5336208-29C6-FB49-90BE-87972E11FCFA}" srcOrd="0" destOrd="0" presId="urn:microsoft.com/office/officeart/2005/8/layout/hierarchy1"/>
    <dgm:cxn modelId="{D69941AC-8C8A-C242-BCD0-252B9981BBF1}" type="presOf" srcId="{BB36DC2A-326D-F446-AC4D-5F3F577840B4}" destId="{589A6AB6-3BA9-3440-8A1F-2DCCC9CAD848}" srcOrd="0" destOrd="0" presId="urn:microsoft.com/office/officeart/2005/8/layout/hierarchy1"/>
    <dgm:cxn modelId="{692F50AD-C78D-B544-9E57-5D45CAF86253}" srcId="{08E8AD02-DDD9-3940-A78F-0D01EF9DC3A1}" destId="{D600F6BF-FD7C-4244-A374-2EC2B1C42289}" srcOrd="0" destOrd="0" parTransId="{B42B135F-F6DF-754E-ACD9-175E0B425037}" sibTransId="{39237ED5-156D-8F47-88D4-40E63A02FAE9}"/>
    <dgm:cxn modelId="{5E0F3BAE-B8A4-E246-94AC-C060FC210255}" type="presOf" srcId="{6D4EA296-D547-9443-B3A8-6BD3230E849B}" destId="{BB4D4154-200B-FD47-9155-57AD9BC86E3B}" srcOrd="0" destOrd="0" presId="urn:microsoft.com/office/officeart/2005/8/layout/hierarchy1"/>
    <dgm:cxn modelId="{C248E8AE-1275-344A-8C98-483BDC8F47F6}" srcId="{689C9C58-3E2E-E54E-986D-BBE190882A92}" destId="{53C683CF-1D86-8246-8275-93E3102A554E}" srcOrd="0" destOrd="0" parTransId="{BA3DE687-25DE-FE47-A559-7858F826AB84}" sibTransId="{27974420-A513-AB41-BA34-E33984624F52}"/>
    <dgm:cxn modelId="{C5D710B0-600F-C24D-8719-460060DF97F5}" type="presOf" srcId="{49E6108F-AA5B-1048-87B5-01060DC45357}" destId="{71DE8ACF-F008-7544-A7E5-BA98AEE6FD37}" srcOrd="0" destOrd="0" presId="urn:microsoft.com/office/officeart/2005/8/layout/hierarchy1"/>
    <dgm:cxn modelId="{A0626BB0-0A43-9B4C-AADE-56B71E2A9B1C}" srcId="{452DCD20-33FA-3B46-B665-41B100B5FFEE}" destId="{6AA15579-506E-B842-8EFF-207B0B74A8C1}" srcOrd="0" destOrd="0" parTransId="{7E04F723-3DC4-C844-9A42-50BA37E07F9F}" sibTransId="{3BCC52ED-59C1-154B-AB09-DCC34F917D05}"/>
    <dgm:cxn modelId="{3A2D38B2-2BD3-1149-84BB-8C0CF09FD27D}" type="presOf" srcId="{24FC1F83-CD12-C345-B84A-8988131ADE70}" destId="{553573FB-5B10-9547-BB56-609958A0B646}" srcOrd="0" destOrd="0" presId="urn:microsoft.com/office/officeart/2005/8/layout/hierarchy1"/>
    <dgm:cxn modelId="{E03FF6B4-BD02-1243-91D0-EB86649243CC}" srcId="{84795008-23DF-EE44-AD43-336C366E5B76}" destId="{103D71C3-66A9-4643-824E-6716E7025E68}" srcOrd="0" destOrd="0" parTransId="{C7E88018-03E1-4B47-8A91-E629C9E6F00D}" sibTransId="{986F1E97-D14E-8442-9263-F1C2D2C96B9F}"/>
    <dgm:cxn modelId="{532034B5-C416-8F48-B8B9-3A1E3CEA2EF2}" srcId="{2222B24B-CCF5-9848-BF3E-B9F470C7E565}" destId="{D2C306C7-864A-FC4F-8DBC-A79C2B3DB1A8}" srcOrd="0" destOrd="0" parTransId="{6E062085-E672-D74E-B484-BA668B7311D6}" sibTransId="{B0C8594B-863E-B144-B476-E11D9EEC0DAD}"/>
    <dgm:cxn modelId="{A9E92AB6-9E40-E945-9899-2CA6255455BC}" srcId="{C030604B-CACF-364C-999F-95255B7BDBF4}" destId="{3FA561F5-D34D-3F4A-970A-6AD940318760}" srcOrd="0" destOrd="0" parTransId="{486F050B-7A7A-3B41-B648-7E2641F6E4CC}" sibTransId="{828853AA-0008-1842-97E4-8164E1A16515}"/>
    <dgm:cxn modelId="{EF671DB7-A0EB-AB47-B2B3-C971731A3E31}" type="presOf" srcId="{B1219951-C777-384D-9284-89638343004E}" destId="{5E1D6092-65AB-6D48-A2A7-417E9C085D81}" srcOrd="0" destOrd="0" presId="urn:microsoft.com/office/officeart/2005/8/layout/hierarchy1"/>
    <dgm:cxn modelId="{3C133EB7-56F5-8C42-82D8-E6FFA3FA5E3F}" type="presOf" srcId="{53C683CF-1D86-8246-8275-93E3102A554E}" destId="{D62472E4-6D53-624C-AF73-47448F975718}" srcOrd="0" destOrd="0" presId="urn:microsoft.com/office/officeart/2005/8/layout/hierarchy1"/>
    <dgm:cxn modelId="{A6AF16B8-3571-C64A-909B-7682B0F9ED02}" type="presOf" srcId="{B1B80E28-7606-9545-BA16-C66E6DC8300F}" destId="{CCECF13C-AFA2-7F4C-B9CE-D020D6830FC8}" srcOrd="0" destOrd="0" presId="urn:microsoft.com/office/officeart/2005/8/layout/hierarchy1"/>
    <dgm:cxn modelId="{8785B5B8-5771-BA48-8B51-4755F7363EDD}" srcId="{FC365E18-A279-0F4F-B267-59439763ED89}" destId="{BE4130B6-9483-D743-B4DD-90C269FA1B2F}" srcOrd="0" destOrd="0" parTransId="{5143C460-3CBF-C94C-A1B1-5601F16021BE}" sibTransId="{79C685E3-0103-D141-910E-9D3A965AAC64}"/>
    <dgm:cxn modelId="{BC2DDAB8-AE07-0946-B887-C42A273246EE}" srcId="{53C683CF-1D86-8246-8275-93E3102A554E}" destId="{FBCA17B9-4B18-AB46-92DB-9EDB001D8E5A}" srcOrd="0" destOrd="0" parTransId="{6D3FFF13-7BCA-8A48-96EF-05EDE9EDB6C2}" sibTransId="{680E0E53-A864-C647-9E3C-ACC17619CC88}"/>
    <dgm:cxn modelId="{082D73B9-C605-EA44-A4A3-B7763157DB72}" type="presOf" srcId="{2992D371-5B03-1D45-B1E8-CC8AB1CF6B1A}" destId="{9DF564BB-E269-9849-B433-A457FD77B11F}" srcOrd="0" destOrd="0" presId="urn:microsoft.com/office/officeart/2005/8/layout/hierarchy1"/>
    <dgm:cxn modelId="{344424BC-D3E8-544C-BB8A-2C22D8F07E2B}" type="presOf" srcId="{A485B75A-3F79-4F45-8DCE-7630BE447D65}" destId="{8C0E950E-9124-3F46-BEDF-C9CD919054C8}" srcOrd="0" destOrd="0" presId="urn:microsoft.com/office/officeart/2005/8/layout/hierarchy1"/>
    <dgm:cxn modelId="{C42954BC-2CA0-7643-BCD3-9C075B9A81B1}" type="presOf" srcId="{23940F6C-5032-8F47-8A30-46EE4A27FADF}" destId="{C81D2DCE-D9AC-974B-BCC1-D0B54706A6E5}" srcOrd="0" destOrd="0" presId="urn:microsoft.com/office/officeart/2005/8/layout/hierarchy1"/>
    <dgm:cxn modelId="{43AED9BC-8DDB-7A45-B77B-DE5E701A8013}" type="presOf" srcId="{3C16A87F-0143-C546-80D0-F458148912FD}" destId="{954CE81A-40BF-0E48-B56E-FA4E7D6235A6}" srcOrd="0" destOrd="0" presId="urn:microsoft.com/office/officeart/2005/8/layout/hierarchy1"/>
    <dgm:cxn modelId="{944C61BD-09FA-1846-A3C4-0E136D0A5FB1}" type="presOf" srcId="{78D29643-3C6B-4D44-B0D7-C9CB0E75483F}" destId="{495C2C55-214A-4A49-82BE-7965CE65CB39}" srcOrd="0" destOrd="0" presId="urn:microsoft.com/office/officeart/2005/8/layout/hierarchy1"/>
    <dgm:cxn modelId="{35E9C9BD-4146-8E49-B15B-B7DFB8D0A4E6}" type="presOf" srcId="{75E7E77C-3FF2-7C4E-A3A0-279BBD256C01}" destId="{E5375966-B281-7E43-AC2F-1E050FAB687E}" srcOrd="0" destOrd="0" presId="urn:microsoft.com/office/officeart/2005/8/layout/hierarchy1"/>
    <dgm:cxn modelId="{A41BD3BD-C663-F34A-8B65-1224BAD03EE3}" srcId="{E8A8BFDC-B156-2C48-B18E-FF95153606EE}" destId="{4A04ACBD-14F7-2743-A297-B6B5245696C5}" srcOrd="0" destOrd="0" parTransId="{E70D35D1-4A74-2149-9D65-4CBBA0681AFD}" sibTransId="{EBC61B65-D48C-3B48-978D-0BFC069C038E}"/>
    <dgm:cxn modelId="{4C1E22BE-CF7D-FB45-B965-BA7DC9938B75}" type="presOf" srcId="{681842D9-6148-794E-97F8-D8EBBB1F9C19}" destId="{C4C3F062-4011-3D4E-A564-322953AB1EB5}" srcOrd="0" destOrd="0" presId="urn:microsoft.com/office/officeart/2005/8/layout/hierarchy1"/>
    <dgm:cxn modelId="{CA2B29BF-EBF9-4F4A-B392-F569FEBC876C}" type="presOf" srcId="{7BE21AB2-8489-8A43-8A22-899165EEBA66}" destId="{8CE33D3B-FDB2-CA40-AD9D-ED613A0DF73A}" srcOrd="0" destOrd="0" presId="urn:microsoft.com/office/officeart/2005/8/layout/hierarchy1"/>
    <dgm:cxn modelId="{43B97DBF-0D9A-FA4A-8001-13984ABE2F2A}" type="presOf" srcId="{6778A93D-AAD5-5A4F-9028-CB1CE636B1FE}" destId="{2D4469E1-5D21-7D44-B73A-18A6B8E599C0}" srcOrd="0" destOrd="0" presId="urn:microsoft.com/office/officeart/2005/8/layout/hierarchy1"/>
    <dgm:cxn modelId="{724647C0-6FD0-944E-B4FB-43503393F198}" type="presOf" srcId="{A320E16E-DA78-5C46-9F35-1F5705964506}" destId="{BAC3DE9B-08A2-0E47-B77E-7614BFD79316}" srcOrd="0" destOrd="0" presId="urn:microsoft.com/office/officeart/2005/8/layout/hierarchy1"/>
    <dgm:cxn modelId="{906B8EC1-0A8D-6C4F-AD57-D575B9AD38AC}" type="presOf" srcId="{C45E0B40-0D1C-7249-A51B-D75F007C8172}" destId="{F989CF90-CA07-844A-A9DB-505BCD393FEB}" srcOrd="0" destOrd="0" presId="urn:microsoft.com/office/officeart/2005/8/layout/hierarchy1"/>
    <dgm:cxn modelId="{584897C2-66E6-8540-BCFF-2E8FD1D03AED}" srcId="{00DA503C-FBED-AF41-BDD2-75D8E2108235}" destId="{512F6EE0-31A8-F14D-B749-5FAEB26082E8}" srcOrd="0" destOrd="0" parTransId="{2BECC545-BA45-0B4D-A124-270CA9BA04C2}" sibTransId="{1DAE96F4-CFFD-2841-B03F-487239B446F0}"/>
    <dgm:cxn modelId="{37DE9BC2-2C7A-5842-8E62-6E87F0A9098F}" srcId="{132B046F-27AA-4248-B622-5B210FCDA4E1}" destId="{689C9C58-3E2E-E54E-986D-BBE190882A92}" srcOrd="5" destOrd="0" parTransId="{681842D9-6148-794E-97F8-D8EBBB1F9C19}" sibTransId="{430DE740-C344-7740-BA13-6B0D33218CDB}"/>
    <dgm:cxn modelId="{017164C4-D890-7246-A208-9947F9AF3C4A}" srcId="{D600F6BF-FD7C-4244-A374-2EC2B1C42289}" destId="{ACD424E5-B71D-A74F-9221-46B94D7DAC08}" srcOrd="0" destOrd="0" parTransId="{93E3C731-2863-1041-AC8B-4FE6C58D658C}" sibTransId="{FA42C700-3613-2C48-85AA-7CDB16C9DDCE}"/>
    <dgm:cxn modelId="{3F4EA8C6-9CDA-C841-ADCD-90208683A650}" type="presOf" srcId="{E70D35D1-4A74-2149-9D65-4CBBA0681AFD}" destId="{3CCA1D3C-25B3-B04C-8104-9C9ABB8D80DF}" srcOrd="0" destOrd="0" presId="urn:microsoft.com/office/officeart/2005/8/layout/hierarchy1"/>
    <dgm:cxn modelId="{7B8136C7-E18D-B44D-9E40-863DB4E1EEE5}" type="presOf" srcId="{F9A297F2-3ECC-EC4B-9B03-8EB040F80D2B}" destId="{90F2DB53-868F-F645-A93B-51636D01A250}" srcOrd="0" destOrd="0" presId="urn:microsoft.com/office/officeart/2005/8/layout/hierarchy1"/>
    <dgm:cxn modelId="{C0A548C7-4648-E941-AC59-F9BB3B575A13}" type="presOf" srcId="{E67938E7-374A-6640-BF5D-B342C6969D8D}" destId="{F768E266-9084-E141-90DA-B8FF44229EB4}" srcOrd="0" destOrd="0" presId="urn:microsoft.com/office/officeart/2005/8/layout/hierarchy1"/>
    <dgm:cxn modelId="{C4C85AC7-B85F-0244-BAD6-2463AAAA28E1}" type="presOf" srcId="{7176F9F9-71F9-B24F-B401-56DBBEE7B934}" destId="{D79396E5-FC0F-E64A-8A02-5BFCD96591EC}" srcOrd="0" destOrd="0" presId="urn:microsoft.com/office/officeart/2005/8/layout/hierarchy1"/>
    <dgm:cxn modelId="{89AC91C7-AC40-2E47-B3F0-594AA530C05C}" type="presOf" srcId="{5E373EAA-058C-074B-8F8D-F79D0F52B076}" destId="{3CC9E137-F3F5-994A-B47F-C54DE7E4C086}" srcOrd="0" destOrd="0" presId="urn:microsoft.com/office/officeart/2005/8/layout/hierarchy1"/>
    <dgm:cxn modelId="{81C624C9-427A-A145-A394-DAFE5C663609}" type="presOf" srcId="{D600F6BF-FD7C-4244-A374-2EC2B1C42289}" destId="{9C6C0909-718C-9048-854D-CFEF8FD58D76}" srcOrd="0" destOrd="0" presId="urn:microsoft.com/office/officeart/2005/8/layout/hierarchy1"/>
    <dgm:cxn modelId="{41D5AFCA-74D7-CE45-B26F-6ED7B8C97C00}" type="presOf" srcId="{1BE2B99E-BDC3-A84B-B953-34161661B82A}" destId="{22711AB0-AEA3-294E-BBE4-2466BF667065}" srcOrd="0" destOrd="0" presId="urn:microsoft.com/office/officeart/2005/8/layout/hierarchy1"/>
    <dgm:cxn modelId="{3ACF27CB-BCD4-2E42-AEB6-ABD3442EF5B0}" type="presOf" srcId="{DC4820AA-8079-2D46-B69A-D69704A3879E}" destId="{23EAED72-44D2-5044-8006-962A5CB98BA4}" srcOrd="0" destOrd="0" presId="urn:microsoft.com/office/officeart/2005/8/layout/hierarchy1"/>
    <dgm:cxn modelId="{921332CB-3831-7C4F-94E8-6003C39CF8F8}" type="presOf" srcId="{317B1D61-1396-A44D-AB57-8D8E2DB9BC27}" destId="{D0E4820B-3BF2-1942-A66F-8D8D1EB11D95}" srcOrd="0" destOrd="0" presId="urn:microsoft.com/office/officeart/2005/8/layout/hierarchy1"/>
    <dgm:cxn modelId="{D5E2B9CB-CE65-5F44-8746-C565192F36B9}" type="presOf" srcId="{5143C460-3CBF-C94C-A1B1-5601F16021BE}" destId="{DCAED835-6224-CE4B-8E8E-A269CF436E2D}" srcOrd="0" destOrd="0" presId="urn:microsoft.com/office/officeart/2005/8/layout/hierarchy1"/>
    <dgm:cxn modelId="{DBE2F7CC-FDE3-224F-AE1D-ACB37201C888}" srcId="{3C16A87F-0143-C546-80D0-F458148912FD}" destId="{132B046F-27AA-4248-B622-5B210FCDA4E1}" srcOrd="0" destOrd="0" parTransId="{1BE2B99E-BDC3-A84B-B953-34161661B82A}" sibTransId="{72A2712F-0D96-1B49-9973-944CAE5D25FE}"/>
    <dgm:cxn modelId="{67C790CD-CB58-2344-AFA8-2B17BAD494E3}" type="presOf" srcId="{C7E88018-03E1-4B47-8A91-E629C9E6F00D}" destId="{87E7E8F9-9B19-EC46-9230-858B8963AB04}" srcOrd="0" destOrd="0" presId="urn:microsoft.com/office/officeart/2005/8/layout/hierarchy1"/>
    <dgm:cxn modelId="{333BCCCD-A746-9749-B853-3D552B08F2E4}" type="presOf" srcId="{B121A372-DD2F-3549-9C56-FE2F6AAC5B4F}" destId="{834ED23F-44E8-6F44-A94D-0B20A62EBA08}" srcOrd="0" destOrd="0" presId="urn:microsoft.com/office/officeart/2005/8/layout/hierarchy1"/>
    <dgm:cxn modelId="{1FCDD3CF-9F10-C44D-ADAF-A8CB873DD387}" type="presOf" srcId="{132B046F-27AA-4248-B622-5B210FCDA4E1}" destId="{538F7C18-B446-3C4F-92D7-2D9A0B0EEF1A}" srcOrd="0" destOrd="0" presId="urn:microsoft.com/office/officeart/2005/8/layout/hierarchy1"/>
    <dgm:cxn modelId="{B240A6D0-795E-AD46-829E-02C2756F4DFF}" srcId="{ACD424E5-B71D-A74F-9221-46B94D7DAC08}" destId="{7BE21AB2-8489-8A43-8A22-899165EEBA66}" srcOrd="0" destOrd="0" parTransId="{3E60EB28-AB33-0B48-968F-1A1316571277}" sibTransId="{0F3F5F84-D35A-384C-9F62-AF4A325AB437}"/>
    <dgm:cxn modelId="{8502BED0-9FE3-1244-9503-C4058136109D}" type="presOf" srcId="{FE3ADA64-8247-7C44-A8BD-3A8D1CB2463E}" destId="{80F0FDAB-BA29-D049-9403-07776A618840}" srcOrd="0" destOrd="0" presId="urn:microsoft.com/office/officeart/2005/8/layout/hierarchy1"/>
    <dgm:cxn modelId="{97C8C8D0-CA4B-7C41-88C1-534F468C9E95}" type="presOf" srcId="{E0BC1177-5542-4B4C-9F6D-D81F60A0DE4D}" destId="{E240F38A-9248-1249-A534-B76CE036121C}" srcOrd="0" destOrd="0" presId="urn:microsoft.com/office/officeart/2005/8/layout/hierarchy1"/>
    <dgm:cxn modelId="{E5CF50D1-CF40-A94D-8EAA-0D30DC3978F9}" type="presOf" srcId="{5789EF57-9E44-1242-83CE-853C0B2DD270}" destId="{971885C5-418E-DA45-94D8-189E45A1B363}" srcOrd="0" destOrd="0" presId="urn:microsoft.com/office/officeart/2005/8/layout/hierarchy1"/>
    <dgm:cxn modelId="{7A8AE4D1-B406-9B49-A1B7-2C0915F06A46}" srcId="{49E6108F-AA5B-1048-87B5-01060DC45357}" destId="{69F68386-244A-6B4F-BB37-0DF68B29CEAE}" srcOrd="0" destOrd="0" parTransId="{B1B80E28-7606-9545-BA16-C66E6DC8300F}" sibTransId="{2ED6762F-4A95-CF45-9CDD-FDB8DD4C45EE}"/>
    <dgm:cxn modelId="{86278CD3-2018-F946-82CB-710CBCAFA2AA}" type="presOf" srcId="{7B3A7481-0614-8946-80D4-C5762D0EA030}" destId="{CA8617F6-CB04-7C4E-9982-F3F1BD2D89CB}" srcOrd="0" destOrd="0" presId="urn:microsoft.com/office/officeart/2005/8/layout/hierarchy1"/>
    <dgm:cxn modelId="{83AFA5D4-E54D-3448-BA0F-38684CE877DE}" type="presOf" srcId="{F383DA8D-1110-834F-A3D6-5DCF19347173}" destId="{73A183EE-9754-D34D-94F6-867EE3F905E6}" srcOrd="0" destOrd="0" presId="urn:microsoft.com/office/officeart/2005/8/layout/hierarchy1"/>
    <dgm:cxn modelId="{B6962ED5-3979-7840-A525-072FE2ACE274}" srcId="{A320E16E-DA78-5C46-9F35-1F5705964506}" destId="{4630E8BE-6F39-A34B-B876-C38B8F667629}" srcOrd="0" destOrd="0" parTransId="{CEB37D34-2FE6-004E-8A1B-F376949A0111}" sibTransId="{3F223CE8-B1AD-2946-BAFD-194C951DEC2C}"/>
    <dgm:cxn modelId="{61AA39D6-B8FA-8441-B994-8286E0CD5E4E}" srcId="{132B046F-27AA-4248-B622-5B210FCDA4E1}" destId="{16B89478-D748-E142-AFC2-DDF11EAE1AB9}" srcOrd="7" destOrd="0" parTransId="{365D1EB6-2FBA-4040-B469-75D051B6261A}" sibTransId="{4E6FA20D-FE01-C048-AD17-D8A3099DF49A}"/>
    <dgm:cxn modelId="{A414E3D6-F773-2D42-A9BE-5008EBF6478C}" type="presOf" srcId="{E580B61C-5381-4449-8429-AD7FCAD065D7}" destId="{BE901C4D-F436-3045-8158-3B248EC51C5D}" srcOrd="0" destOrd="0" presId="urn:microsoft.com/office/officeart/2005/8/layout/hierarchy1"/>
    <dgm:cxn modelId="{1225F9D6-7049-4340-A901-B776A4514967}" type="presOf" srcId="{C3CBA359-594F-124E-AB42-C148469CD4AD}" destId="{669877BA-E1BE-ED41-AF8A-1D8F986EB516}" srcOrd="0" destOrd="0" presId="urn:microsoft.com/office/officeart/2005/8/layout/hierarchy1"/>
    <dgm:cxn modelId="{ECFB1FD8-AB73-5847-9D12-DE4A3B5F1E5A}" type="presOf" srcId="{03E254CD-34C9-3A4F-BF35-005BEFF510DE}" destId="{76BBEA80-56E2-C84D-8BA9-A7BDAF738CC6}" srcOrd="0" destOrd="0" presId="urn:microsoft.com/office/officeart/2005/8/layout/hierarchy1"/>
    <dgm:cxn modelId="{BE6CFFD8-F1FC-134F-A099-FBEC49549E3F}" type="presOf" srcId="{AF767B43-CD2D-034F-AE1B-F0AF498BE52B}" destId="{09C51A00-E525-1F4A-8170-45E6ACD0C714}" srcOrd="0" destOrd="0" presId="urn:microsoft.com/office/officeart/2005/8/layout/hierarchy1"/>
    <dgm:cxn modelId="{407669D9-6A11-2C4D-AC0C-C22829DAB233}" type="presOf" srcId="{1DDE0AE4-3AEF-374B-8DF5-E52C26118B2E}" destId="{CDDF9C79-6609-AF49-8BA0-76AC2E69182A}" srcOrd="0" destOrd="0" presId="urn:microsoft.com/office/officeart/2005/8/layout/hierarchy1"/>
    <dgm:cxn modelId="{5FC6DFDA-76DB-BA40-B5E1-0DF4ED41BA6A}" type="presOf" srcId="{BF129B70-B031-2C49-AC23-ACEE5D449D13}" destId="{D12BD426-090A-F246-86BB-091A8573C4FF}" srcOrd="0" destOrd="0" presId="urn:microsoft.com/office/officeart/2005/8/layout/hierarchy1"/>
    <dgm:cxn modelId="{E48BEFDB-90C1-FA45-9E3E-09F43596EF46}" type="presOf" srcId="{11E3F840-B607-8D47-8FDB-270CB3F7C3F4}" destId="{F02D0CAC-5B12-6947-8B74-EAFD1CAB5827}" srcOrd="0" destOrd="0" presId="urn:microsoft.com/office/officeart/2005/8/layout/hierarchy1"/>
    <dgm:cxn modelId="{C7F2A5DE-E8D4-2B43-B0DB-19CF51F13FEB}" type="presOf" srcId="{ADD7FE6B-FC02-B74D-A2A9-6A6619F9D989}" destId="{6984F774-87A0-B24F-A1B0-B2782AB3387F}" srcOrd="0" destOrd="0" presId="urn:microsoft.com/office/officeart/2005/8/layout/hierarchy1"/>
    <dgm:cxn modelId="{7447DFDF-D8E6-8649-BF05-31FE85208F32}" type="presOf" srcId="{E156AF90-3388-9646-85D9-655E0DBB9FDC}" destId="{B512DA08-5237-BE4D-8C4D-97328DCE47FE}" srcOrd="0" destOrd="0" presId="urn:microsoft.com/office/officeart/2005/8/layout/hierarchy1"/>
    <dgm:cxn modelId="{72441EE0-2AE0-5B4E-9D4D-C865ED5A0F3A}" type="presOf" srcId="{81C8C9D7-F04B-5742-8CCD-EC43A1D24ECD}" destId="{8A6BD81C-3B4B-2143-8AB2-C445D458CC0D}" srcOrd="0" destOrd="0" presId="urn:microsoft.com/office/officeart/2005/8/layout/hierarchy1"/>
    <dgm:cxn modelId="{DAC4C1E0-E6CA-B041-856D-B344D85EA37B}" srcId="{F9A297F2-3ECC-EC4B-9B03-8EB040F80D2B}" destId="{84795008-23DF-EE44-AD43-336C366E5B76}" srcOrd="0" destOrd="0" parTransId="{46217271-1502-BC4D-929B-B7924BA8088F}" sibTransId="{14A69454-0AC3-B044-A244-34362AF76540}"/>
    <dgm:cxn modelId="{553CAEE3-944D-6A4F-B4BF-283D10ABE00C}" srcId="{ADD7FE6B-FC02-B74D-A2A9-6A6619F9D989}" destId="{F1F47B52-59DE-4F41-A84C-637274C6D9D0}" srcOrd="0" destOrd="0" parTransId="{7176F9F9-71F9-B24F-B401-56DBBEE7B934}" sibTransId="{318494EC-9E7D-0843-B675-9A300FC265B3}"/>
    <dgm:cxn modelId="{6F9124E4-5F76-C24F-86CE-C578979F4C18}" type="presOf" srcId="{8BAD06C7-5EC8-6240-8D1A-25868D0BA1EC}" destId="{A1EB7F18-4C53-9C4D-8D04-79CF823680F3}" srcOrd="0" destOrd="0" presId="urn:microsoft.com/office/officeart/2005/8/layout/hierarchy1"/>
    <dgm:cxn modelId="{9D5DC1E6-0B2C-1241-861B-40D894D8B53F}" type="presOf" srcId="{ACD424E5-B71D-A74F-9221-46B94D7DAC08}" destId="{464EA5DA-0A3B-824B-85C5-DCE70E5F82C9}" srcOrd="0" destOrd="0" presId="urn:microsoft.com/office/officeart/2005/8/layout/hierarchy1"/>
    <dgm:cxn modelId="{83E698E7-BE61-0F4C-A472-7F18FB54C3DE}" type="presOf" srcId="{6D3FFF13-7BCA-8A48-96EF-05EDE9EDB6C2}" destId="{1227C761-46EA-944C-B883-A985F3F21D25}" srcOrd="0" destOrd="0" presId="urn:microsoft.com/office/officeart/2005/8/layout/hierarchy1"/>
    <dgm:cxn modelId="{FA0996E9-A0BD-AB47-9F3A-1CDBABA57EAA}" type="presOf" srcId="{2E727B93-4582-DC41-A5AE-BE1E4B4E9365}" destId="{E37AD1CC-4DD4-914B-942D-50DBDCDCF626}" srcOrd="0" destOrd="0" presId="urn:microsoft.com/office/officeart/2005/8/layout/hierarchy1"/>
    <dgm:cxn modelId="{8FE69CE9-A0FE-FF41-AE23-BFDB04A4AEF3}" type="presOf" srcId="{405509CF-D4D7-E14B-95C0-C5A53628B596}" destId="{C59BFBF2-E3FA-894F-9B4B-B57BF9BA1C40}" srcOrd="0" destOrd="0" presId="urn:microsoft.com/office/officeart/2005/8/layout/hierarchy1"/>
    <dgm:cxn modelId="{9671B6E9-D2C9-A349-8EE8-A4A64DF18132}" type="presOf" srcId="{08E8AD02-DDD9-3940-A78F-0D01EF9DC3A1}" destId="{07E62874-05BE-F94B-AA40-5942BDA2D4EA}" srcOrd="0" destOrd="0" presId="urn:microsoft.com/office/officeart/2005/8/layout/hierarchy1"/>
    <dgm:cxn modelId="{75C045EB-AE08-2847-A394-C43B8E471253}" srcId="{132B046F-27AA-4248-B622-5B210FCDA4E1}" destId="{9E587DAD-6AE8-0749-9C26-1301F6F2AD94}" srcOrd="2" destOrd="0" parTransId="{1DDE0AE4-3AEF-374B-8DF5-E52C26118B2E}" sibTransId="{85EFAD09-0674-6348-88C9-E04E086A555D}"/>
    <dgm:cxn modelId="{93BC7FEF-8BD5-D741-BAA6-00FA8A534A29}" srcId="{6778A93D-AAD5-5A4F-9028-CB1CE636B1FE}" destId="{E0F3ABCF-47C7-FA47-BF13-790D29CAFA15}" srcOrd="0" destOrd="0" parTransId="{5A91D251-DA3F-1449-B2E6-5C5EF443AB3A}" sibTransId="{AA00DF4C-B726-A241-9A4D-D6DE875FF6E6}"/>
    <dgm:cxn modelId="{5D7DD5EF-C3C5-4342-ABC4-7423556FA8D7}" type="presOf" srcId="{49AEDD0A-B2DA-8940-AB36-B9439C93D05B}" destId="{96CA5D29-239C-3E4F-8A78-766BA4EB3694}" srcOrd="0" destOrd="0" presId="urn:microsoft.com/office/officeart/2005/8/layout/hierarchy1"/>
    <dgm:cxn modelId="{AA1054F0-ABC8-7549-B007-381923E9B94C}" type="presOf" srcId="{44CEB9EE-B4C4-3346-BE41-E2E14134775F}" destId="{05EB8F65-C0BC-F043-B1E7-F2C2D8441DF5}" srcOrd="0" destOrd="0" presId="urn:microsoft.com/office/officeart/2005/8/layout/hierarchy1"/>
    <dgm:cxn modelId="{C5C489F0-6C9D-6B4A-89B5-302EC22E6D12}" type="presOf" srcId="{486F050B-7A7A-3B41-B648-7E2641F6E4CC}" destId="{32A9CFE0-7277-994F-8A2E-619B09E48CD7}" srcOrd="0" destOrd="0" presId="urn:microsoft.com/office/officeart/2005/8/layout/hierarchy1"/>
    <dgm:cxn modelId="{6A79F9F0-7C9C-3647-9C75-503DF60939A8}" type="presOf" srcId="{3C7C5180-1A17-3243-9837-C85EF470E4D1}" destId="{F1A0ED74-47CD-E142-9089-7F794FF9D699}" srcOrd="0" destOrd="0" presId="urn:microsoft.com/office/officeart/2005/8/layout/hierarchy1"/>
    <dgm:cxn modelId="{9D42AEF1-6613-0D45-AB6E-52B41F1FDE3C}" type="presOf" srcId="{F0CD4BA7-2CFF-E341-8879-8FE47D04869D}" destId="{50AEB1C3-F447-CC46-8DFD-C9EB638D21ED}" srcOrd="0" destOrd="0" presId="urn:microsoft.com/office/officeart/2005/8/layout/hierarchy1"/>
    <dgm:cxn modelId="{5583ABF2-16A8-CA40-B539-47A8FAD6C413}" type="presOf" srcId="{907A4A8D-7CF0-4C4A-9F67-130AE20F50AC}" destId="{0A577E50-2055-2147-8A46-267011302FCD}" srcOrd="0" destOrd="0" presId="urn:microsoft.com/office/officeart/2005/8/layout/hierarchy1"/>
    <dgm:cxn modelId="{CAB448F3-BB2D-F54F-B834-2E3811C0D34F}" type="presOf" srcId="{947B6DCF-16F5-9A48-8C17-D3E35D140ABA}" destId="{2982F38C-6E66-A44F-A2DA-E423EBEAA983}" srcOrd="0" destOrd="0" presId="urn:microsoft.com/office/officeart/2005/8/layout/hierarchy1"/>
    <dgm:cxn modelId="{20343CF4-3042-FA4E-8129-E3E7E8F8A0DC}" srcId="{512F6EE0-31A8-F14D-B749-5FAEB26082E8}" destId="{098EFB8C-EC3C-EF47-9E54-E2D5DDC4C15A}" srcOrd="0" destOrd="0" parTransId="{78D29643-3C6B-4D44-B0D7-C9CB0E75483F}" sibTransId="{CA59A37A-EA33-DF44-88A2-EAECAAD116CA}"/>
    <dgm:cxn modelId="{981CE4F4-1B5C-BB41-8EE1-D8CA36205BF2}" type="presOf" srcId="{098EFB8C-EC3C-EF47-9E54-E2D5DDC4C15A}" destId="{38F5008D-588D-2748-A4A4-832E9796E001}" srcOrd="0" destOrd="0" presId="urn:microsoft.com/office/officeart/2005/8/layout/hierarchy1"/>
    <dgm:cxn modelId="{20FF18F5-7CAD-014E-8B29-9FBEFB0B8B32}" type="presOf" srcId="{6AA15579-506E-B842-8EFF-207B0B74A8C1}" destId="{A27A3170-1E77-8A4A-8E36-8A70EC321C9A}" srcOrd="0" destOrd="0" presId="urn:microsoft.com/office/officeart/2005/8/layout/hierarchy1"/>
    <dgm:cxn modelId="{B31F1CF7-00CD-2A41-B555-F92E8DDFAA52}" srcId="{BB36DC2A-326D-F446-AC4D-5F3F577840B4}" destId="{881665E8-74BE-914A-B2EC-46D66C97186A}" srcOrd="0" destOrd="0" parTransId="{3AFEAF60-BAD0-5948-A357-D9EACEAD5827}" sibTransId="{FBC3BE54-87FB-3C48-878F-CB991DCBE890}"/>
    <dgm:cxn modelId="{A39F9FF7-A611-854F-B406-5B5EBD1695E9}" srcId="{45E46849-CB57-5F48-B7D1-86EF6DB6D280}" destId="{7F0642FF-C249-CB46-B00D-89E8409154F2}" srcOrd="0" destOrd="0" parTransId="{70A606FC-BE9A-1748-A501-5FA7B21351A9}" sibTransId="{D4AD711A-BEC7-F74B-94C7-34FB26C3C54D}"/>
    <dgm:cxn modelId="{FA0981F8-17AE-6043-8404-4286ED2A0179}" type="presOf" srcId="{5060D298-B45D-6640-A156-D736EBA3A724}" destId="{CCB5563E-047A-1A44-BEDD-E9E63003EBC8}" srcOrd="0" destOrd="0" presId="urn:microsoft.com/office/officeart/2005/8/layout/hierarchy1"/>
    <dgm:cxn modelId="{685392FE-E432-8543-AC62-C430C89B0531}" type="presOf" srcId="{A472D175-1227-4449-B463-A27F78C4C623}" destId="{893DB7C7-26B9-5944-94C7-723CC0147B55}" srcOrd="0" destOrd="0" presId="urn:microsoft.com/office/officeart/2005/8/layout/hierarchy1"/>
    <dgm:cxn modelId="{0EA8A2FF-1F1A-3D40-823B-41DEA506240F}" type="presOf" srcId="{2222B24B-CCF5-9848-BF3E-B9F470C7E565}" destId="{FC209B2E-D20F-1C44-87FB-2ECAB1EBD168}" srcOrd="0" destOrd="0" presId="urn:microsoft.com/office/officeart/2005/8/layout/hierarchy1"/>
    <dgm:cxn modelId="{DDBD08EE-B971-3D45-9752-04FC72491CEC}" type="presParOf" srcId="{822D93FC-81D7-9D42-B4A0-F7AD165D5118}" destId="{8BC4843D-E0E9-7F43-93A0-F8B1DE8DCA53}" srcOrd="0" destOrd="0" presId="urn:microsoft.com/office/officeart/2005/8/layout/hierarchy1"/>
    <dgm:cxn modelId="{8EE6C64C-9A17-A14B-A148-7BECC4B4077E}" type="presParOf" srcId="{8BC4843D-E0E9-7F43-93A0-F8B1DE8DCA53}" destId="{551CEDDF-B350-BF41-AA12-1840A7B06807}" srcOrd="0" destOrd="0" presId="urn:microsoft.com/office/officeart/2005/8/layout/hierarchy1"/>
    <dgm:cxn modelId="{798C6572-659D-144C-AEDF-A7E7CA29672D}" type="presParOf" srcId="{551CEDDF-B350-BF41-AA12-1840A7B06807}" destId="{CB089603-B7BB-734E-9B62-4290FAB4D50A}" srcOrd="0" destOrd="0" presId="urn:microsoft.com/office/officeart/2005/8/layout/hierarchy1"/>
    <dgm:cxn modelId="{BCAB49A7-266F-3744-8A14-4A75D22D24F5}" type="presParOf" srcId="{551CEDDF-B350-BF41-AA12-1840A7B06807}" destId="{954CE81A-40BF-0E48-B56E-FA4E7D6235A6}" srcOrd="1" destOrd="0" presId="urn:microsoft.com/office/officeart/2005/8/layout/hierarchy1"/>
    <dgm:cxn modelId="{6908549D-484D-D746-B014-F141E338FB04}" type="presParOf" srcId="{8BC4843D-E0E9-7F43-93A0-F8B1DE8DCA53}" destId="{0E32848A-7390-0A4B-B377-D92FFBB5F8F7}" srcOrd="1" destOrd="0" presId="urn:microsoft.com/office/officeart/2005/8/layout/hierarchy1"/>
    <dgm:cxn modelId="{8A095837-AFC8-8848-A92E-839DBCBCC2FE}" type="presParOf" srcId="{0E32848A-7390-0A4B-B377-D92FFBB5F8F7}" destId="{22711AB0-AEA3-294E-BBE4-2466BF667065}" srcOrd="0" destOrd="0" presId="urn:microsoft.com/office/officeart/2005/8/layout/hierarchy1"/>
    <dgm:cxn modelId="{8E31460F-25D2-E742-A839-ED83745BB0AA}" type="presParOf" srcId="{0E32848A-7390-0A4B-B377-D92FFBB5F8F7}" destId="{639A810C-D7E2-DB47-B2AF-ECCA1F6794F5}" srcOrd="1" destOrd="0" presId="urn:microsoft.com/office/officeart/2005/8/layout/hierarchy1"/>
    <dgm:cxn modelId="{0FD32B2A-899E-444A-8613-A43007E9C9DE}" type="presParOf" srcId="{639A810C-D7E2-DB47-B2AF-ECCA1F6794F5}" destId="{3A2BC29B-0C28-6E48-896A-BC5ED645D5B5}" srcOrd="0" destOrd="0" presId="urn:microsoft.com/office/officeart/2005/8/layout/hierarchy1"/>
    <dgm:cxn modelId="{C98BAE47-3B85-1F43-89C2-CB591269EB8B}" type="presParOf" srcId="{3A2BC29B-0C28-6E48-896A-BC5ED645D5B5}" destId="{59ED7921-2F06-3F4B-86DF-54F73D9A6E96}" srcOrd="0" destOrd="0" presId="urn:microsoft.com/office/officeart/2005/8/layout/hierarchy1"/>
    <dgm:cxn modelId="{92194FDC-1D9E-8748-B0AE-E80B1ED5A078}" type="presParOf" srcId="{3A2BC29B-0C28-6E48-896A-BC5ED645D5B5}" destId="{538F7C18-B446-3C4F-92D7-2D9A0B0EEF1A}" srcOrd="1" destOrd="0" presId="urn:microsoft.com/office/officeart/2005/8/layout/hierarchy1"/>
    <dgm:cxn modelId="{7F00AE45-314E-B944-BE98-43326FF56470}" type="presParOf" srcId="{639A810C-D7E2-DB47-B2AF-ECCA1F6794F5}" destId="{3EB50925-BF12-6141-BEF2-2BC260F77591}" srcOrd="1" destOrd="0" presId="urn:microsoft.com/office/officeart/2005/8/layout/hierarchy1"/>
    <dgm:cxn modelId="{85042CEC-C0D9-B14B-B375-FB73E488E92F}" type="presParOf" srcId="{3EB50925-BF12-6141-BEF2-2BC260F77591}" destId="{5F8E0D81-4ED5-AA4E-8634-25371E59F780}" srcOrd="0" destOrd="0" presId="urn:microsoft.com/office/officeart/2005/8/layout/hierarchy1"/>
    <dgm:cxn modelId="{BB249F92-47C7-064E-96E0-0D04FE1471CC}" type="presParOf" srcId="{3EB50925-BF12-6141-BEF2-2BC260F77591}" destId="{3DD505DC-965C-7C4F-A6CC-07D7A7718BFD}" srcOrd="1" destOrd="0" presId="urn:microsoft.com/office/officeart/2005/8/layout/hierarchy1"/>
    <dgm:cxn modelId="{3AA35B9F-50F0-534F-810C-18AFC96A7828}" type="presParOf" srcId="{3DD505DC-965C-7C4F-A6CC-07D7A7718BFD}" destId="{1821B390-48EC-D745-B773-FA9C8D98BD31}" srcOrd="0" destOrd="0" presId="urn:microsoft.com/office/officeart/2005/8/layout/hierarchy1"/>
    <dgm:cxn modelId="{BB57929E-69E4-DB4E-82B4-463EA62D7D1B}" type="presParOf" srcId="{1821B390-48EC-D745-B773-FA9C8D98BD31}" destId="{C8AD6C4F-CE07-2F40-9E08-92BABBE84151}" srcOrd="0" destOrd="0" presId="urn:microsoft.com/office/officeart/2005/8/layout/hierarchy1"/>
    <dgm:cxn modelId="{31AC9F6E-2B30-6A4D-8D1F-20EEB525AA51}" type="presParOf" srcId="{1821B390-48EC-D745-B773-FA9C8D98BD31}" destId="{D12BD426-090A-F246-86BB-091A8573C4FF}" srcOrd="1" destOrd="0" presId="urn:microsoft.com/office/officeart/2005/8/layout/hierarchy1"/>
    <dgm:cxn modelId="{56C7EDF0-DD6B-1041-8CA2-03434CE55BD8}" type="presParOf" srcId="{3DD505DC-965C-7C4F-A6CC-07D7A7718BFD}" destId="{D8BABB2A-214A-BE4C-A4FA-E5F52EC8EF8B}" srcOrd="1" destOrd="0" presId="urn:microsoft.com/office/officeart/2005/8/layout/hierarchy1"/>
    <dgm:cxn modelId="{BD491157-3E26-2B44-820B-FB20046B4B4D}" type="presParOf" srcId="{D8BABB2A-214A-BE4C-A4FA-E5F52EC8EF8B}" destId="{D7CC4504-55F4-A74B-AE46-BF1B713875A2}" srcOrd="0" destOrd="0" presId="urn:microsoft.com/office/officeart/2005/8/layout/hierarchy1"/>
    <dgm:cxn modelId="{59BC1607-FCFA-D047-A337-BB84AB61558E}" type="presParOf" srcId="{D8BABB2A-214A-BE4C-A4FA-E5F52EC8EF8B}" destId="{98740DBF-4322-4C43-83EA-57877F70FAB8}" srcOrd="1" destOrd="0" presId="urn:microsoft.com/office/officeart/2005/8/layout/hierarchy1"/>
    <dgm:cxn modelId="{076FD354-6778-1D42-A5C4-524ECA262189}" type="presParOf" srcId="{98740DBF-4322-4C43-83EA-57877F70FAB8}" destId="{CEEDC441-BB6D-054C-90FA-3935964A400D}" srcOrd="0" destOrd="0" presId="urn:microsoft.com/office/officeart/2005/8/layout/hierarchy1"/>
    <dgm:cxn modelId="{4005C58B-BBD2-324D-B267-C79C8B5A3B3A}" type="presParOf" srcId="{CEEDC441-BB6D-054C-90FA-3935964A400D}" destId="{D6054EBD-5179-F249-B6DD-6086EE26C75E}" srcOrd="0" destOrd="0" presId="urn:microsoft.com/office/officeart/2005/8/layout/hierarchy1"/>
    <dgm:cxn modelId="{2EDA4E76-80C3-E54C-B261-2721E72A7D01}" type="presParOf" srcId="{CEEDC441-BB6D-054C-90FA-3935964A400D}" destId="{9DF564BB-E269-9849-B433-A457FD77B11F}" srcOrd="1" destOrd="0" presId="urn:microsoft.com/office/officeart/2005/8/layout/hierarchy1"/>
    <dgm:cxn modelId="{7667CC2A-846E-AB43-AAEB-DE0892DE4C07}" type="presParOf" srcId="{98740DBF-4322-4C43-83EA-57877F70FAB8}" destId="{861A76A7-F96B-F946-AAE0-0EDEDB98B810}" srcOrd="1" destOrd="0" presId="urn:microsoft.com/office/officeart/2005/8/layout/hierarchy1"/>
    <dgm:cxn modelId="{4F495A10-8CCF-4F4C-B975-49C9843C82DF}" type="presParOf" srcId="{861A76A7-F96B-F946-AAE0-0EDEDB98B810}" destId="{0F7C3537-D831-714E-81E6-0F37BDFEE9D9}" srcOrd="0" destOrd="0" presId="urn:microsoft.com/office/officeart/2005/8/layout/hierarchy1"/>
    <dgm:cxn modelId="{E7213173-2595-BC4A-A4A5-70245E4319FE}" type="presParOf" srcId="{861A76A7-F96B-F946-AAE0-0EDEDB98B810}" destId="{3D5B7522-0F23-6F44-AA7D-46C6A5BE1165}" srcOrd="1" destOrd="0" presId="urn:microsoft.com/office/officeart/2005/8/layout/hierarchy1"/>
    <dgm:cxn modelId="{B49BA3E7-F3AB-FB4F-B525-020FC5CCCADC}" type="presParOf" srcId="{3D5B7522-0F23-6F44-AA7D-46C6A5BE1165}" destId="{78728FDA-6E83-1340-A353-99CE7AF6EED3}" srcOrd="0" destOrd="0" presId="urn:microsoft.com/office/officeart/2005/8/layout/hierarchy1"/>
    <dgm:cxn modelId="{03000D15-5987-4940-83D3-D1AD63A7439C}" type="presParOf" srcId="{78728FDA-6E83-1340-A353-99CE7AF6EED3}" destId="{3CDEF670-034B-3840-9372-89C3FF2C923A}" srcOrd="0" destOrd="0" presId="urn:microsoft.com/office/officeart/2005/8/layout/hierarchy1"/>
    <dgm:cxn modelId="{4203B663-F47C-874B-BD2B-A09FDB6EA2B9}" type="presParOf" srcId="{78728FDA-6E83-1340-A353-99CE7AF6EED3}" destId="{F9A358CE-591C-8040-BB65-E33F32560990}" srcOrd="1" destOrd="0" presId="urn:microsoft.com/office/officeart/2005/8/layout/hierarchy1"/>
    <dgm:cxn modelId="{E2B056EE-D61B-EE43-93B1-D3583FEB7340}" type="presParOf" srcId="{3D5B7522-0F23-6F44-AA7D-46C6A5BE1165}" destId="{9B7AEA94-638C-BA45-998D-B54F3636707D}" srcOrd="1" destOrd="0" presId="urn:microsoft.com/office/officeart/2005/8/layout/hierarchy1"/>
    <dgm:cxn modelId="{74B6FB83-4C65-A14A-902C-82192A8F4523}" type="presParOf" srcId="{9B7AEA94-638C-BA45-998D-B54F3636707D}" destId="{5E1D6092-65AB-6D48-A2A7-417E9C085D81}" srcOrd="0" destOrd="0" presId="urn:microsoft.com/office/officeart/2005/8/layout/hierarchy1"/>
    <dgm:cxn modelId="{199F0720-0EB1-1443-8570-DAC57834E1CA}" type="presParOf" srcId="{9B7AEA94-638C-BA45-998D-B54F3636707D}" destId="{F36A1279-2184-084F-BE54-4905B7789F6E}" srcOrd="1" destOrd="0" presId="urn:microsoft.com/office/officeart/2005/8/layout/hierarchy1"/>
    <dgm:cxn modelId="{16C305D2-DBD4-A446-A2BF-6CBC9FB053A5}" type="presParOf" srcId="{F36A1279-2184-084F-BE54-4905B7789F6E}" destId="{F0C5F4FD-F449-344F-9DEF-A42EC18B3E3B}" srcOrd="0" destOrd="0" presId="urn:microsoft.com/office/officeart/2005/8/layout/hierarchy1"/>
    <dgm:cxn modelId="{6AADAE46-0EC9-2A4F-BBE6-A5C7383BFAB0}" type="presParOf" srcId="{F0C5F4FD-F449-344F-9DEF-A42EC18B3E3B}" destId="{B0CD3667-A26B-9345-9F44-27E8647A5FC5}" srcOrd="0" destOrd="0" presId="urn:microsoft.com/office/officeart/2005/8/layout/hierarchy1"/>
    <dgm:cxn modelId="{068CF1F4-C616-434E-BB32-437138CCC1B6}" type="presParOf" srcId="{F0C5F4FD-F449-344F-9DEF-A42EC18B3E3B}" destId="{D80E1B8A-5ACF-7A43-939F-B60A825122DC}" srcOrd="1" destOrd="0" presId="urn:microsoft.com/office/officeart/2005/8/layout/hierarchy1"/>
    <dgm:cxn modelId="{53C42DC9-5557-0141-8A78-79D0B03A3B4B}" type="presParOf" srcId="{F36A1279-2184-084F-BE54-4905B7789F6E}" destId="{1768793F-32B9-394B-9A16-8537F3A97D9A}" srcOrd="1" destOrd="0" presId="urn:microsoft.com/office/officeart/2005/8/layout/hierarchy1"/>
    <dgm:cxn modelId="{8B7FF03A-91CD-8F44-AEFF-C4FB2394AB24}" type="presParOf" srcId="{1768793F-32B9-394B-9A16-8537F3A97D9A}" destId="{7E2638EB-6CEA-B44F-A9FC-61DC338FCB60}" srcOrd="0" destOrd="0" presId="urn:microsoft.com/office/officeart/2005/8/layout/hierarchy1"/>
    <dgm:cxn modelId="{8633277B-8904-D04D-8546-6CEAB6A19FC1}" type="presParOf" srcId="{1768793F-32B9-394B-9A16-8537F3A97D9A}" destId="{3671164D-1BBD-A743-8610-69F1FCFCBD09}" srcOrd="1" destOrd="0" presId="urn:microsoft.com/office/officeart/2005/8/layout/hierarchy1"/>
    <dgm:cxn modelId="{7F381C13-811E-5844-8186-E81E703F7A4E}" type="presParOf" srcId="{3671164D-1BBD-A743-8610-69F1FCFCBD09}" destId="{D1BC2A64-5E39-2245-9F6E-381C1A461438}" srcOrd="0" destOrd="0" presId="urn:microsoft.com/office/officeart/2005/8/layout/hierarchy1"/>
    <dgm:cxn modelId="{DA8E48AD-E9B3-BD4E-826E-C64C397EAAB1}" type="presParOf" srcId="{D1BC2A64-5E39-2245-9F6E-381C1A461438}" destId="{F82FE2F3-2F3B-AD41-B94A-078A3D6F655C}" srcOrd="0" destOrd="0" presId="urn:microsoft.com/office/officeart/2005/8/layout/hierarchy1"/>
    <dgm:cxn modelId="{26CAD4AE-2A8B-8E42-BE32-1C8DE1CE0D03}" type="presParOf" srcId="{D1BC2A64-5E39-2245-9F6E-381C1A461438}" destId="{589A6AB6-3BA9-3440-8A1F-2DCCC9CAD848}" srcOrd="1" destOrd="0" presId="urn:microsoft.com/office/officeart/2005/8/layout/hierarchy1"/>
    <dgm:cxn modelId="{C29551D1-D02C-3B4C-888E-2A614FA33D79}" type="presParOf" srcId="{3671164D-1BBD-A743-8610-69F1FCFCBD09}" destId="{7C728966-D11B-D84A-AC49-99D9CC8FF9D1}" srcOrd="1" destOrd="0" presId="urn:microsoft.com/office/officeart/2005/8/layout/hierarchy1"/>
    <dgm:cxn modelId="{6F2EC556-6698-0A47-8C93-D5689431A8E3}" type="presParOf" srcId="{7C728966-D11B-D84A-AC49-99D9CC8FF9D1}" destId="{F73338FB-03EE-1943-92C5-561F6F2E3887}" srcOrd="0" destOrd="0" presId="urn:microsoft.com/office/officeart/2005/8/layout/hierarchy1"/>
    <dgm:cxn modelId="{7A3CBAD6-8565-C341-872B-5730EEFCCDA2}" type="presParOf" srcId="{7C728966-D11B-D84A-AC49-99D9CC8FF9D1}" destId="{141E9D5F-DEE3-9741-8076-C41FE39EDD10}" srcOrd="1" destOrd="0" presId="urn:microsoft.com/office/officeart/2005/8/layout/hierarchy1"/>
    <dgm:cxn modelId="{17AC46D3-F2FD-6644-AA5F-F1465B79BF91}" type="presParOf" srcId="{141E9D5F-DEE3-9741-8076-C41FE39EDD10}" destId="{89984CA2-687F-0241-A348-ECA13762E26E}" srcOrd="0" destOrd="0" presId="urn:microsoft.com/office/officeart/2005/8/layout/hierarchy1"/>
    <dgm:cxn modelId="{B4D4322D-12BA-344F-B1B1-C8F801FE9DB9}" type="presParOf" srcId="{89984CA2-687F-0241-A348-ECA13762E26E}" destId="{0F42AE3F-A219-E64C-9945-69880A20AAE3}" srcOrd="0" destOrd="0" presId="urn:microsoft.com/office/officeart/2005/8/layout/hierarchy1"/>
    <dgm:cxn modelId="{5A40F09E-20B2-5340-A915-87C18AD67910}" type="presParOf" srcId="{89984CA2-687F-0241-A348-ECA13762E26E}" destId="{7C568434-3838-7E42-83BA-689B4707AF78}" srcOrd="1" destOrd="0" presId="urn:microsoft.com/office/officeart/2005/8/layout/hierarchy1"/>
    <dgm:cxn modelId="{C3400605-8689-5243-90A8-C48FB210E2AB}" type="presParOf" srcId="{141E9D5F-DEE3-9741-8076-C41FE39EDD10}" destId="{B7A0AE78-CBF5-7C4C-80DC-495F7F223E73}" srcOrd="1" destOrd="0" presId="urn:microsoft.com/office/officeart/2005/8/layout/hierarchy1"/>
    <dgm:cxn modelId="{151B637D-452B-E341-832B-7172A0217232}" type="presParOf" srcId="{B7A0AE78-CBF5-7C4C-80DC-495F7F223E73}" destId="{80F0FDAB-BA29-D049-9403-07776A618840}" srcOrd="0" destOrd="0" presId="urn:microsoft.com/office/officeart/2005/8/layout/hierarchy1"/>
    <dgm:cxn modelId="{0EC00091-410D-4940-90CA-0293DDA30985}" type="presParOf" srcId="{B7A0AE78-CBF5-7C4C-80DC-495F7F223E73}" destId="{76B99D06-8FD9-2847-AD73-02DFB23FE219}" srcOrd="1" destOrd="0" presId="urn:microsoft.com/office/officeart/2005/8/layout/hierarchy1"/>
    <dgm:cxn modelId="{704B9B4D-21DA-E24B-A59A-F74B29FA299F}" type="presParOf" srcId="{76B99D06-8FD9-2847-AD73-02DFB23FE219}" destId="{5A218DA6-8B7B-E443-8832-F5A6229022F3}" srcOrd="0" destOrd="0" presId="urn:microsoft.com/office/officeart/2005/8/layout/hierarchy1"/>
    <dgm:cxn modelId="{43A2120A-894E-234A-A160-BFDDE9CCA068}" type="presParOf" srcId="{5A218DA6-8B7B-E443-8832-F5A6229022F3}" destId="{427FDEB9-BA38-1346-8876-E5924C5CF84F}" srcOrd="0" destOrd="0" presId="urn:microsoft.com/office/officeart/2005/8/layout/hierarchy1"/>
    <dgm:cxn modelId="{A890FDDF-1A10-B84D-BE41-B4A95A929373}" type="presParOf" srcId="{5A218DA6-8B7B-E443-8832-F5A6229022F3}" destId="{18EF7105-E3E5-FD41-A7E7-57BF04DC09C3}" srcOrd="1" destOrd="0" presId="urn:microsoft.com/office/officeart/2005/8/layout/hierarchy1"/>
    <dgm:cxn modelId="{1BF36A67-8D19-1F43-BD97-C4DE97AA42BF}" type="presParOf" srcId="{76B99D06-8FD9-2847-AD73-02DFB23FE219}" destId="{40F3D002-A198-134A-B574-20FD62D57A85}" srcOrd="1" destOrd="0" presId="urn:microsoft.com/office/officeart/2005/8/layout/hierarchy1"/>
    <dgm:cxn modelId="{EF33524D-9A33-A845-A80F-A4F3F1DF27F6}" type="presParOf" srcId="{40F3D002-A198-134A-B574-20FD62D57A85}" destId="{F768E266-9084-E141-90DA-B8FF44229EB4}" srcOrd="0" destOrd="0" presId="urn:microsoft.com/office/officeart/2005/8/layout/hierarchy1"/>
    <dgm:cxn modelId="{D1279248-1569-6D47-A586-1FA194D21C9A}" type="presParOf" srcId="{40F3D002-A198-134A-B574-20FD62D57A85}" destId="{3EA60588-34FA-174A-AA53-16726CC3529C}" srcOrd="1" destOrd="0" presId="urn:microsoft.com/office/officeart/2005/8/layout/hierarchy1"/>
    <dgm:cxn modelId="{7F3F555A-F8CF-F840-B443-D71C1886F635}" type="presParOf" srcId="{3EA60588-34FA-174A-AA53-16726CC3529C}" destId="{AF46D1F6-E5B8-0945-BB5E-A42922302F79}" srcOrd="0" destOrd="0" presId="urn:microsoft.com/office/officeart/2005/8/layout/hierarchy1"/>
    <dgm:cxn modelId="{8523200E-01F3-E247-815D-C3BF6B08EA49}" type="presParOf" srcId="{AF46D1F6-E5B8-0945-BB5E-A42922302F79}" destId="{6A3A0C2F-8FDC-CB4C-90EB-DE4E1E2C7F6E}" srcOrd="0" destOrd="0" presId="urn:microsoft.com/office/officeart/2005/8/layout/hierarchy1"/>
    <dgm:cxn modelId="{E26B5667-2F5C-6949-A7BB-5F831BEB8B4B}" type="presParOf" srcId="{AF46D1F6-E5B8-0945-BB5E-A42922302F79}" destId="{0CC817C9-DC0F-6E46-B484-D3C93AC1F1FE}" srcOrd="1" destOrd="0" presId="urn:microsoft.com/office/officeart/2005/8/layout/hierarchy1"/>
    <dgm:cxn modelId="{25A8C151-6D3E-3A44-97AF-6FB16CB17855}" type="presParOf" srcId="{3EA60588-34FA-174A-AA53-16726CC3529C}" destId="{8A209173-A9D8-3D46-96C5-556DBD71D6E4}" srcOrd="1" destOrd="0" presId="urn:microsoft.com/office/officeart/2005/8/layout/hierarchy1"/>
    <dgm:cxn modelId="{B2E214AA-318E-2342-9EE9-1099C60ACB3D}" type="presParOf" srcId="{8A209173-A9D8-3D46-96C5-556DBD71D6E4}" destId="{3E4AD822-E2A8-394E-98A4-81638381FE8B}" srcOrd="0" destOrd="0" presId="urn:microsoft.com/office/officeart/2005/8/layout/hierarchy1"/>
    <dgm:cxn modelId="{39FEFDB2-D2E8-4749-8E3D-699F730970AF}" type="presParOf" srcId="{8A209173-A9D8-3D46-96C5-556DBD71D6E4}" destId="{EEEAD181-1F8A-8F48-8A9B-1FCBCB144FFF}" srcOrd="1" destOrd="0" presId="urn:microsoft.com/office/officeart/2005/8/layout/hierarchy1"/>
    <dgm:cxn modelId="{0D580C35-2707-6847-BE33-7613A41D3FA5}" type="presParOf" srcId="{EEEAD181-1F8A-8F48-8A9B-1FCBCB144FFF}" destId="{72A9A003-482D-F648-84CB-92CA2259CC14}" srcOrd="0" destOrd="0" presId="urn:microsoft.com/office/officeart/2005/8/layout/hierarchy1"/>
    <dgm:cxn modelId="{846130C2-B878-8449-884F-3DE11E74D418}" type="presParOf" srcId="{72A9A003-482D-F648-84CB-92CA2259CC14}" destId="{D909C44D-A5FA-1344-8BE8-DD6A106B4222}" srcOrd="0" destOrd="0" presId="urn:microsoft.com/office/officeart/2005/8/layout/hierarchy1"/>
    <dgm:cxn modelId="{E5026233-8502-2A4B-8706-C3A25D690AA6}" type="presParOf" srcId="{72A9A003-482D-F648-84CB-92CA2259CC14}" destId="{BAC3DE9B-08A2-0E47-B77E-7614BFD79316}" srcOrd="1" destOrd="0" presId="urn:microsoft.com/office/officeart/2005/8/layout/hierarchy1"/>
    <dgm:cxn modelId="{952AFBB3-6722-0B4A-9457-28BB42092DD4}" type="presParOf" srcId="{EEEAD181-1F8A-8F48-8A9B-1FCBCB144FFF}" destId="{583BC83B-AA6B-9045-8EA0-E19CC2C945CA}" srcOrd="1" destOrd="0" presId="urn:microsoft.com/office/officeart/2005/8/layout/hierarchy1"/>
    <dgm:cxn modelId="{03A17AF8-3591-A044-89C5-323BAA849321}" type="presParOf" srcId="{583BC83B-AA6B-9045-8EA0-E19CC2C945CA}" destId="{1E0DD819-4356-A840-90EE-3D7CBB9CFC3A}" srcOrd="0" destOrd="0" presId="urn:microsoft.com/office/officeart/2005/8/layout/hierarchy1"/>
    <dgm:cxn modelId="{9123B6EE-16A1-A94E-A27C-FC440C356211}" type="presParOf" srcId="{583BC83B-AA6B-9045-8EA0-E19CC2C945CA}" destId="{B4609BFA-6E30-DD46-B843-F9D0796B22F3}" srcOrd="1" destOrd="0" presId="urn:microsoft.com/office/officeart/2005/8/layout/hierarchy1"/>
    <dgm:cxn modelId="{5246D70D-BE08-2A44-BAC6-402167165390}" type="presParOf" srcId="{B4609BFA-6E30-DD46-B843-F9D0796B22F3}" destId="{FC6B7CD6-93AB-3446-95C1-F9034235BA45}" srcOrd="0" destOrd="0" presId="urn:microsoft.com/office/officeart/2005/8/layout/hierarchy1"/>
    <dgm:cxn modelId="{6380122B-ABE2-8148-8F50-3BA03415750D}" type="presParOf" srcId="{FC6B7CD6-93AB-3446-95C1-F9034235BA45}" destId="{FF7C9F48-3B47-AF40-B679-02E4BD860202}" srcOrd="0" destOrd="0" presId="urn:microsoft.com/office/officeart/2005/8/layout/hierarchy1"/>
    <dgm:cxn modelId="{E63B7471-62E0-254D-8373-B28906ED4D30}" type="presParOf" srcId="{FC6B7CD6-93AB-3446-95C1-F9034235BA45}" destId="{D3B60DA8-FDC0-5B45-9F32-2912421AB09A}" srcOrd="1" destOrd="0" presId="urn:microsoft.com/office/officeart/2005/8/layout/hierarchy1"/>
    <dgm:cxn modelId="{24D46B1A-0876-6442-8608-C86E937ECD88}" type="presParOf" srcId="{B4609BFA-6E30-DD46-B843-F9D0796B22F3}" destId="{B5794A97-A24B-B449-85F9-F616F400F5F5}" srcOrd="1" destOrd="0" presId="urn:microsoft.com/office/officeart/2005/8/layout/hierarchy1"/>
    <dgm:cxn modelId="{0404B6CA-33B3-0842-912B-30ADABE3291C}" type="presParOf" srcId="{3EB50925-BF12-6141-BEF2-2BC260F77591}" destId="{55E96FD7-00E5-B645-B404-685D8E28C886}" srcOrd="2" destOrd="0" presId="urn:microsoft.com/office/officeart/2005/8/layout/hierarchy1"/>
    <dgm:cxn modelId="{9A6EF1B6-9A67-2E46-82C6-329ECA495129}" type="presParOf" srcId="{3EB50925-BF12-6141-BEF2-2BC260F77591}" destId="{8CE6624B-D84E-CD41-AC87-1ECD6E9531D5}" srcOrd="3" destOrd="0" presId="urn:microsoft.com/office/officeart/2005/8/layout/hierarchy1"/>
    <dgm:cxn modelId="{A67B72B2-4160-6542-A418-085B3FA43A2B}" type="presParOf" srcId="{8CE6624B-D84E-CD41-AC87-1ECD6E9531D5}" destId="{BD2F529A-2C93-4243-9A50-02A689F3551B}" srcOrd="0" destOrd="0" presId="urn:microsoft.com/office/officeart/2005/8/layout/hierarchy1"/>
    <dgm:cxn modelId="{B14C48B4-9108-0141-9918-E039886880AA}" type="presParOf" srcId="{BD2F529A-2C93-4243-9A50-02A689F3551B}" destId="{E86FC2C7-BB8E-7741-867A-069003AC3F80}" srcOrd="0" destOrd="0" presId="urn:microsoft.com/office/officeart/2005/8/layout/hierarchy1"/>
    <dgm:cxn modelId="{AECF2B9F-87CA-3240-A2C3-9736BAAC2385}" type="presParOf" srcId="{BD2F529A-2C93-4243-9A50-02A689F3551B}" destId="{0B8CE36F-0B80-0645-9C3D-DD138B2ABFD4}" srcOrd="1" destOrd="0" presId="urn:microsoft.com/office/officeart/2005/8/layout/hierarchy1"/>
    <dgm:cxn modelId="{C069B809-0061-B740-B9F7-8C4F9BD23C73}" type="presParOf" srcId="{8CE6624B-D84E-CD41-AC87-1ECD6E9531D5}" destId="{952797F3-F159-8E4D-BCBB-3D5512951892}" srcOrd="1" destOrd="0" presId="urn:microsoft.com/office/officeart/2005/8/layout/hierarchy1"/>
    <dgm:cxn modelId="{D65A1657-4223-F846-BA16-A183E2C28A16}" type="presParOf" srcId="{952797F3-F159-8E4D-BCBB-3D5512951892}" destId="{24A99166-EF3E-C946-99ED-46E156172716}" srcOrd="0" destOrd="0" presId="urn:microsoft.com/office/officeart/2005/8/layout/hierarchy1"/>
    <dgm:cxn modelId="{04D63269-49B2-744C-B4BF-4F7186D75921}" type="presParOf" srcId="{952797F3-F159-8E4D-BCBB-3D5512951892}" destId="{E51D3C9F-82B1-5344-BDEC-D8F0F43A9BDA}" srcOrd="1" destOrd="0" presId="urn:microsoft.com/office/officeart/2005/8/layout/hierarchy1"/>
    <dgm:cxn modelId="{16C93B77-ED64-F640-9826-6E791F1DE71D}" type="presParOf" srcId="{E51D3C9F-82B1-5344-BDEC-D8F0F43A9BDA}" destId="{A779DF8E-54B2-3E42-A2D1-4DD5AA8F8259}" srcOrd="0" destOrd="0" presId="urn:microsoft.com/office/officeart/2005/8/layout/hierarchy1"/>
    <dgm:cxn modelId="{70B14B4D-796C-0A4C-B7CD-22C0ACEC2237}" type="presParOf" srcId="{A779DF8E-54B2-3E42-A2D1-4DD5AA8F8259}" destId="{C9218AD4-74AC-3B44-A547-C3D071AF67E9}" srcOrd="0" destOrd="0" presId="urn:microsoft.com/office/officeart/2005/8/layout/hierarchy1"/>
    <dgm:cxn modelId="{7C25B6E5-F588-4241-8957-E99646FF1A33}" type="presParOf" srcId="{A779DF8E-54B2-3E42-A2D1-4DD5AA8F8259}" destId="{B8F4047B-F11F-104D-AAD9-039D61506DE7}" srcOrd="1" destOrd="0" presId="urn:microsoft.com/office/officeart/2005/8/layout/hierarchy1"/>
    <dgm:cxn modelId="{4D095548-4AA5-3148-A0A6-B6FC142700D1}" type="presParOf" srcId="{E51D3C9F-82B1-5344-BDEC-D8F0F43A9BDA}" destId="{9CF36213-F6E4-A848-8366-CFA619456BE1}" srcOrd="1" destOrd="0" presId="urn:microsoft.com/office/officeart/2005/8/layout/hierarchy1"/>
    <dgm:cxn modelId="{73229F85-20DB-8D4A-99F6-529CFDEFAF18}" type="presParOf" srcId="{9CF36213-F6E4-A848-8366-CFA619456BE1}" destId="{495C2C55-214A-4A49-82BE-7965CE65CB39}" srcOrd="0" destOrd="0" presId="urn:microsoft.com/office/officeart/2005/8/layout/hierarchy1"/>
    <dgm:cxn modelId="{976293A4-DE63-D647-94AC-DAF477279AB6}" type="presParOf" srcId="{9CF36213-F6E4-A848-8366-CFA619456BE1}" destId="{F8562F35-7B08-EB4B-A62B-B0D9FFC1100A}" srcOrd="1" destOrd="0" presId="urn:microsoft.com/office/officeart/2005/8/layout/hierarchy1"/>
    <dgm:cxn modelId="{438635DD-6F1D-1347-92CB-6FD19C283BE0}" type="presParOf" srcId="{F8562F35-7B08-EB4B-A62B-B0D9FFC1100A}" destId="{84147C5B-00CD-9049-9957-4230D45BCBC3}" srcOrd="0" destOrd="0" presId="urn:microsoft.com/office/officeart/2005/8/layout/hierarchy1"/>
    <dgm:cxn modelId="{1BA4D9A6-4AAF-9640-9896-0A9E5B3F90E9}" type="presParOf" srcId="{84147C5B-00CD-9049-9957-4230D45BCBC3}" destId="{ECD1BA69-2AEA-5342-8939-3A017F34793D}" srcOrd="0" destOrd="0" presId="urn:microsoft.com/office/officeart/2005/8/layout/hierarchy1"/>
    <dgm:cxn modelId="{B0DE9C07-9144-D84C-AC6E-E5D404B38295}" type="presParOf" srcId="{84147C5B-00CD-9049-9957-4230D45BCBC3}" destId="{38F5008D-588D-2748-A4A4-832E9796E001}" srcOrd="1" destOrd="0" presId="urn:microsoft.com/office/officeart/2005/8/layout/hierarchy1"/>
    <dgm:cxn modelId="{ADF78B47-C17A-8E4E-9693-78DEA2643C21}" type="presParOf" srcId="{F8562F35-7B08-EB4B-A62B-B0D9FFC1100A}" destId="{D117FB3E-0D56-4E4E-B693-2440476E4731}" srcOrd="1" destOrd="0" presId="urn:microsoft.com/office/officeart/2005/8/layout/hierarchy1"/>
    <dgm:cxn modelId="{5290BC31-1275-9047-A697-3DEE09AB2CB7}" type="presParOf" srcId="{D117FB3E-0D56-4E4E-B693-2440476E4731}" destId="{A7213E2C-7666-6146-9CB0-664B1B86295C}" srcOrd="0" destOrd="0" presId="urn:microsoft.com/office/officeart/2005/8/layout/hierarchy1"/>
    <dgm:cxn modelId="{320AD57A-EE76-5444-9F08-EC689ABE5C3D}" type="presParOf" srcId="{D117FB3E-0D56-4E4E-B693-2440476E4731}" destId="{D03FF0B7-8C7A-714E-8D4E-7DFFA49B0719}" srcOrd="1" destOrd="0" presId="urn:microsoft.com/office/officeart/2005/8/layout/hierarchy1"/>
    <dgm:cxn modelId="{1D01C802-608B-0E42-B324-4B4034839829}" type="presParOf" srcId="{D03FF0B7-8C7A-714E-8D4E-7DFFA49B0719}" destId="{1A90863E-75EC-1B40-BE3C-BA872A6BB02D}" srcOrd="0" destOrd="0" presId="urn:microsoft.com/office/officeart/2005/8/layout/hierarchy1"/>
    <dgm:cxn modelId="{46970BC4-83F9-E249-8AC7-801978D77548}" type="presParOf" srcId="{1A90863E-75EC-1B40-BE3C-BA872A6BB02D}" destId="{F30AD719-4594-E64B-918B-4D6082A18233}" srcOrd="0" destOrd="0" presId="urn:microsoft.com/office/officeart/2005/8/layout/hierarchy1"/>
    <dgm:cxn modelId="{A3D3A67A-F637-374B-BBDE-EF8CF2599930}" type="presParOf" srcId="{1A90863E-75EC-1B40-BE3C-BA872A6BB02D}" destId="{E0571EAC-B843-074C-B657-C4DB9ADD85DE}" srcOrd="1" destOrd="0" presId="urn:microsoft.com/office/officeart/2005/8/layout/hierarchy1"/>
    <dgm:cxn modelId="{43BF4115-F458-A943-BCA2-4F32E04A4ACE}" type="presParOf" srcId="{D03FF0B7-8C7A-714E-8D4E-7DFFA49B0719}" destId="{ABEAB048-ABCC-B049-A11E-6DE4D0DCCB2E}" srcOrd="1" destOrd="0" presId="urn:microsoft.com/office/officeart/2005/8/layout/hierarchy1"/>
    <dgm:cxn modelId="{8CADF6E1-E6E9-2C4F-A226-95606F0715E3}" type="presParOf" srcId="{ABEAB048-ABCC-B049-A11E-6DE4D0DCCB2E}" destId="{834ED23F-44E8-6F44-A94D-0B20A62EBA08}" srcOrd="0" destOrd="0" presId="urn:microsoft.com/office/officeart/2005/8/layout/hierarchy1"/>
    <dgm:cxn modelId="{8C1EE2B7-0450-F441-935F-093A931D126C}" type="presParOf" srcId="{ABEAB048-ABCC-B049-A11E-6DE4D0DCCB2E}" destId="{C443992B-45FB-E947-8CFB-C2918A8300B4}" srcOrd="1" destOrd="0" presId="urn:microsoft.com/office/officeart/2005/8/layout/hierarchy1"/>
    <dgm:cxn modelId="{ED0F92E6-5F01-264B-9D97-258A2CFBD71A}" type="presParOf" srcId="{C443992B-45FB-E947-8CFB-C2918A8300B4}" destId="{006A439C-C225-FE41-8498-C0EE69CE69CB}" srcOrd="0" destOrd="0" presId="urn:microsoft.com/office/officeart/2005/8/layout/hierarchy1"/>
    <dgm:cxn modelId="{C92871C3-4D23-3443-81E4-44F17916141D}" type="presParOf" srcId="{006A439C-C225-FE41-8498-C0EE69CE69CB}" destId="{464E657A-0ACE-284D-83AC-18521668FAB5}" srcOrd="0" destOrd="0" presId="urn:microsoft.com/office/officeart/2005/8/layout/hierarchy1"/>
    <dgm:cxn modelId="{DB5CD1BE-DA23-F946-9B9D-E081C250D54F}" type="presParOf" srcId="{006A439C-C225-FE41-8498-C0EE69CE69CB}" destId="{71DE8ACF-F008-7544-A7E5-BA98AEE6FD37}" srcOrd="1" destOrd="0" presId="urn:microsoft.com/office/officeart/2005/8/layout/hierarchy1"/>
    <dgm:cxn modelId="{0BE28D90-B5E0-6148-A99E-19DB608A2D44}" type="presParOf" srcId="{C443992B-45FB-E947-8CFB-C2918A8300B4}" destId="{FEC489F1-8213-7A4E-ACB2-1734E1D9B15E}" srcOrd="1" destOrd="0" presId="urn:microsoft.com/office/officeart/2005/8/layout/hierarchy1"/>
    <dgm:cxn modelId="{85977A24-E1EE-7B44-A83D-709973F716A4}" type="presParOf" srcId="{FEC489F1-8213-7A4E-ACB2-1734E1D9B15E}" destId="{CCECF13C-AFA2-7F4C-B9CE-D020D6830FC8}" srcOrd="0" destOrd="0" presId="urn:microsoft.com/office/officeart/2005/8/layout/hierarchy1"/>
    <dgm:cxn modelId="{914EEA1E-C405-1B49-AC94-271F654BC77F}" type="presParOf" srcId="{FEC489F1-8213-7A4E-ACB2-1734E1D9B15E}" destId="{C098CDC0-7CD4-C747-9FAD-91E78E31C7ED}" srcOrd="1" destOrd="0" presId="urn:microsoft.com/office/officeart/2005/8/layout/hierarchy1"/>
    <dgm:cxn modelId="{36195DEC-E0C4-4842-B229-674826220A9F}" type="presParOf" srcId="{C098CDC0-7CD4-C747-9FAD-91E78E31C7ED}" destId="{1B568B73-DF92-FA40-A3BA-7ABBAAADA066}" srcOrd="0" destOrd="0" presId="urn:microsoft.com/office/officeart/2005/8/layout/hierarchy1"/>
    <dgm:cxn modelId="{EC7E5525-275D-C845-AB3B-3CCD2AFA32BF}" type="presParOf" srcId="{1B568B73-DF92-FA40-A3BA-7ABBAAADA066}" destId="{EF5F9993-71E7-8741-A965-EF77CF2324D1}" srcOrd="0" destOrd="0" presId="urn:microsoft.com/office/officeart/2005/8/layout/hierarchy1"/>
    <dgm:cxn modelId="{FB37D497-DA96-E44B-89D6-05735FD4729E}" type="presParOf" srcId="{1B568B73-DF92-FA40-A3BA-7ABBAAADA066}" destId="{46753DDA-C769-894C-BFE0-9984BFBB3391}" srcOrd="1" destOrd="0" presId="urn:microsoft.com/office/officeart/2005/8/layout/hierarchy1"/>
    <dgm:cxn modelId="{03431AA4-11AC-A74A-BF97-75AFCA097099}" type="presParOf" srcId="{C098CDC0-7CD4-C747-9FAD-91E78E31C7ED}" destId="{8B4D71B2-40AF-AC4C-87B1-E145006836D7}" srcOrd="1" destOrd="0" presId="urn:microsoft.com/office/officeart/2005/8/layout/hierarchy1"/>
    <dgm:cxn modelId="{2F5D4417-9425-6C45-ACCB-15896E1E3312}" type="presParOf" srcId="{8B4D71B2-40AF-AC4C-87B1-E145006836D7}" destId="{893DB7C7-26B9-5944-94C7-723CC0147B55}" srcOrd="0" destOrd="0" presId="urn:microsoft.com/office/officeart/2005/8/layout/hierarchy1"/>
    <dgm:cxn modelId="{D6543146-0DB8-A941-BF14-6D7D25BF2088}" type="presParOf" srcId="{8B4D71B2-40AF-AC4C-87B1-E145006836D7}" destId="{904CFF3B-45DC-BA40-985B-41A1A0EC0E7A}" srcOrd="1" destOrd="0" presId="urn:microsoft.com/office/officeart/2005/8/layout/hierarchy1"/>
    <dgm:cxn modelId="{6F37AD93-955E-D145-8A73-1EB2BC414882}" type="presParOf" srcId="{904CFF3B-45DC-BA40-985B-41A1A0EC0E7A}" destId="{2872D82C-7C5B-5644-A8E1-780B42AC7943}" srcOrd="0" destOrd="0" presId="urn:microsoft.com/office/officeart/2005/8/layout/hierarchy1"/>
    <dgm:cxn modelId="{1B05BF46-142E-DA45-B994-4CB24725593E}" type="presParOf" srcId="{2872D82C-7C5B-5644-A8E1-780B42AC7943}" destId="{F3F3B3C4-D7E6-6A4F-9EA5-C89212676A87}" srcOrd="0" destOrd="0" presId="urn:microsoft.com/office/officeart/2005/8/layout/hierarchy1"/>
    <dgm:cxn modelId="{B20B76CC-1CD5-2F4B-92FD-AB99304630F2}" type="presParOf" srcId="{2872D82C-7C5B-5644-A8E1-780B42AC7943}" destId="{6984F774-87A0-B24F-A1B0-B2782AB3387F}" srcOrd="1" destOrd="0" presId="urn:microsoft.com/office/officeart/2005/8/layout/hierarchy1"/>
    <dgm:cxn modelId="{1C3A6C91-FF1F-4542-8BD7-E57F8CC7902D}" type="presParOf" srcId="{904CFF3B-45DC-BA40-985B-41A1A0EC0E7A}" destId="{B2F83BB2-3945-8342-9D9D-AC00046750A7}" srcOrd="1" destOrd="0" presId="urn:microsoft.com/office/officeart/2005/8/layout/hierarchy1"/>
    <dgm:cxn modelId="{F833A47C-54C3-994F-BAC7-FFC3F13C3BFF}" type="presParOf" srcId="{B2F83BB2-3945-8342-9D9D-AC00046750A7}" destId="{D79396E5-FC0F-E64A-8A02-5BFCD96591EC}" srcOrd="0" destOrd="0" presId="urn:microsoft.com/office/officeart/2005/8/layout/hierarchy1"/>
    <dgm:cxn modelId="{779547E9-4126-784B-9BED-30560662280C}" type="presParOf" srcId="{B2F83BB2-3945-8342-9D9D-AC00046750A7}" destId="{F80CFE98-42CA-C148-A888-B8CA5CD2462C}" srcOrd="1" destOrd="0" presId="urn:microsoft.com/office/officeart/2005/8/layout/hierarchy1"/>
    <dgm:cxn modelId="{AA936758-482E-384C-851F-B1F3B8979CC1}" type="presParOf" srcId="{F80CFE98-42CA-C148-A888-B8CA5CD2462C}" destId="{95A113AE-F178-6E4C-9245-07472DF53AE0}" srcOrd="0" destOrd="0" presId="urn:microsoft.com/office/officeart/2005/8/layout/hierarchy1"/>
    <dgm:cxn modelId="{0394B3F4-C11E-8244-8608-BDEB42F77DB7}" type="presParOf" srcId="{95A113AE-F178-6E4C-9245-07472DF53AE0}" destId="{C8DFE140-C01D-C740-BBE2-B38C5A7B0790}" srcOrd="0" destOrd="0" presId="urn:microsoft.com/office/officeart/2005/8/layout/hierarchy1"/>
    <dgm:cxn modelId="{072DAD08-D7AD-4446-A967-D3C59D857493}" type="presParOf" srcId="{95A113AE-F178-6E4C-9245-07472DF53AE0}" destId="{328B0CD9-8844-D54B-AB3B-6B20541F06B2}" srcOrd="1" destOrd="0" presId="urn:microsoft.com/office/officeart/2005/8/layout/hierarchy1"/>
    <dgm:cxn modelId="{DC8403EF-63BF-7246-BF87-A2E3CE6D00D1}" type="presParOf" srcId="{F80CFE98-42CA-C148-A888-B8CA5CD2462C}" destId="{EAA5A32F-6666-704C-A30F-F7F3094A95DF}" srcOrd="1" destOrd="0" presId="urn:microsoft.com/office/officeart/2005/8/layout/hierarchy1"/>
    <dgm:cxn modelId="{657977E8-F59D-9C49-A75E-F009DF03CD5F}" type="presParOf" srcId="{EAA5A32F-6666-704C-A30F-F7F3094A95DF}" destId="{BA266954-29B5-6441-A2E9-9C6AC7BD7EA0}" srcOrd="0" destOrd="0" presId="urn:microsoft.com/office/officeart/2005/8/layout/hierarchy1"/>
    <dgm:cxn modelId="{47CEA911-6E35-E742-9E41-FCB90E381A86}" type="presParOf" srcId="{EAA5A32F-6666-704C-A30F-F7F3094A95DF}" destId="{06BD814C-DA6E-5D46-A0DB-34000B3E7704}" srcOrd="1" destOrd="0" presId="urn:microsoft.com/office/officeart/2005/8/layout/hierarchy1"/>
    <dgm:cxn modelId="{050BA729-11F0-BE4B-B513-8FFD060862C4}" type="presParOf" srcId="{06BD814C-DA6E-5D46-A0DB-34000B3E7704}" destId="{3938E988-A938-6B43-8DCB-8C9C5212FB7D}" srcOrd="0" destOrd="0" presId="urn:microsoft.com/office/officeart/2005/8/layout/hierarchy1"/>
    <dgm:cxn modelId="{EC6E7BAE-99DC-564A-98E9-72A8F46D8EBA}" type="presParOf" srcId="{3938E988-A938-6B43-8DCB-8C9C5212FB7D}" destId="{BB88B08C-5264-5E4B-80D1-88A8F42EEABE}" srcOrd="0" destOrd="0" presId="urn:microsoft.com/office/officeart/2005/8/layout/hierarchy1"/>
    <dgm:cxn modelId="{E2FDE8A0-FBFA-6649-BACF-8B2788696DB5}" type="presParOf" srcId="{3938E988-A938-6B43-8DCB-8C9C5212FB7D}" destId="{4086D43C-DE7A-4C4A-B7E1-8B67E5C1FCA3}" srcOrd="1" destOrd="0" presId="urn:microsoft.com/office/officeart/2005/8/layout/hierarchy1"/>
    <dgm:cxn modelId="{9F20AD65-8C04-1D42-AEFF-9EF5C4F581E4}" type="presParOf" srcId="{06BD814C-DA6E-5D46-A0DB-34000B3E7704}" destId="{4CF7967A-B587-9E44-A7A9-E80E205ADCFD}" srcOrd="1" destOrd="0" presId="urn:microsoft.com/office/officeart/2005/8/layout/hierarchy1"/>
    <dgm:cxn modelId="{FFCCCEAD-1597-3149-A4FE-21916FB2FE8F}" type="presParOf" srcId="{4CF7967A-B587-9E44-A7A9-E80E205ADCFD}" destId="{C81D2DCE-D9AC-974B-BCC1-D0B54706A6E5}" srcOrd="0" destOrd="0" presId="urn:microsoft.com/office/officeart/2005/8/layout/hierarchy1"/>
    <dgm:cxn modelId="{267BABF3-1DA1-D248-A59F-126D773DE975}" type="presParOf" srcId="{4CF7967A-B587-9E44-A7A9-E80E205ADCFD}" destId="{E1A2CAC0-9868-DD43-805B-5F36E5EC413A}" srcOrd="1" destOrd="0" presId="urn:microsoft.com/office/officeart/2005/8/layout/hierarchy1"/>
    <dgm:cxn modelId="{B1FE4885-8546-F842-A901-574698E95F04}" type="presParOf" srcId="{E1A2CAC0-9868-DD43-805B-5F36E5EC413A}" destId="{BC123BD4-76BC-9941-BD3B-31D548C62D40}" srcOrd="0" destOrd="0" presId="urn:microsoft.com/office/officeart/2005/8/layout/hierarchy1"/>
    <dgm:cxn modelId="{3EE08CC3-2C14-494A-878C-94C6D793C012}" type="presParOf" srcId="{BC123BD4-76BC-9941-BD3B-31D548C62D40}" destId="{4567A167-4267-0249-9523-D76ABD880AAA}" srcOrd="0" destOrd="0" presId="urn:microsoft.com/office/officeart/2005/8/layout/hierarchy1"/>
    <dgm:cxn modelId="{7CE5337B-E2D5-3045-A603-439E4E9BF232}" type="presParOf" srcId="{BC123BD4-76BC-9941-BD3B-31D548C62D40}" destId="{E37AD1CC-4DD4-914B-942D-50DBDCDCF626}" srcOrd="1" destOrd="0" presId="urn:microsoft.com/office/officeart/2005/8/layout/hierarchy1"/>
    <dgm:cxn modelId="{FBCDDD9D-57E7-FE44-93B4-31EDCD4FBDDD}" type="presParOf" srcId="{E1A2CAC0-9868-DD43-805B-5F36E5EC413A}" destId="{ED901E9B-A3CF-CA4C-8719-1FFBD549B1BA}" srcOrd="1" destOrd="0" presId="urn:microsoft.com/office/officeart/2005/8/layout/hierarchy1"/>
    <dgm:cxn modelId="{05C3983B-7666-064D-BB82-B58CA34F720C}" type="presParOf" srcId="{3EB50925-BF12-6141-BEF2-2BC260F77591}" destId="{CDDF9C79-6609-AF49-8BA0-76AC2E69182A}" srcOrd="4" destOrd="0" presId="urn:microsoft.com/office/officeart/2005/8/layout/hierarchy1"/>
    <dgm:cxn modelId="{5FEF7847-E415-8A47-B952-DA4F37BE2B4C}" type="presParOf" srcId="{3EB50925-BF12-6141-BEF2-2BC260F77591}" destId="{1F4E3308-A0EA-7848-B2AA-1758FA9D0478}" srcOrd="5" destOrd="0" presId="urn:microsoft.com/office/officeart/2005/8/layout/hierarchy1"/>
    <dgm:cxn modelId="{B2EE03E8-0351-F942-B0CA-02D5432B1029}" type="presParOf" srcId="{1F4E3308-A0EA-7848-B2AA-1758FA9D0478}" destId="{17546CA3-258B-F046-A444-73C20FC6888E}" srcOrd="0" destOrd="0" presId="urn:microsoft.com/office/officeart/2005/8/layout/hierarchy1"/>
    <dgm:cxn modelId="{7A8DA489-EB8C-464D-BDA0-B907A4A414A0}" type="presParOf" srcId="{17546CA3-258B-F046-A444-73C20FC6888E}" destId="{BD848D0A-70F8-6441-B3B7-ADEADD4EB3F9}" srcOrd="0" destOrd="0" presId="urn:microsoft.com/office/officeart/2005/8/layout/hierarchy1"/>
    <dgm:cxn modelId="{F48B5A19-00AA-CD4D-9334-7B81AC84B3F4}" type="presParOf" srcId="{17546CA3-258B-F046-A444-73C20FC6888E}" destId="{89947061-A630-C24D-94D4-4639B17FD0D6}" srcOrd="1" destOrd="0" presId="urn:microsoft.com/office/officeart/2005/8/layout/hierarchy1"/>
    <dgm:cxn modelId="{93619D5D-65C2-9540-ADA7-5C5E61FEC20D}" type="presParOf" srcId="{1F4E3308-A0EA-7848-B2AA-1758FA9D0478}" destId="{A4C6BFB7-58AE-EB44-81F0-492FF0947541}" srcOrd="1" destOrd="0" presId="urn:microsoft.com/office/officeart/2005/8/layout/hierarchy1"/>
    <dgm:cxn modelId="{B6CABCD5-8B89-3A43-91D2-A18857D77878}" type="presParOf" srcId="{A4C6BFB7-58AE-EB44-81F0-492FF0947541}" destId="{582A12F8-F6D6-EE40-BF2F-F2C006A19981}" srcOrd="0" destOrd="0" presId="urn:microsoft.com/office/officeart/2005/8/layout/hierarchy1"/>
    <dgm:cxn modelId="{D9ED906F-A5E0-6142-800A-01C102F1D37F}" type="presParOf" srcId="{A4C6BFB7-58AE-EB44-81F0-492FF0947541}" destId="{3EEF553B-B3A7-6945-BF37-B933EDAAC7EF}" srcOrd="1" destOrd="0" presId="urn:microsoft.com/office/officeart/2005/8/layout/hierarchy1"/>
    <dgm:cxn modelId="{27DD4A39-C991-6C49-87B2-12741209EE50}" type="presParOf" srcId="{3EEF553B-B3A7-6945-BF37-B933EDAAC7EF}" destId="{0E7A5095-3A42-CD44-BE44-6E4BB6DA6065}" srcOrd="0" destOrd="0" presId="urn:microsoft.com/office/officeart/2005/8/layout/hierarchy1"/>
    <dgm:cxn modelId="{B1B1A23D-2B1C-3A44-A4A4-3FBB753AEAFC}" type="presParOf" srcId="{0E7A5095-3A42-CD44-BE44-6E4BB6DA6065}" destId="{E3D44FD5-6640-FE43-AFCB-1929C9A628EC}" srcOrd="0" destOrd="0" presId="urn:microsoft.com/office/officeart/2005/8/layout/hierarchy1"/>
    <dgm:cxn modelId="{E2109F81-035D-2049-8700-3A410269ABD8}" type="presParOf" srcId="{0E7A5095-3A42-CD44-BE44-6E4BB6DA6065}" destId="{D0E4820B-3BF2-1942-A66F-8D8D1EB11D95}" srcOrd="1" destOrd="0" presId="urn:microsoft.com/office/officeart/2005/8/layout/hierarchy1"/>
    <dgm:cxn modelId="{415E8122-3D2A-5146-BC28-A9087DBB9F7F}" type="presParOf" srcId="{3EEF553B-B3A7-6945-BF37-B933EDAAC7EF}" destId="{6B475F92-CAD1-0445-918C-C605ABAB43DD}" srcOrd="1" destOrd="0" presId="urn:microsoft.com/office/officeart/2005/8/layout/hierarchy1"/>
    <dgm:cxn modelId="{216DA688-385E-A24C-B9E7-7D413973D5E9}" type="presParOf" srcId="{6B475F92-CAD1-0445-918C-C605ABAB43DD}" destId="{BE901C4D-F436-3045-8158-3B248EC51C5D}" srcOrd="0" destOrd="0" presId="urn:microsoft.com/office/officeart/2005/8/layout/hierarchy1"/>
    <dgm:cxn modelId="{06B6FF3C-BB88-BE4E-9F24-B0AA2AB95967}" type="presParOf" srcId="{6B475F92-CAD1-0445-918C-C605ABAB43DD}" destId="{FD3D5079-1B1F-6248-8FCC-4F2F1BCE66F6}" srcOrd="1" destOrd="0" presId="urn:microsoft.com/office/officeart/2005/8/layout/hierarchy1"/>
    <dgm:cxn modelId="{0923037C-B35C-3A40-B545-6AE95404FC2F}" type="presParOf" srcId="{FD3D5079-1B1F-6248-8FCC-4F2F1BCE66F6}" destId="{E087FA89-76E9-9547-9F0A-B8BB57B6D52D}" srcOrd="0" destOrd="0" presId="urn:microsoft.com/office/officeart/2005/8/layout/hierarchy1"/>
    <dgm:cxn modelId="{679EA939-58B9-1348-B4AA-B3825B12981F}" type="presParOf" srcId="{E087FA89-76E9-9547-9F0A-B8BB57B6D52D}" destId="{31581123-53A8-BB4C-A763-231C8A71DC36}" srcOrd="0" destOrd="0" presId="urn:microsoft.com/office/officeart/2005/8/layout/hierarchy1"/>
    <dgm:cxn modelId="{0A078504-2804-C943-9DAA-F9DD9468D738}" type="presParOf" srcId="{E087FA89-76E9-9547-9F0A-B8BB57B6D52D}" destId="{130AD9D9-ADE1-D44A-B0FA-5E7DD7DB6388}" srcOrd="1" destOrd="0" presId="urn:microsoft.com/office/officeart/2005/8/layout/hierarchy1"/>
    <dgm:cxn modelId="{C6609DAE-B345-6D45-8B35-14CE59BF7F7A}" type="presParOf" srcId="{FD3D5079-1B1F-6248-8FCC-4F2F1BCE66F6}" destId="{C01700F0-1BC5-4C4A-9B08-3CAB3712CADE}" srcOrd="1" destOrd="0" presId="urn:microsoft.com/office/officeart/2005/8/layout/hierarchy1"/>
    <dgm:cxn modelId="{2B5E9F8E-CA7D-574E-ADDF-AA875078FDEB}" type="presParOf" srcId="{C01700F0-1BC5-4C4A-9B08-3CAB3712CADE}" destId="{971885C5-418E-DA45-94D8-189E45A1B363}" srcOrd="0" destOrd="0" presId="urn:microsoft.com/office/officeart/2005/8/layout/hierarchy1"/>
    <dgm:cxn modelId="{2C4C361E-0F70-F14E-BC07-21A15EBF3199}" type="presParOf" srcId="{C01700F0-1BC5-4C4A-9B08-3CAB3712CADE}" destId="{6F88A6DD-3281-AD43-BA66-3F5B99C0518D}" srcOrd="1" destOrd="0" presId="urn:microsoft.com/office/officeart/2005/8/layout/hierarchy1"/>
    <dgm:cxn modelId="{B9D6D777-E0C2-974B-BB41-B2F18EC8CCD8}" type="presParOf" srcId="{6F88A6DD-3281-AD43-BA66-3F5B99C0518D}" destId="{9687EC48-177E-014D-B888-F0A4990D82D4}" srcOrd="0" destOrd="0" presId="urn:microsoft.com/office/officeart/2005/8/layout/hierarchy1"/>
    <dgm:cxn modelId="{CBB322CA-262C-7C47-B3B8-B39909B78F5C}" type="presParOf" srcId="{9687EC48-177E-014D-B888-F0A4990D82D4}" destId="{D1EF7A3C-C9C6-DF4F-B215-74C70CA4CA4C}" srcOrd="0" destOrd="0" presId="urn:microsoft.com/office/officeart/2005/8/layout/hierarchy1"/>
    <dgm:cxn modelId="{7E992703-4DF0-1943-B277-27CB43103DFF}" type="presParOf" srcId="{9687EC48-177E-014D-B888-F0A4990D82D4}" destId="{2D4469E1-5D21-7D44-B73A-18A6B8E599C0}" srcOrd="1" destOrd="0" presId="urn:microsoft.com/office/officeart/2005/8/layout/hierarchy1"/>
    <dgm:cxn modelId="{63995858-59B0-2E41-B17C-35A51A5B6F0B}" type="presParOf" srcId="{6F88A6DD-3281-AD43-BA66-3F5B99C0518D}" destId="{785F20D9-7758-624C-9557-F6F37EB696FF}" srcOrd="1" destOrd="0" presId="urn:microsoft.com/office/officeart/2005/8/layout/hierarchy1"/>
    <dgm:cxn modelId="{D4080CD6-4FBB-C545-A75A-A530135BD0DA}" type="presParOf" srcId="{785F20D9-7758-624C-9557-F6F37EB696FF}" destId="{B8E626E3-239D-1144-9D4C-88A1B9388AC2}" srcOrd="0" destOrd="0" presId="urn:microsoft.com/office/officeart/2005/8/layout/hierarchy1"/>
    <dgm:cxn modelId="{83EB8AE8-F223-B847-B524-A675EA0B7971}" type="presParOf" srcId="{785F20D9-7758-624C-9557-F6F37EB696FF}" destId="{795B9764-F4B9-7840-A67B-716BF7E12DA5}" srcOrd="1" destOrd="0" presId="urn:microsoft.com/office/officeart/2005/8/layout/hierarchy1"/>
    <dgm:cxn modelId="{C1CA8F50-5538-824D-A30C-31BE8E8514A7}" type="presParOf" srcId="{795B9764-F4B9-7840-A67B-716BF7E12DA5}" destId="{8032FB1F-ED2A-3D42-8A45-EDF0A7A23BE6}" srcOrd="0" destOrd="0" presId="urn:microsoft.com/office/officeart/2005/8/layout/hierarchy1"/>
    <dgm:cxn modelId="{30073CD5-1A79-B345-9F4C-F8B3EFE04B01}" type="presParOf" srcId="{8032FB1F-ED2A-3D42-8A45-EDF0A7A23BE6}" destId="{5A6DF238-D3D0-534B-97FF-05E56E724326}" srcOrd="0" destOrd="0" presId="urn:microsoft.com/office/officeart/2005/8/layout/hierarchy1"/>
    <dgm:cxn modelId="{DE4F2D5C-9DE4-EC43-9D67-19D73E7E2DA5}" type="presParOf" srcId="{8032FB1F-ED2A-3D42-8A45-EDF0A7A23BE6}" destId="{AD02832C-EE8B-B648-9086-59B8A6047794}" srcOrd="1" destOrd="0" presId="urn:microsoft.com/office/officeart/2005/8/layout/hierarchy1"/>
    <dgm:cxn modelId="{D5D79383-F3C2-774C-8DBC-4748E68F421D}" type="presParOf" srcId="{795B9764-F4B9-7840-A67B-716BF7E12DA5}" destId="{E0B5BD37-0D4D-3A4D-8110-8DE9414466AE}" srcOrd="1" destOrd="0" presId="urn:microsoft.com/office/officeart/2005/8/layout/hierarchy1"/>
    <dgm:cxn modelId="{7B18DB99-6E0A-994E-BE8A-545D803590F6}" type="presParOf" srcId="{E0B5BD37-0D4D-3A4D-8110-8DE9414466AE}" destId="{73A183EE-9754-D34D-94F6-867EE3F905E6}" srcOrd="0" destOrd="0" presId="urn:microsoft.com/office/officeart/2005/8/layout/hierarchy1"/>
    <dgm:cxn modelId="{4DA30E0C-FEAE-354B-AD77-26B0C3E86EAF}" type="presParOf" srcId="{E0B5BD37-0D4D-3A4D-8110-8DE9414466AE}" destId="{03275A24-EFF5-DB4F-BCB5-179A30866F47}" srcOrd="1" destOrd="0" presId="urn:microsoft.com/office/officeart/2005/8/layout/hierarchy1"/>
    <dgm:cxn modelId="{F22F8B4A-0329-4C4E-A7CA-D7AC02A20EB7}" type="presParOf" srcId="{03275A24-EFF5-DB4F-BCB5-179A30866F47}" destId="{E05658C0-6B46-AA40-818D-E0573122EC93}" srcOrd="0" destOrd="0" presId="urn:microsoft.com/office/officeart/2005/8/layout/hierarchy1"/>
    <dgm:cxn modelId="{E59F153E-F6CA-DD47-87BA-1EC0E9E173D2}" type="presParOf" srcId="{E05658C0-6B46-AA40-818D-E0573122EC93}" destId="{1DC94AD3-293A-FD44-AF63-4090926F5C36}" srcOrd="0" destOrd="0" presId="urn:microsoft.com/office/officeart/2005/8/layout/hierarchy1"/>
    <dgm:cxn modelId="{757C63DE-E336-7F48-B4D3-7F76252AF814}" type="presParOf" srcId="{E05658C0-6B46-AA40-818D-E0573122EC93}" destId="{669877BA-E1BE-ED41-AF8A-1D8F986EB516}" srcOrd="1" destOrd="0" presId="urn:microsoft.com/office/officeart/2005/8/layout/hierarchy1"/>
    <dgm:cxn modelId="{127C2A30-431A-FC4E-B2EC-6820B51CE864}" type="presParOf" srcId="{03275A24-EFF5-DB4F-BCB5-179A30866F47}" destId="{BDB6C7E3-F1C8-4B4A-9EF4-409D004109F2}" srcOrd="1" destOrd="0" presId="urn:microsoft.com/office/officeart/2005/8/layout/hierarchy1"/>
    <dgm:cxn modelId="{5059DD59-A73E-2E47-9195-552A18021057}" type="presParOf" srcId="{BDB6C7E3-F1C8-4B4A-9EF4-409D004109F2}" destId="{C59BFBF2-E3FA-894F-9B4B-B57BF9BA1C40}" srcOrd="0" destOrd="0" presId="urn:microsoft.com/office/officeart/2005/8/layout/hierarchy1"/>
    <dgm:cxn modelId="{931B4F59-5342-7D4E-968E-113E74DB2478}" type="presParOf" srcId="{BDB6C7E3-F1C8-4B4A-9EF4-409D004109F2}" destId="{A37ADD68-AAA9-684A-80FF-F79F1A0FDA03}" srcOrd="1" destOrd="0" presId="urn:microsoft.com/office/officeart/2005/8/layout/hierarchy1"/>
    <dgm:cxn modelId="{E8BF1104-CBDE-A442-8B66-C2042EA41A8B}" type="presParOf" srcId="{A37ADD68-AAA9-684A-80FF-F79F1A0FDA03}" destId="{22C8B9D3-7E9A-5B43-91A3-866CC1F99841}" srcOrd="0" destOrd="0" presId="urn:microsoft.com/office/officeart/2005/8/layout/hierarchy1"/>
    <dgm:cxn modelId="{D4A211F6-A04B-684F-893F-B8FB1A46D63D}" type="presParOf" srcId="{22C8B9D3-7E9A-5B43-91A3-866CC1F99841}" destId="{1F5C0314-6455-4C43-A55F-E9A10252E87A}" srcOrd="0" destOrd="0" presId="urn:microsoft.com/office/officeart/2005/8/layout/hierarchy1"/>
    <dgm:cxn modelId="{8CF08D80-6773-D24A-A15E-3FA6FD698154}" type="presParOf" srcId="{22C8B9D3-7E9A-5B43-91A3-866CC1F99841}" destId="{7B2A5E95-2A54-4F42-9A17-9F250C192535}" srcOrd="1" destOrd="0" presId="urn:microsoft.com/office/officeart/2005/8/layout/hierarchy1"/>
    <dgm:cxn modelId="{C1ABA900-95E6-0947-B409-09818CBFD744}" type="presParOf" srcId="{A37ADD68-AAA9-684A-80FF-F79F1A0FDA03}" destId="{353E0C8A-2695-A644-AF1A-AA246801C488}" srcOrd="1" destOrd="0" presId="urn:microsoft.com/office/officeart/2005/8/layout/hierarchy1"/>
    <dgm:cxn modelId="{C5CBB6E0-EA8B-5F41-80FF-6310D2E0FC1D}" type="presParOf" srcId="{3EB50925-BF12-6141-BEF2-2BC260F77591}" destId="{4E744963-9A0F-5544-A44E-74B9221C1CA3}" srcOrd="6" destOrd="0" presId="urn:microsoft.com/office/officeart/2005/8/layout/hierarchy1"/>
    <dgm:cxn modelId="{22A40D4F-056E-0043-ABF7-D708BAFC8CC0}" type="presParOf" srcId="{3EB50925-BF12-6141-BEF2-2BC260F77591}" destId="{63729310-9BBD-CE45-B71A-2477D8BFA1AB}" srcOrd="7" destOrd="0" presId="urn:microsoft.com/office/officeart/2005/8/layout/hierarchy1"/>
    <dgm:cxn modelId="{BC5221B3-CA91-3344-B58F-9E3CE52E6937}" type="presParOf" srcId="{63729310-9BBD-CE45-B71A-2477D8BFA1AB}" destId="{09D26D81-1AE5-1749-8049-1EED38225AF1}" srcOrd="0" destOrd="0" presId="urn:microsoft.com/office/officeart/2005/8/layout/hierarchy1"/>
    <dgm:cxn modelId="{D7FFAA5B-AC63-4547-A1D2-E3F28A43765F}" type="presParOf" srcId="{09D26D81-1AE5-1749-8049-1EED38225AF1}" destId="{46C26868-C2EE-464B-A817-CABECEB3A626}" srcOrd="0" destOrd="0" presId="urn:microsoft.com/office/officeart/2005/8/layout/hierarchy1"/>
    <dgm:cxn modelId="{382D428F-C215-D549-95B6-33F7F6BD2E86}" type="presParOf" srcId="{09D26D81-1AE5-1749-8049-1EED38225AF1}" destId="{E240F38A-9248-1249-A534-B76CE036121C}" srcOrd="1" destOrd="0" presId="urn:microsoft.com/office/officeart/2005/8/layout/hierarchy1"/>
    <dgm:cxn modelId="{9CFD16C2-F503-4843-992C-6F074BCA7F7D}" type="presParOf" srcId="{63729310-9BBD-CE45-B71A-2477D8BFA1AB}" destId="{86E14D62-8E5C-4143-B1BA-2741E243593A}" srcOrd="1" destOrd="0" presId="urn:microsoft.com/office/officeart/2005/8/layout/hierarchy1"/>
    <dgm:cxn modelId="{DFD4AAF3-F0FC-1349-B1FE-1BACC689A077}" type="presParOf" srcId="{86E14D62-8E5C-4143-B1BA-2741E243593A}" destId="{569BC68E-891D-5B41-9003-5208DCAF802D}" srcOrd="0" destOrd="0" presId="urn:microsoft.com/office/officeart/2005/8/layout/hierarchy1"/>
    <dgm:cxn modelId="{F0AD7BE2-6CB9-184E-9481-F11E51A1DF3B}" type="presParOf" srcId="{86E14D62-8E5C-4143-B1BA-2741E243593A}" destId="{696BC683-088F-B54E-8146-38D8ECC692D8}" srcOrd="1" destOrd="0" presId="urn:microsoft.com/office/officeart/2005/8/layout/hierarchy1"/>
    <dgm:cxn modelId="{7E6FF80B-C1C0-3445-875E-D1442CC960F5}" type="presParOf" srcId="{696BC683-088F-B54E-8146-38D8ECC692D8}" destId="{34A2FE0C-3234-5E47-8780-B3741ECE43A0}" srcOrd="0" destOrd="0" presId="urn:microsoft.com/office/officeart/2005/8/layout/hierarchy1"/>
    <dgm:cxn modelId="{64C576E5-F5D8-0B4D-8B0E-D0E8840F4E58}" type="presParOf" srcId="{34A2FE0C-3234-5E47-8780-B3741ECE43A0}" destId="{21924883-A6CF-D742-A53D-E208CFD52DB9}" srcOrd="0" destOrd="0" presId="urn:microsoft.com/office/officeart/2005/8/layout/hierarchy1"/>
    <dgm:cxn modelId="{8DBC25EA-CE06-B745-88F9-595AD9BD5969}" type="presParOf" srcId="{34A2FE0C-3234-5E47-8780-B3741ECE43A0}" destId="{51E48C2F-8B87-0E42-9D49-9FBBD3DB507E}" srcOrd="1" destOrd="0" presId="urn:microsoft.com/office/officeart/2005/8/layout/hierarchy1"/>
    <dgm:cxn modelId="{3CD8FA84-7427-224B-BACC-6D1567A5EFFE}" type="presParOf" srcId="{696BC683-088F-B54E-8146-38D8ECC692D8}" destId="{2C892709-F75F-BA46-A50D-EE42B95EBA03}" srcOrd="1" destOrd="0" presId="urn:microsoft.com/office/officeart/2005/8/layout/hierarchy1"/>
    <dgm:cxn modelId="{698FB9A8-0AB2-FC41-A1BE-A946B270B761}" type="presParOf" srcId="{2C892709-F75F-BA46-A50D-EE42B95EBA03}" destId="{3898755E-5E1C-4749-8D02-139061720F22}" srcOrd="0" destOrd="0" presId="urn:microsoft.com/office/officeart/2005/8/layout/hierarchy1"/>
    <dgm:cxn modelId="{A7A7C379-6112-0D4B-8266-866714395105}" type="presParOf" srcId="{2C892709-F75F-BA46-A50D-EE42B95EBA03}" destId="{012EB5DC-AFFC-5643-AC09-60BE77191D64}" srcOrd="1" destOrd="0" presId="urn:microsoft.com/office/officeart/2005/8/layout/hierarchy1"/>
    <dgm:cxn modelId="{D2A88FD6-C9CA-BD4D-AA3D-F0C747280FDE}" type="presParOf" srcId="{012EB5DC-AFFC-5643-AC09-60BE77191D64}" destId="{BBA7D467-D019-774E-8CDA-85DA5DF56DC5}" srcOrd="0" destOrd="0" presId="urn:microsoft.com/office/officeart/2005/8/layout/hierarchy1"/>
    <dgm:cxn modelId="{D4871E11-7590-BF4E-AF68-111569830E33}" type="presParOf" srcId="{BBA7D467-D019-774E-8CDA-85DA5DF56DC5}" destId="{DA26FBF8-7609-0D4A-B436-A784B6DFE8A6}" srcOrd="0" destOrd="0" presId="urn:microsoft.com/office/officeart/2005/8/layout/hierarchy1"/>
    <dgm:cxn modelId="{C1378DE9-9A1C-104A-8F6C-EB28BC44C05F}" type="presParOf" srcId="{BBA7D467-D019-774E-8CDA-85DA5DF56DC5}" destId="{4FB2CBE8-CEA9-3249-8B92-4676D5287685}" srcOrd="1" destOrd="0" presId="urn:microsoft.com/office/officeart/2005/8/layout/hierarchy1"/>
    <dgm:cxn modelId="{0E72786F-3C30-0544-8EBF-961189A01C84}" type="presParOf" srcId="{012EB5DC-AFFC-5643-AC09-60BE77191D64}" destId="{2093E0DA-F536-E243-AFED-E88BD559FEE1}" srcOrd="1" destOrd="0" presId="urn:microsoft.com/office/officeart/2005/8/layout/hierarchy1"/>
    <dgm:cxn modelId="{093312A8-2D49-9F44-B73C-EA233978E5C5}" type="presParOf" srcId="{2093E0DA-F536-E243-AFED-E88BD559FEE1}" destId="{5F458AA3-A901-304B-A8DC-1B5F0CAAB42C}" srcOrd="0" destOrd="0" presId="urn:microsoft.com/office/officeart/2005/8/layout/hierarchy1"/>
    <dgm:cxn modelId="{E2F16428-3A68-FD44-A328-59CD887D811B}" type="presParOf" srcId="{2093E0DA-F536-E243-AFED-E88BD559FEE1}" destId="{79408C6B-E776-EE49-9A04-F3496658C692}" srcOrd="1" destOrd="0" presId="urn:microsoft.com/office/officeart/2005/8/layout/hierarchy1"/>
    <dgm:cxn modelId="{224FCD2B-5A88-A84A-BA21-F4AE881CC9CD}" type="presParOf" srcId="{79408C6B-E776-EE49-9A04-F3496658C692}" destId="{53DEC6AA-7E34-6447-9605-4637ABFDB8A1}" srcOrd="0" destOrd="0" presId="urn:microsoft.com/office/officeart/2005/8/layout/hierarchy1"/>
    <dgm:cxn modelId="{F064F3C3-446E-8941-B4F1-F322B4402686}" type="presParOf" srcId="{53DEC6AA-7E34-6447-9605-4637ABFDB8A1}" destId="{DC966B37-0C7C-2E4E-9D88-51386C08140E}" srcOrd="0" destOrd="0" presId="urn:microsoft.com/office/officeart/2005/8/layout/hierarchy1"/>
    <dgm:cxn modelId="{6BB0A712-51A4-C14F-A735-39CF62924C19}" type="presParOf" srcId="{53DEC6AA-7E34-6447-9605-4637ABFDB8A1}" destId="{90F2DB53-868F-F645-A93B-51636D01A250}" srcOrd="1" destOrd="0" presId="urn:microsoft.com/office/officeart/2005/8/layout/hierarchy1"/>
    <dgm:cxn modelId="{43D2B029-1D76-9240-BFBB-958D2BB94C0B}" type="presParOf" srcId="{79408C6B-E776-EE49-9A04-F3496658C692}" destId="{9104526C-CA26-3E40-AA22-3EB1B4BDB276}" srcOrd="1" destOrd="0" presId="urn:microsoft.com/office/officeart/2005/8/layout/hierarchy1"/>
    <dgm:cxn modelId="{D76C48B9-3701-A242-B2B7-3AA9C0A1F6E8}" type="presParOf" srcId="{9104526C-CA26-3E40-AA22-3EB1B4BDB276}" destId="{86515398-4E98-3A44-B1D6-03B9384505C4}" srcOrd="0" destOrd="0" presId="urn:microsoft.com/office/officeart/2005/8/layout/hierarchy1"/>
    <dgm:cxn modelId="{617CCF6F-8AAD-AA45-9C6B-397F7F2AA435}" type="presParOf" srcId="{9104526C-CA26-3E40-AA22-3EB1B4BDB276}" destId="{26EEA6C3-770B-2C40-961A-98D9BC71B9B6}" srcOrd="1" destOrd="0" presId="urn:microsoft.com/office/officeart/2005/8/layout/hierarchy1"/>
    <dgm:cxn modelId="{3192D567-E207-DB4B-9C09-4C454DED0EA7}" type="presParOf" srcId="{26EEA6C3-770B-2C40-961A-98D9BC71B9B6}" destId="{74FFB6D3-D82F-E54A-9927-D3283BB4F020}" srcOrd="0" destOrd="0" presId="urn:microsoft.com/office/officeart/2005/8/layout/hierarchy1"/>
    <dgm:cxn modelId="{0C781810-0497-8F49-B679-AAA4979DC0DC}" type="presParOf" srcId="{74FFB6D3-D82F-E54A-9927-D3283BB4F020}" destId="{575C2AF5-6E42-F84F-B988-FD0CE12C0AE7}" srcOrd="0" destOrd="0" presId="urn:microsoft.com/office/officeart/2005/8/layout/hierarchy1"/>
    <dgm:cxn modelId="{56809422-4993-4643-8D3C-918F341894D4}" type="presParOf" srcId="{74FFB6D3-D82F-E54A-9927-D3283BB4F020}" destId="{640E670A-B91A-4A40-935A-670A0265F7BA}" srcOrd="1" destOrd="0" presId="urn:microsoft.com/office/officeart/2005/8/layout/hierarchy1"/>
    <dgm:cxn modelId="{0E19E7D1-465B-6D42-88E0-E456F63132E5}" type="presParOf" srcId="{26EEA6C3-770B-2C40-961A-98D9BC71B9B6}" destId="{C119F9DD-33D6-834C-9326-16FD2B9CAD33}" srcOrd="1" destOrd="0" presId="urn:microsoft.com/office/officeart/2005/8/layout/hierarchy1"/>
    <dgm:cxn modelId="{ACC7ECAF-EAAD-E840-9B4E-B5DDA0C7BA19}" type="presParOf" srcId="{C119F9DD-33D6-834C-9326-16FD2B9CAD33}" destId="{87E7E8F9-9B19-EC46-9230-858B8963AB04}" srcOrd="0" destOrd="0" presId="urn:microsoft.com/office/officeart/2005/8/layout/hierarchy1"/>
    <dgm:cxn modelId="{3500B884-7EFB-CB4A-BA0D-B4C89709E188}" type="presParOf" srcId="{C119F9DD-33D6-834C-9326-16FD2B9CAD33}" destId="{A7C7F8EB-C889-1045-8237-30C36A260568}" srcOrd="1" destOrd="0" presId="urn:microsoft.com/office/officeart/2005/8/layout/hierarchy1"/>
    <dgm:cxn modelId="{06778968-B561-D845-A2E6-889EB6F66A45}" type="presParOf" srcId="{A7C7F8EB-C889-1045-8237-30C36A260568}" destId="{C75B6EDC-5546-1048-9026-E31897121C5B}" srcOrd="0" destOrd="0" presId="urn:microsoft.com/office/officeart/2005/8/layout/hierarchy1"/>
    <dgm:cxn modelId="{096C4559-AA64-D74A-ABF8-7947B175FDFF}" type="presParOf" srcId="{C75B6EDC-5546-1048-9026-E31897121C5B}" destId="{9D1EDF1B-7D69-954B-935E-EA991224B047}" srcOrd="0" destOrd="0" presId="urn:microsoft.com/office/officeart/2005/8/layout/hierarchy1"/>
    <dgm:cxn modelId="{E2330333-0343-C54F-BE01-40A1E63FA725}" type="presParOf" srcId="{C75B6EDC-5546-1048-9026-E31897121C5B}" destId="{B71AFBFE-F689-BC4F-8C4F-E8A166E31EA0}" srcOrd="1" destOrd="0" presId="urn:microsoft.com/office/officeart/2005/8/layout/hierarchy1"/>
    <dgm:cxn modelId="{824E60C9-B962-B244-9426-BBAB359FCD70}" type="presParOf" srcId="{A7C7F8EB-C889-1045-8237-30C36A260568}" destId="{9EF7A637-5BAD-B044-A7AF-E4455BA250D2}" srcOrd="1" destOrd="0" presId="urn:microsoft.com/office/officeart/2005/8/layout/hierarchy1"/>
    <dgm:cxn modelId="{32843C2D-8149-2D4D-B6CD-EFA7E2A3FCB5}" type="presParOf" srcId="{9EF7A637-5BAD-B044-A7AF-E4455BA250D2}" destId="{23EAED72-44D2-5044-8006-962A5CB98BA4}" srcOrd="0" destOrd="0" presId="urn:microsoft.com/office/officeart/2005/8/layout/hierarchy1"/>
    <dgm:cxn modelId="{BA56EFA9-99C7-B242-9754-83D110A7A29B}" type="presParOf" srcId="{9EF7A637-5BAD-B044-A7AF-E4455BA250D2}" destId="{B1E7B7BD-B739-3246-B605-79C5B60478CB}" srcOrd="1" destOrd="0" presId="urn:microsoft.com/office/officeart/2005/8/layout/hierarchy1"/>
    <dgm:cxn modelId="{67521227-C8B1-6E4C-9F8D-3EE2E7F68148}" type="presParOf" srcId="{B1E7B7BD-B739-3246-B605-79C5B60478CB}" destId="{F9BD162C-8BD2-5542-A10C-95331908547C}" srcOrd="0" destOrd="0" presId="urn:microsoft.com/office/officeart/2005/8/layout/hierarchy1"/>
    <dgm:cxn modelId="{CC761FAD-26FE-5144-A882-1A21B507AB13}" type="presParOf" srcId="{F9BD162C-8BD2-5542-A10C-95331908547C}" destId="{3D9E07A1-0432-BE4F-BA16-F9FEF3835A1A}" srcOrd="0" destOrd="0" presId="urn:microsoft.com/office/officeart/2005/8/layout/hierarchy1"/>
    <dgm:cxn modelId="{2D7A4FD8-9531-2F42-B223-D2F3EC1DC129}" type="presParOf" srcId="{F9BD162C-8BD2-5542-A10C-95331908547C}" destId="{09C51A00-E525-1F4A-8170-45E6ACD0C714}" srcOrd="1" destOrd="0" presId="urn:microsoft.com/office/officeart/2005/8/layout/hierarchy1"/>
    <dgm:cxn modelId="{D44BD432-AC29-D045-803D-B649984D71A4}" type="presParOf" srcId="{B1E7B7BD-B739-3246-B605-79C5B60478CB}" destId="{4B481780-2ADB-DC4F-8C05-15C2DC41B4F8}" srcOrd="1" destOrd="0" presId="urn:microsoft.com/office/officeart/2005/8/layout/hierarchy1"/>
    <dgm:cxn modelId="{5F285441-D1CE-9F42-AF7A-25971A9D17FC}" type="presParOf" srcId="{4B481780-2ADB-DC4F-8C05-15C2DC41B4F8}" destId="{AA6E9B1E-0AD2-A54E-A911-D1CDB533C01B}" srcOrd="0" destOrd="0" presId="urn:microsoft.com/office/officeart/2005/8/layout/hierarchy1"/>
    <dgm:cxn modelId="{18E5FEE3-CBA0-4943-AC07-74573C1B3636}" type="presParOf" srcId="{4B481780-2ADB-DC4F-8C05-15C2DC41B4F8}" destId="{0C8D844E-A0E1-F54C-8166-005BB7D84C3F}" srcOrd="1" destOrd="0" presId="urn:microsoft.com/office/officeart/2005/8/layout/hierarchy1"/>
    <dgm:cxn modelId="{5A913CAD-215D-E848-A50C-B4AF82119D5F}" type="presParOf" srcId="{0C8D844E-A0E1-F54C-8166-005BB7D84C3F}" destId="{19B93799-3CC4-104B-9739-AFB153EF22CE}" srcOrd="0" destOrd="0" presId="urn:microsoft.com/office/officeart/2005/8/layout/hierarchy1"/>
    <dgm:cxn modelId="{8335E84D-F28A-DF4E-8D01-7C088AA103CF}" type="presParOf" srcId="{19B93799-3CC4-104B-9739-AFB153EF22CE}" destId="{BD0D79E4-2997-B449-A577-7227A6C255A7}" srcOrd="0" destOrd="0" presId="urn:microsoft.com/office/officeart/2005/8/layout/hierarchy1"/>
    <dgm:cxn modelId="{81269C10-5813-C142-B3D1-AE9AA1AD9950}" type="presParOf" srcId="{19B93799-3CC4-104B-9739-AFB153EF22CE}" destId="{8CE5B234-08F9-B24D-81AD-4B13DB0505B6}" srcOrd="1" destOrd="0" presId="urn:microsoft.com/office/officeart/2005/8/layout/hierarchy1"/>
    <dgm:cxn modelId="{65261C3B-9CD8-CF44-8C66-F4B74507CFAE}" type="presParOf" srcId="{0C8D844E-A0E1-F54C-8166-005BB7D84C3F}" destId="{FB9BA128-0747-8F44-8175-B7DB7A7AF4AA}" srcOrd="1" destOrd="0" presId="urn:microsoft.com/office/officeart/2005/8/layout/hierarchy1"/>
    <dgm:cxn modelId="{5B6DE7DC-4C85-7249-813E-40C6CD20B980}" type="presParOf" srcId="{FB9BA128-0747-8F44-8175-B7DB7A7AF4AA}" destId="{96CA5D29-239C-3E4F-8A78-766BA4EB3694}" srcOrd="0" destOrd="0" presId="urn:microsoft.com/office/officeart/2005/8/layout/hierarchy1"/>
    <dgm:cxn modelId="{F103D1D2-E2EC-FE4F-901B-1B9C06BEBEB4}" type="presParOf" srcId="{FB9BA128-0747-8F44-8175-B7DB7A7AF4AA}" destId="{2EC2BD0A-46EA-6748-8569-F5CA000E8559}" srcOrd="1" destOrd="0" presId="urn:microsoft.com/office/officeart/2005/8/layout/hierarchy1"/>
    <dgm:cxn modelId="{852990E3-A627-6740-8A39-23E459963BD3}" type="presParOf" srcId="{2EC2BD0A-46EA-6748-8569-F5CA000E8559}" destId="{A06C40B6-8C57-8145-AED5-C6E3C53EB076}" srcOrd="0" destOrd="0" presId="urn:microsoft.com/office/officeart/2005/8/layout/hierarchy1"/>
    <dgm:cxn modelId="{69A9293A-326E-CE4A-B858-C49089CC0636}" type="presParOf" srcId="{A06C40B6-8C57-8145-AED5-C6E3C53EB076}" destId="{A2407D32-C609-5E4E-982B-2CE966F19710}" srcOrd="0" destOrd="0" presId="urn:microsoft.com/office/officeart/2005/8/layout/hierarchy1"/>
    <dgm:cxn modelId="{210CB192-1E7E-A14D-B85D-996213E1249C}" type="presParOf" srcId="{A06C40B6-8C57-8145-AED5-C6E3C53EB076}" destId="{05EB8F65-C0BC-F043-B1E7-F2C2D8441DF5}" srcOrd="1" destOrd="0" presId="urn:microsoft.com/office/officeart/2005/8/layout/hierarchy1"/>
    <dgm:cxn modelId="{851CE51A-30C8-9D46-8B4B-F889F13FDBF8}" type="presParOf" srcId="{2EC2BD0A-46EA-6748-8569-F5CA000E8559}" destId="{346B9BC7-F92E-D143-8A18-4ABC541078AA}" srcOrd="1" destOrd="0" presId="urn:microsoft.com/office/officeart/2005/8/layout/hierarchy1"/>
    <dgm:cxn modelId="{DD2A2DCA-5383-DB4E-8D20-9D2D0D3BEA20}" type="presParOf" srcId="{3EB50925-BF12-6141-BEF2-2BC260F77591}" destId="{C816AFCD-B452-6C4B-97F2-FCE45698E45E}" srcOrd="8" destOrd="0" presId="urn:microsoft.com/office/officeart/2005/8/layout/hierarchy1"/>
    <dgm:cxn modelId="{5932C6C4-09E3-374D-B930-220286F40537}" type="presParOf" srcId="{3EB50925-BF12-6141-BEF2-2BC260F77591}" destId="{AC929061-1241-8C47-97EE-37E61140617B}" srcOrd="9" destOrd="0" presId="urn:microsoft.com/office/officeart/2005/8/layout/hierarchy1"/>
    <dgm:cxn modelId="{078C2273-CAAB-FA42-A76A-DF818F709BB1}" type="presParOf" srcId="{AC929061-1241-8C47-97EE-37E61140617B}" destId="{33810511-A859-DF49-B2D0-323E9226C86E}" srcOrd="0" destOrd="0" presId="urn:microsoft.com/office/officeart/2005/8/layout/hierarchy1"/>
    <dgm:cxn modelId="{374E83A4-E63C-EF42-8FFE-9058B0ECD584}" type="presParOf" srcId="{33810511-A859-DF49-B2D0-323E9226C86E}" destId="{418B9F71-5BB0-9847-9EB0-F9F16B645A34}" srcOrd="0" destOrd="0" presId="urn:microsoft.com/office/officeart/2005/8/layout/hierarchy1"/>
    <dgm:cxn modelId="{CF4529C6-DE45-0B4F-926C-F1C6DD57BFE9}" type="presParOf" srcId="{33810511-A859-DF49-B2D0-323E9226C86E}" destId="{FC209B2E-D20F-1C44-87FB-2ECAB1EBD168}" srcOrd="1" destOrd="0" presId="urn:microsoft.com/office/officeart/2005/8/layout/hierarchy1"/>
    <dgm:cxn modelId="{C48040AF-2173-7C49-8951-10627C63219A}" type="presParOf" srcId="{AC929061-1241-8C47-97EE-37E61140617B}" destId="{75FE7352-A2C4-A544-BAC3-AACC31A4B13D}" srcOrd="1" destOrd="0" presId="urn:microsoft.com/office/officeart/2005/8/layout/hierarchy1"/>
    <dgm:cxn modelId="{224F36FD-C679-DD41-852A-084B6AE7A1E6}" type="presParOf" srcId="{75FE7352-A2C4-A544-BAC3-AACC31A4B13D}" destId="{5F0D0FDB-5CC8-0C4E-B7C4-8D08A90977C6}" srcOrd="0" destOrd="0" presId="urn:microsoft.com/office/officeart/2005/8/layout/hierarchy1"/>
    <dgm:cxn modelId="{70E40F99-4B2B-F643-A0F2-B0900B169773}" type="presParOf" srcId="{75FE7352-A2C4-A544-BAC3-AACC31A4B13D}" destId="{90E46697-8362-374E-ABB6-C70D55545AF3}" srcOrd="1" destOrd="0" presId="urn:microsoft.com/office/officeart/2005/8/layout/hierarchy1"/>
    <dgm:cxn modelId="{943B4833-30B6-D54E-B0DD-4E763C7FACDE}" type="presParOf" srcId="{90E46697-8362-374E-ABB6-C70D55545AF3}" destId="{CE9BE2F2-9512-0849-8790-21ED82FBAFB3}" srcOrd="0" destOrd="0" presId="urn:microsoft.com/office/officeart/2005/8/layout/hierarchy1"/>
    <dgm:cxn modelId="{5A9E9A68-EB31-B44F-B0A8-6AA77134E924}" type="presParOf" srcId="{CE9BE2F2-9512-0849-8790-21ED82FBAFB3}" destId="{4A7FFC07-1C2D-E442-8094-1048FB1448AC}" srcOrd="0" destOrd="0" presId="urn:microsoft.com/office/officeart/2005/8/layout/hierarchy1"/>
    <dgm:cxn modelId="{AB62FFE6-2AA1-7B47-ADC3-268158B87B2C}" type="presParOf" srcId="{CE9BE2F2-9512-0849-8790-21ED82FBAFB3}" destId="{87E2137E-B9E2-AD4C-BA3C-DD6AB7E56010}" srcOrd="1" destOrd="0" presId="urn:microsoft.com/office/officeart/2005/8/layout/hierarchy1"/>
    <dgm:cxn modelId="{86DD2321-8A1E-704B-977A-0C7DA560692C}" type="presParOf" srcId="{90E46697-8362-374E-ABB6-C70D55545AF3}" destId="{15868C87-2F21-9D4F-9C44-EF9CB314072F}" srcOrd="1" destOrd="0" presId="urn:microsoft.com/office/officeart/2005/8/layout/hierarchy1"/>
    <dgm:cxn modelId="{486392EE-3700-384F-898F-7C88B03D5A88}" type="presParOf" srcId="{15868C87-2F21-9D4F-9C44-EF9CB314072F}" destId="{A1EB7F18-4C53-9C4D-8D04-79CF823680F3}" srcOrd="0" destOrd="0" presId="urn:microsoft.com/office/officeart/2005/8/layout/hierarchy1"/>
    <dgm:cxn modelId="{1330FDC4-66CC-CA4A-94ED-D40BD1F05958}" type="presParOf" srcId="{15868C87-2F21-9D4F-9C44-EF9CB314072F}" destId="{D7D62B93-6901-9242-98F3-D432CD4D902D}" srcOrd="1" destOrd="0" presId="urn:microsoft.com/office/officeart/2005/8/layout/hierarchy1"/>
    <dgm:cxn modelId="{E2687605-AE84-2C4B-826A-C02BC48A25E4}" type="presParOf" srcId="{D7D62B93-6901-9242-98F3-D432CD4D902D}" destId="{66DB5056-D0F3-9B47-B9ED-44E80F9BF289}" srcOrd="0" destOrd="0" presId="urn:microsoft.com/office/officeart/2005/8/layout/hierarchy1"/>
    <dgm:cxn modelId="{CF777C34-E356-FE4F-8DFF-D01A050C1C82}" type="presParOf" srcId="{66DB5056-D0F3-9B47-B9ED-44E80F9BF289}" destId="{47F20A49-94ED-B042-B279-2BA7A34A35DB}" srcOrd="0" destOrd="0" presId="urn:microsoft.com/office/officeart/2005/8/layout/hierarchy1"/>
    <dgm:cxn modelId="{AE53F865-8369-FD48-821E-5F3DE3F72D9E}" type="presParOf" srcId="{66DB5056-D0F3-9B47-B9ED-44E80F9BF289}" destId="{50AEB1C3-F447-CC46-8DFD-C9EB638D21ED}" srcOrd="1" destOrd="0" presId="urn:microsoft.com/office/officeart/2005/8/layout/hierarchy1"/>
    <dgm:cxn modelId="{E157DB06-7E1A-D149-B3F8-2197D9A0B6BC}" type="presParOf" srcId="{D7D62B93-6901-9242-98F3-D432CD4D902D}" destId="{BDE40B2B-022A-6B46-A5D4-241C3A5FAFFD}" srcOrd="1" destOrd="0" presId="urn:microsoft.com/office/officeart/2005/8/layout/hierarchy1"/>
    <dgm:cxn modelId="{D470F567-8790-AA44-BFA8-711D3640850E}" type="presParOf" srcId="{BDE40B2B-022A-6B46-A5D4-241C3A5FAFFD}" destId="{ADE67419-0BB4-1541-A4C5-EFB62B0EEF5F}" srcOrd="0" destOrd="0" presId="urn:microsoft.com/office/officeart/2005/8/layout/hierarchy1"/>
    <dgm:cxn modelId="{B86861FB-6D91-B446-9329-8A7E39237E00}" type="presParOf" srcId="{BDE40B2B-022A-6B46-A5D4-241C3A5FAFFD}" destId="{7F58E631-70D8-884D-B280-986AE987C602}" srcOrd="1" destOrd="0" presId="urn:microsoft.com/office/officeart/2005/8/layout/hierarchy1"/>
    <dgm:cxn modelId="{ED2BB270-F9D4-934F-A471-32372DBDD121}" type="presParOf" srcId="{7F58E631-70D8-884D-B280-986AE987C602}" destId="{75380EAF-938C-0F44-996C-3CB5001737A7}" srcOrd="0" destOrd="0" presId="urn:microsoft.com/office/officeart/2005/8/layout/hierarchy1"/>
    <dgm:cxn modelId="{F125A97C-AD5B-CB45-9B4E-FE65409DFD00}" type="presParOf" srcId="{75380EAF-938C-0F44-996C-3CB5001737A7}" destId="{DA79C108-6721-E249-8240-7A7B1A7C9C9A}" srcOrd="0" destOrd="0" presId="urn:microsoft.com/office/officeart/2005/8/layout/hierarchy1"/>
    <dgm:cxn modelId="{42672545-0506-D943-967B-5F5D56E0D3A8}" type="presParOf" srcId="{75380EAF-938C-0F44-996C-3CB5001737A7}" destId="{76BBEA80-56E2-C84D-8BA9-A7BDAF738CC6}" srcOrd="1" destOrd="0" presId="urn:microsoft.com/office/officeart/2005/8/layout/hierarchy1"/>
    <dgm:cxn modelId="{5BDE8E98-1274-8048-B342-07E54ABEA08A}" type="presParOf" srcId="{7F58E631-70D8-884D-B280-986AE987C602}" destId="{F9DBE5D8-A406-1545-ABF9-DD3B883EF6B4}" srcOrd="1" destOrd="0" presId="urn:microsoft.com/office/officeart/2005/8/layout/hierarchy1"/>
    <dgm:cxn modelId="{D5C8A3D9-D481-2C40-B248-20E6F3B4197D}" type="presParOf" srcId="{F9DBE5D8-A406-1545-ABF9-DD3B883EF6B4}" destId="{C393A301-FCD5-1241-8B0F-8E77946CE087}" srcOrd="0" destOrd="0" presId="urn:microsoft.com/office/officeart/2005/8/layout/hierarchy1"/>
    <dgm:cxn modelId="{D9AA4441-FADF-4F4E-AA65-642E8FAC476D}" type="presParOf" srcId="{F9DBE5D8-A406-1545-ABF9-DD3B883EF6B4}" destId="{F0BCFF01-B659-AF4A-B7AA-4F6044829E73}" srcOrd="1" destOrd="0" presId="urn:microsoft.com/office/officeart/2005/8/layout/hierarchy1"/>
    <dgm:cxn modelId="{FA925DD2-D96D-C148-8466-94CD9B1781A2}" type="presParOf" srcId="{F0BCFF01-B659-AF4A-B7AA-4F6044829E73}" destId="{D645C4FE-1198-7840-937B-FC10B4FD4C49}" srcOrd="0" destOrd="0" presId="urn:microsoft.com/office/officeart/2005/8/layout/hierarchy1"/>
    <dgm:cxn modelId="{2A22645E-2AD6-D245-9E8E-1C4A4AE82714}" type="presParOf" srcId="{D645C4FE-1198-7840-937B-FC10B4FD4C49}" destId="{FEFA0D65-C022-5E40-B0C9-19FE34E9F140}" srcOrd="0" destOrd="0" presId="urn:microsoft.com/office/officeart/2005/8/layout/hierarchy1"/>
    <dgm:cxn modelId="{0C8DB6E1-30FE-DB45-AC4F-8F4E46177CD6}" type="presParOf" srcId="{D645C4FE-1198-7840-937B-FC10B4FD4C49}" destId="{B512DA08-5237-BE4D-8C4D-97328DCE47FE}" srcOrd="1" destOrd="0" presId="urn:microsoft.com/office/officeart/2005/8/layout/hierarchy1"/>
    <dgm:cxn modelId="{08142C24-563A-5841-84A3-73A71F549B8F}" type="presParOf" srcId="{F0BCFF01-B659-AF4A-B7AA-4F6044829E73}" destId="{642DFE85-9043-B748-B177-525C5897D65B}" srcOrd="1" destOrd="0" presId="urn:microsoft.com/office/officeart/2005/8/layout/hierarchy1"/>
    <dgm:cxn modelId="{08A085DB-D4E3-524D-8663-284D93165878}" type="presParOf" srcId="{642DFE85-9043-B748-B177-525C5897D65B}" destId="{BB4D4154-200B-FD47-9155-57AD9BC86E3B}" srcOrd="0" destOrd="0" presId="urn:microsoft.com/office/officeart/2005/8/layout/hierarchy1"/>
    <dgm:cxn modelId="{807F4DE1-DA22-AF42-A1E0-61DBF26A29A6}" type="presParOf" srcId="{642DFE85-9043-B748-B177-525C5897D65B}" destId="{EC596490-8CDA-EB49-B623-AF79FD4ABDB9}" srcOrd="1" destOrd="0" presId="urn:microsoft.com/office/officeart/2005/8/layout/hierarchy1"/>
    <dgm:cxn modelId="{4A2398DE-75F6-C44E-9E30-7445DF933C93}" type="presParOf" srcId="{EC596490-8CDA-EB49-B623-AF79FD4ABDB9}" destId="{8284A52F-5C43-9D4B-B8BD-BA41E0656862}" srcOrd="0" destOrd="0" presId="urn:microsoft.com/office/officeart/2005/8/layout/hierarchy1"/>
    <dgm:cxn modelId="{CB57E594-4A61-0A45-BB77-47C220FB86A6}" type="presParOf" srcId="{8284A52F-5C43-9D4B-B8BD-BA41E0656862}" destId="{A58D26F0-5FD5-CE4A-BE2F-9F52C9989626}" srcOrd="0" destOrd="0" presId="urn:microsoft.com/office/officeart/2005/8/layout/hierarchy1"/>
    <dgm:cxn modelId="{BE5CE1FC-65F7-E749-94A2-AA9693F7721E}" type="presParOf" srcId="{8284A52F-5C43-9D4B-B8BD-BA41E0656862}" destId="{E5375966-B281-7E43-AC2F-1E050FAB687E}" srcOrd="1" destOrd="0" presId="urn:microsoft.com/office/officeart/2005/8/layout/hierarchy1"/>
    <dgm:cxn modelId="{18629B8E-84BC-5747-9337-E4FAB2509E5C}" type="presParOf" srcId="{EC596490-8CDA-EB49-B623-AF79FD4ABDB9}" destId="{C29B2D48-FA43-604A-B7F5-AF879E26F945}" srcOrd="1" destOrd="0" presId="urn:microsoft.com/office/officeart/2005/8/layout/hierarchy1"/>
    <dgm:cxn modelId="{C1AAB707-465D-D74D-9D24-680BD3CBE8DB}" type="presParOf" srcId="{C29B2D48-FA43-604A-B7F5-AF879E26F945}" destId="{00BED106-A762-2844-9B3A-CAA600BFD5EF}" srcOrd="0" destOrd="0" presId="urn:microsoft.com/office/officeart/2005/8/layout/hierarchy1"/>
    <dgm:cxn modelId="{A8857927-E76F-1741-B224-C5ED187B02AC}" type="presParOf" srcId="{C29B2D48-FA43-604A-B7F5-AF879E26F945}" destId="{3998CBB4-34A3-9D4A-805A-DE3B6C705DB1}" srcOrd="1" destOrd="0" presId="urn:microsoft.com/office/officeart/2005/8/layout/hierarchy1"/>
    <dgm:cxn modelId="{DE923C1C-AC4B-5046-96E1-29FBB90E832C}" type="presParOf" srcId="{3998CBB4-34A3-9D4A-805A-DE3B6C705DB1}" destId="{CB05CD73-9334-2842-BC8C-A524523A8944}" srcOrd="0" destOrd="0" presId="urn:microsoft.com/office/officeart/2005/8/layout/hierarchy1"/>
    <dgm:cxn modelId="{A5475695-173C-3444-9D84-AFB386F46C81}" type="presParOf" srcId="{CB05CD73-9334-2842-BC8C-A524523A8944}" destId="{8F37BD2D-8E8B-9248-B1D0-71A70965A567}" srcOrd="0" destOrd="0" presId="urn:microsoft.com/office/officeart/2005/8/layout/hierarchy1"/>
    <dgm:cxn modelId="{7C07E37F-32F6-504C-BEFC-9801DC09F44E}" type="presParOf" srcId="{CB05CD73-9334-2842-BC8C-A524523A8944}" destId="{0F663E12-634B-E345-B195-D7AAD15EFDE1}" srcOrd="1" destOrd="0" presId="urn:microsoft.com/office/officeart/2005/8/layout/hierarchy1"/>
    <dgm:cxn modelId="{ACE46D87-5CE6-9947-8B51-EBCCA413501B}" type="presParOf" srcId="{3998CBB4-34A3-9D4A-805A-DE3B6C705DB1}" destId="{CE2F7A66-E2AA-5F4C-B80E-1F9B2E2ADEA0}" srcOrd="1" destOrd="0" presId="urn:microsoft.com/office/officeart/2005/8/layout/hierarchy1"/>
    <dgm:cxn modelId="{5EECD8D7-17AA-7C4B-AEA7-663D40F3F937}" type="presParOf" srcId="{CE2F7A66-E2AA-5F4C-B80E-1F9B2E2ADEA0}" destId="{553573FB-5B10-9547-BB56-609958A0B646}" srcOrd="0" destOrd="0" presId="urn:microsoft.com/office/officeart/2005/8/layout/hierarchy1"/>
    <dgm:cxn modelId="{B185427C-B59C-1240-80F6-2B2EBEB13A69}" type="presParOf" srcId="{CE2F7A66-E2AA-5F4C-B80E-1F9B2E2ADEA0}" destId="{6D9DD049-FEA7-CB4D-8B17-7E8816B1BAC2}" srcOrd="1" destOrd="0" presId="urn:microsoft.com/office/officeart/2005/8/layout/hierarchy1"/>
    <dgm:cxn modelId="{DE105E91-6D41-CB45-8889-64FF0EC0C8D6}" type="presParOf" srcId="{6D9DD049-FEA7-CB4D-8B17-7E8816B1BAC2}" destId="{1DDCC7E4-39DF-FA4B-9774-FDC35599356B}" srcOrd="0" destOrd="0" presId="urn:microsoft.com/office/officeart/2005/8/layout/hierarchy1"/>
    <dgm:cxn modelId="{A85E22DF-7F00-3E47-AACF-0C62619E45F4}" type="presParOf" srcId="{1DDCC7E4-39DF-FA4B-9774-FDC35599356B}" destId="{4F14B517-4C04-7C4C-839E-E0EA97DB50C3}" srcOrd="0" destOrd="0" presId="urn:microsoft.com/office/officeart/2005/8/layout/hierarchy1"/>
    <dgm:cxn modelId="{1A632B4F-7421-D54F-810F-2D884A1082A5}" type="presParOf" srcId="{1DDCC7E4-39DF-FA4B-9774-FDC35599356B}" destId="{C8F03625-A3A2-304D-9E49-8BC6CC6412A4}" srcOrd="1" destOrd="0" presId="urn:microsoft.com/office/officeart/2005/8/layout/hierarchy1"/>
    <dgm:cxn modelId="{7DD8C087-F555-F649-AF04-8788ED869940}" type="presParOf" srcId="{6D9DD049-FEA7-CB4D-8B17-7E8816B1BAC2}" destId="{F103FB04-2278-0A40-9197-677A299778E6}" srcOrd="1" destOrd="0" presId="urn:microsoft.com/office/officeart/2005/8/layout/hierarchy1"/>
    <dgm:cxn modelId="{4615D7EF-6960-3248-8D47-73197FBC7C27}" type="presParOf" srcId="{F103FB04-2278-0A40-9197-677A299778E6}" destId="{DEF50C4C-A26D-BA40-B6BB-749254ACCAFF}" srcOrd="0" destOrd="0" presId="urn:microsoft.com/office/officeart/2005/8/layout/hierarchy1"/>
    <dgm:cxn modelId="{B9A7A3E3-4D30-0446-A19E-93E93CCBF36F}" type="presParOf" srcId="{F103FB04-2278-0A40-9197-677A299778E6}" destId="{E7396C2F-F0E1-3C4F-8E39-CBB112C6EF8B}" srcOrd="1" destOrd="0" presId="urn:microsoft.com/office/officeart/2005/8/layout/hierarchy1"/>
    <dgm:cxn modelId="{83390555-827D-004F-8AAE-029809338DD1}" type="presParOf" srcId="{E7396C2F-F0E1-3C4F-8E39-CBB112C6EF8B}" destId="{37D0D9DF-7249-5546-9730-7C82EEBD02AC}" srcOrd="0" destOrd="0" presId="urn:microsoft.com/office/officeart/2005/8/layout/hierarchy1"/>
    <dgm:cxn modelId="{16410F62-79DD-4D45-B935-89EE042AA2DF}" type="presParOf" srcId="{37D0D9DF-7249-5546-9730-7C82EEBD02AC}" destId="{686C31A2-6845-8446-B670-679EA3DD65FE}" srcOrd="0" destOrd="0" presId="urn:microsoft.com/office/officeart/2005/8/layout/hierarchy1"/>
    <dgm:cxn modelId="{58C0A155-2335-C349-B2D6-63F939516BF3}" type="presParOf" srcId="{37D0D9DF-7249-5546-9730-7C82EEBD02AC}" destId="{A27A3170-1E77-8A4A-8E36-8A70EC321C9A}" srcOrd="1" destOrd="0" presId="urn:microsoft.com/office/officeart/2005/8/layout/hierarchy1"/>
    <dgm:cxn modelId="{059D6EC6-EAF1-9B4E-A8CC-5B84AEF85437}" type="presParOf" srcId="{E7396C2F-F0E1-3C4F-8E39-CBB112C6EF8B}" destId="{472E9A4F-DCB4-2E45-BC26-F2F375D68170}" srcOrd="1" destOrd="0" presId="urn:microsoft.com/office/officeart/2005/8/layout/hierarchy1"/>
    <dgm:cxn modelId="{E13B8150-2ED5-0F44-8CC1-5C1DF74DA727}" type="presParOf" srcId="{3EB50925-BF12-6141-BEF2-2BC260F77591}" destId="{C4C3F062-4011-3D4E-A564-322953AB1EB5}" srcOrd="10" destOrd="0" presId="urn:microsoft.com/office/officeart/2005/8/layout/hierarchy1"/>
    <dgm:cxn modelId="{C9DAB36F-E6D1-D043-9066-0E574E2EE0BD}" type="presParOf" srcId="{3EB50925-BF12-6141-BEF2-2BC260F77591}" destId="{FEAD62E9-30F2-1D4D-BC3C-C3E03AFA9424}" srcOrd="11" destOrd="0" presId="urn:microsoft.com/office/officeart/2005/8/layout/hierarchy1"/>
    <dgm:cxn modelId="{D19548D2-4EA0-3947-AECD-633550352D4A}" type="presParOf" srcId="{FEAD62E9-30F2-1D4D-BC3C-C3E03AFA9424}" destId="{435F229D-1235-4347-BCA4-468A405A3DA6}" srcOrd="0" destOrd="0" presId="urn:microsoft.com/office/officeart/2005/8/layout/hierarchy1"/>
    <dgm:cxn modelId="{9CC97946-1953-C843-B472-181107F0B825}" type="presParOf" srcId="{435F229D-1235-4347-BCA4-468A405A3DA6}" destId="{BA32EFB6-7C59-8841-81CD-98C3A9912DEA}" srcOrd="0" destOrd="0" presId="urn:microsoft.com/office/officeart/2005/8/layout/hierarchy1"/>
    <dgm:cxn modelId="{B492E461-0C71-9541-9072-86F77A4D6A0F}" type="presParOf" srcId="{435F229D-1235-4347-BCA4-468A405A3DA6}" destId="{D997345D-7AA7-6447-87BD-2164BD09C5B6}" srcOrd="1" destOrd="0" presId="urn:microsoft.com/office/officeart/2005/8/layout/hierarchy1"/>
    <dgm:cxn modelId="{D2861E91-6AF8-BD4E-9CC8-AF0106F0A5F2}" type="presParOf" srcId="{FEAD62E9-30F2-1D4D-BC3C-C3E03AFA9424}" destId="{92EC5D48-E24A-F248-ACD7-0987912BBF97}" srcOrd="1" destOrd="0" presId="urn:microsoft.com/office/officeart/2005/8/layout/hierarchy1"/>
    <dgm:cxn modelId="{3F119466-4D85-804D-B119-BA22C24C65C3}" type="presParOf" srcId="{92EC5D48-E24A-F248-ACD7-0987912BBF97}" destId="{7C397C68-BE2D-2C43-B1F8-0A93AEF42A61}" srcOrd="0" destOrd="0" presId="urn:microsoft.com/office/officeart/2005/8/layout/hierarchy1"/>
    <dgm:cxn modelId="{606A8E3C-EA8E-164F-BE6F-B54895BEA1F7}" type="presParOf" srcId="{92EC5D48-E24A-F248-ACD7-0987912BBF97}" destId="{B86D7FF7-8FFB-A54B-9BB5-066AAD64E08A}" srcOrd="1" destOrd="0" presId="urn:microsoft.com/office/officeart/2005/8/layout/hierarchy1"/>
    <dgm:cxn modelId="{A5E225BD-FC80-0C4F-A8F8-F7DFDD8DF528}" type="presParOf" srcId="{B86D7FF7-8FFB-A54B-9BB5-066AAD64E08A}" destId="{27874A40-1B56-554F-88AB-0D0F7C9BA26A}" srcOrd="0" destOrd="0" presId="urn:microsoft.com/office/officeart/2005/8/layout/hierarchy1"/>
    <dgm:cxn modelId="{B9B7A585-EB86-E24D-BA0D-82FC8AE4494E}" type="presParOf" srcId="{27874A40-1B56-554F-88AB-0D0F7C9BA26A}" destId="{7D21F1AA-CF83-CD42-9404-90AC2DC31A09}" srcOrd="0" destOrd="0" presId="urn:microsoft.com/office/officeart/2005/8/layout/hierarchy1"/>
    <dgm:cxn modelId="{4FFB3E0D-8A2E-E244-9D31-7327695FCA6D}" type="presParOf" srcId="{27874A40-1B56-554F-88AB-0D0F7C9BA26A}" destId="{D62472E4-6D53-624C-AF73-47448F975718}" srcOrd="1" destOrd="0" presId="urn:microsoft.com/office/officeart/2005/8/layout/hierarchy1"/>
    <dgm:cxn modelId="{402338B2-4C3D-C74C-AB1F-EA5F6E95CC5C}" type="presParOf" srcId="{B86D7FF7-8FFB-A54B-9BB5-066AAD64E08A}" destId="{4D718635-601C-D64E-9B07-158E380852F3}" srcOrd="1" destOrd="0" presId="urn:microsoft.com/office/officeart/2005/8/layout/hierarchy1"/>
    <dgm:cxn modelId="{B167BE2E-0E9B-A144-AEC7-3A3A9F2E89CB}" type="presParOf" srcId="{4D718635-601C-D64E-9B07-158E380852F3}" destId="{1227C761-46EA-944C-B883-A985F3F21D25}" srcOrd="0" destOrd="0" presId="urn:microsoft.com/office/officeart/2005/8/layout/hierarchy1"/>
    <dgm:cxn modelId="{6B53B383-F2F1-114A-8AEC-28AE1FAF1DC3}" type="presParOf" srcId="{4D718635-601C-D64E-9B07-158E380852F3}" destId="{0E064699-3951-D74E-BCE4-05FAD69F487F}" srcOrd="1" destOrd="0" presId="urn:microsoft.com/office/officeart/2005/8/layout/hierarchy1"/>
    <dgm:cxn modelId="{BA760526-707E-1446-93D8-7441E4DBC537}" type="presParOf" srcId="{0E064699-3951-D74E-BCE4-05FAD69F487F}" destId="{8DC707D4-2082-064F-8147-EFE71FC410A9}" srcOrd="0" destOrd="0" presId="urn:microsoft.com/office/officeart/2005/8/layout/hierarchy1"/>
    <dgm:cxn modelId="{F9AD353C-3D49-9D4F-AD4D-EA399099AD18}" type="presParOf" srcId="{8DC707D4-2082-064F-8147-EFE71FC410A9}" destId="{FE403413-7783-9D42-96E0-947C477E093F}" srcOrd="0" destOrd="0" presId="urn:microsoft.com/office/officeart/2005/8/layout/hierarchy1"/>
    <dgm:cxn modelId="{19417072-27DC-A94B-A69D-12080A3CC320}" type="presParOf" srcId="{8DC707D4-2082-064F-8147-EFE71FC410A9}" destId="{CB433A1D-EF0E-7649-A908-CCAA1FEF33DE}" srcOrd="1" destOrd="0" presId="urn:microsoft.com/office/officeart/2005/8/layout/hierarchy1"/>
    <dgm:cxn modelId="{0B47B312-FADA-1940-8FB0-A531BEF23716}" type="presParOf" srcId="{0E064699-3951-D74E-BCE4-05FAD69F487F}" destId="{6A4EB27C-6864-7E46-A332-A3F888C6F594}" srcOrd="1" destOrd="0" presId="urn:microsoft.com/office/officeart/2005/8/layout/hierarchy1"/>
    <dgm:cxn modelId="{9994C4D1-F7C5-3842-9411-52A2102BEC41}" type="presParOf" srcId="{6A4EB27C-6864-7E46-A332-A3F888C6F594}" destId="{A19356F7-0240-B246-B2A2-829AE67E3527}" srcOrd="0" destOrd="0" presId="urn:microsoft.com/office/officeart/2005/8/layout/hierarchy1"/>
    <dgm:cxn modelId="{0C20C777-FC90-C740-897E-E9DBB7035FE3}" type="presParOf" srcId="{6A4EB27C-6864-7E46-A332-A3F888C6F594}" destId="{4F0363EB-4341-534A-84D6-662549D22A73}" srcOrd="1" destOrd="0" presId="urn:microsoft.com/office/officeart/2005/8/layout/hierarchy1"/>
    <dgm:cxn modelId="{37E184DE-7191-2646-8051-879BE94FA80A}" type="presParOf" srcId="{4F0363EB-4341-534A-84D6-662549D22A73}" destId="{673ED89F-3D65-9742-B8C9-B7325B429511}" srcOrd="0" destOrd="0" presId="urn:microsoft.com/office/officeart/2005/8/layout/hierarchy1"/>
    <dgm:cxn modelId="{1979087D-D219-BA4C-8F4F-715788D7F75B}" type="presParOf" srcId="{673ED89F-3D65-9742-B8C9-B7325B429511}" destId="{39624EAC-98DD-DA45-B48C-5C83746F5CB7}" srcOrd="0" destOrd="0" presId="urn:microsoft.com/office/officeart/2005/8/layout/hierarchy1"/>
    <dgm:cxn modelId="{A3B9866C-816D-7A48-86C8-CADC2F018CEF}" type="presParOf" srcId="{673ED89F-3D65-9742-B8C9-B7325B429511}" destId="{3CC9E137-F3F5-994A-B47F-C54DE7E4C086}" srcOrd="1" destOrd="0" presId="urn:microsoft.com/office/officeart/2005/8/layout/hierarchy1"/>
    <dgm:cxn modelId="{DE35ADF2-FD17-1F46-A6E8-FBCB60E781A1}" type="presParOf" srcId="{4F0363EB-4341-534A-84D6-662549D22A73}" destId="{577581AF-3125-9F49-8FE5-3E186B49FDFE}" srcOrd="1" destOrd="0" presId="urn:microsoft.com/office/officeart/2005/8/layout/hierarchy1"/>
    <dgm:cxn modelId="{14AEBD6C-2E20-4048-856D-AE08789E0B5F}" type="presParOf" srcId="{577581AF-3125-9F49-8FE5-3E186B49FDFE}" destId="{D6D1CDCA-46D2-7247-B770-EC9C103B8A38}" srcOrd="0" destOrd="0" presId="urn:microsoft.com/office/officeart/2005/8/layout/hierarchy1"/>
    <dgm:cxn modelId="{C6523143-5ECD-9D48-A19B-2BF48F530725}" type="presParOf" srcId="{577581AF-3125-9F49-8FE5-3E186B49FDFE}" destId="{B7B60FED-D326-AB40-B264-A4FF33EBC8CA}" srcOrd="1" destOrd="0" presId="urn:microsoft.com/office/officeart/2005/8/layout/hierarchy1"/>
    <dgm:cxn modelId="{BA4551C9-AF51-8840-963D-BB69134EC22B}" type="presParOf" srcId="{B7B60FED-D326-AB40-B264-A4FF33EBC8CA}" destId="{CA07C2A5-728A-4444-99BD-480CA58AC00C}" srcOrd="0" destOrd="0" presId="urn:microsoft.com/office/officeart/2005/8/layout/hierarchy1"/>
    <dgm:cxn modelId="{261224E1-E8BF-6749-9FAC-FE05E1BFB45C}" type="presParOf" srcId="{CA07C2A5-728A-4444-99BD-480CA58AC00C}" destId="{F1381A79-DAB3-844E-9777-3DDC0FC989AB}" srcOrd="0" destOrd="0" presId="urn:microsoft.com/office/officeart/2005/8/layout/hierarchy1"/>
    <dgm:cxn modelId="{D4F543CE-918D-874D-B6EC-2D8F7F7589E8}" type="presParOf" srcId="{CA07C2A5-728A-4444-99BD-480CA58AC00C}" destId="{D4EC927D-7C61-224D-9498-EEE1648E0200}" srcOrd="1" destOrd="0" presId="urn:microsoft.com/office/officeart/2005/8/layout/hierarchy1"/>
    <dgm:cxn modelId="{E2860E83-F951-7543-98CB-3798358DD23B}" type="presParOf" srcId="{B7B60FED-D326-AB40-B264-A4FF33EBC8CA}" destId="{59A9D38B-36B4-6C4D-9A54-8F399D4AA55C}" srcOrd="1" destOrd="0" presId="urn:microsoft.com/office/officeart/2005/8/layout/hierarchy1"/>
    <dgm:cxn modelId="{BCD452EA-E4E1-7446-820B-E689B9309D39}" type="presParOf" srcId="{59A9D38B-36B4-6C4D-9A54-8F399D4AA55C}" destId="{9C2801A2-B16D-934B-8765-87755576EAAE}" srcOrd="0" destOrd="0" presId="urn:microsoft.com/office/officeart/2005/8/layout/hierarchy1"/>
    <dgm:cxn modelId="{39C50BF3-FD1D-3948-A135-2B66409AAB6B}" type="presParOf" srcId="{59A9D38B-36B4-6C4D-9A54-8F399D4AA55C}" destId="{9CD34A25-CBA3-DA40-A204-D7718067AC24}" srcOrd="1" destOrd="0" presId="urn:microsoft.com/office/officeart/2005/8/layout/hierarchy1"/>
    <dgm:cxn modelId="{F6C63DAE-EA7D-0446-81CD-59FC7E62E1B7}" type="presParOf" srcId="{9CD34A25-CBA3-DA40-A204-D7718067AC24}" destId="{FFDC62CB-0522-984E-8F57-0E31C70BED35}" srcOrd="0" destOrd="0" presId="urn:microsoft.com/office/officeart/2005/8/layout/hierarchy1"/>
    <dgm:cxn modelId="{FA46EE5B-9CAC-5B4E-A27E-18452A18EACD}" type="presParOf" srcId="{FFDC62CB-0522-984E-8F57-0E31C70BED35}" destId="{0372CBE1-DCDD-544F-8DE2-ED8B07F38FC7}" srcOrd="0" destOrd="0" presId="urn:microsoft.com/office/officeart/2005/8/layout/hierarchy1"/>
    <dgm:cxn modelId="{A1EA6EF1-FD21-7D4D-BC95-019C68D1B86D}" type="presParOf" srcId="{FFDC62CB-0522-984E-8F57-0E31C70BED35}" destId="{8A6BD81C-3B4B-2143-8AB2-C445D458CC0D}" srcOrd="1" destOrd="0" presId="urn:microsoft.com/office/officeart/2005/8/layout/hierarchy1"/>
    <dgm:cxn modelId="{0A307012-04CA-5D4C-89E1-3D0EEAA9BA76}" type="presParOf" srcId="{9CD34A25-CBA3-DA40-A204-D7718067AC24}" destId="{4B0FDE79-1274-1B48-A70E-D3369FABB167}" srcOrd="1" destOrd="0" presId="urn:microsoft.com/office/officeart/2005/8/layout/hierarchy1"/>
    <dgm:cxn modelId="{59F0D2B3-D2EF-E841-BCF1-03C41D567904}" type="presParOf" srcId="{4B0FDE79-1274-1B48-A70E-D3369FABB167}" destId="{6AD99CE7-0120-864C-8D3F-C2EB98F2ADFB}" srcOrd="0" destOrd="0" presId="urn:microsoft.com/office/officeart/2005/8/layout/hierarchy1"/>
    <dgm:cxn modelId="{81B0DC6F-AD32-1E41-9480-AFCC53537586}" type="presParOf" srcId="{4B0FDE79-1274-1B48-A70E-D3369FABB167}" destId="{7766CFC3-15AC-C94D-83F9-73DE2484B66A}" srcOrd="1" destOrd="0" presId="urn:microsoft.com/office/officeart/2005/8/layout/hierarchy1"/>
    <dgm:cxn modelId="{D7984CB1-8216-4440-8385-3CBB40E6DA3A}" type="presParOf" srcId="{7766CFC3-15AC-C94D-83F9-73DE2484B66A}" destId="{221EAF82-E0A0-D642-B0C3-4D9CAC1A4BB6}" srcOrd="0" destOrd="0" presId="urn:microsoft.com/office/officeart/2005/8/layout/hierarchy1"/>
    <dgm:cxn modelId="{70A09DA4-FAD7-BD47-B3E5-48A40DD40EAD}" type="presParOf" srcId="{221EAF82-E0A0-D642-B0C3-4D9CAC1A4BB6}" destId="{3BB9605C-C53A-6B47-878A-E203E77050DC}" srcOrd="0" destOrd="0" presId="urn:microsoft.com/office/officeart/2005/8/layout/hierarchy1"/>
    <dgm:cxn modelId="{4ECBC5FD-F8BA-8A45-8599-0AE3AE17FC65}" type="presParOf" srcId="{221EAF82-E0A0-D642-B0C3-4D9CAC1A4BB6}" destId="{D42EE22C-C728-AD4F-93D5-E41E334279C7}" srcOrd="1" destOrd="0" presId="urn:microsoft.com/office/officeart/2005/8/layout/hierarchy1"/>
    <dgm:cxn modelId="{411C4692-0728-0C46-AAE4-F714005381BA}" type="presParOf" srcId="{7766CFC3-15AC-C94D-83F9-73DE2484B66A}" destId="{3DDA8274-0908-BD42-A189-FD836B646E65}" srcOrd="1" destOrd="0" presId="urn:microsoft.com/office/officeart/2005/8/layout/hierarchy1"/>
    <dgm:cxn modelId="{D57A796A-3A5E-7742-85D4-8D507548BB98}" type="presParOf" srcId="{3DDA8274-0908-BD42-A189-FD836B646E65}" destId="{CCB5563E-047A-1A44-BEDD-E9E63003EBC8}" srcOrd="0" destOrd="0" presId="urn:microsoft.com/office/officeart/2005/8/layout/hierarchy1"/>
    <dgm:cxn modelId="{07D32550-C0C1-7B48-86DE-F7DE5F0A8729}" type="presParOf" srcId="{3DDA8274-0908-BD42-A189-FD836B646E65}" destId="{C6E2A0AD-6471-294B-A305-CE30F5537F32}" srcOrd="1" destOrd="0" presId="urn:microsoft.com/office/officeart/2005/8/layout/hierarchy1"/>
    <dgm:cxn modelId="{BB4E00EA-473B-7E46-A3CF-FF58AF365039}" type="presParOf" srcId="{C6E2A0AD-6471-294B-A305-CE30F5537F32}" destId="{E87BA893-0C6A-D245-A4F0-61E9DFC29088}" srcOrd="0" destOrd="0" presId="urn:microsoft.com/office/officeart/2005/8/layout/hierarchy1"/>
    <dgm:cxn modelId="{F7EB61E7-D8E2-CB40-9703-ECCFFC1244B0}" type="presParOf" srcId="{E87BA893-0C6A-D245-A4F0-61E9DFC29088}" destId="{E5728A81-C83C-DF49-929F-4F601B1F3988}" srcOrd="0" destOrd="0" presId="urn:microsoft.com/office/officeart/2005/8/layout/hierarchy1"/>
    <dgm:cxn modelId="{FDA6BFDF-72EE-1F41-B3DE-A9F650CCFBDB}" type="presParOf" srcId="{E87BA893-0C6A-D245-A4F0-61E9DFC29088}" destId="{E52663C9-50C6-BA49-A7C7-13811001EE18}" srcOrd="1" destOrd="0" presId="urn:microsoft.com/office/officeart/2005/8/layout/hierarchy1"/>
    <dgm:cxn modelId="{6FBACF06-852C-4B4C-A3F1-71867C49C3D7}" type="presParOf" srcId="{C6E2A0AD-6471-294B-A305-CE30F5537F32}" destId="{03A52372-E611-1C48-B398-0693BF9096E6}" srcOrd="1" destOrd="0" presId="urn:microsoft.com/office/officeart/2005/8/layout/hierarchy1"/>
    <dgm:cxn modelId="{29143B98-4BB8-1E47-A37F-10585A23EB71}" type="presParOf" srcId="{03A52372-E611-1C48-B398-0693BF9096E6}" destId="{89EAC8D8-CCFB-0749-85C7-7B795E12C58B}" srcOrd="0" destOrd="0" presId="urn:microsoft.com/office/officeart/2005/8/layout/hierarchy1"/>
    <dgm:cxn modelId="{6B2B47B1-737A-764C-AA25-761006006F08}" type="presParOf" srcId="{03A52372-E611-1C48-B398-0693BF9096E6}" destId="{60008812-3718-FE43-914F-74433934B43A}" srcOrd="1" destOrd="0" presId="urn:microsoft.com/office/officeart/2005/8/layout/hierarchy1"/>
    <dgm:cxn modelId="{3C8C0338-D62B-D045-94BD-BCAABE09F19E}" type="presParOf" srcId="{60008812-3718-FE43-914F-74433934B43A}" destId="{32BBE627-B6CC-BA4C-A53F-4B37C42172CE}" srcOrd="0" destOrd="0" presId="urn:microsoft.com/office/officeart/2005/8/layout/hierarchy1"/>
    <dgm:cxn modelId="{4334C529-A434-2C4F-A28D-9EC5B8DFC903}" type="presParOf" srcId="{32BBE627-B6CC-BA4C-A53F-4B37C42172CE}" destId="{E12117F3-47F1-E94B-984E-E2C73E00F4E2}" srcOrd="0" destOrd="0" presId="urn:microsoft.com/office/officeart/2005/8/layout/hierarchy1"/>
    <dgm:cxn modelId="{448727BB-AFD0-4D46-A948-27698F493A8D}" type="presParOf" srcId="{32BBE627-B6CC-BA4C-A53F-4B37C42172CE}" destId="{1D1E62C3-0CED-884B-B19C-004B4C9BF057}" srcOrd="1" destOrd="0" presId="urn:microsoft.com/office/officeart/2005/8/layout/hierarchy1"/>
    <dgm:cxn modelId="{727E8365-18BB-0049-BCAD-983679176F6C}" type="presParOf" srcId="{60008812-3718-FE43-914F-74433934B43A}" destId="{37AA06B9-DB6E-4940-BD65-BA49DCECC81F}" srcOrd="1" destOrd="0" presId="urn:microsoft.com/office/officeart/2005/8/layout/hierarchy1"/>
    <dgm:cxn modelId="{2A55169A-56DA-F84A-9BDB-53E51CE6F909}" type="presParOf" srcId="{3EB50925-BF12-6141-BEF2-2BC260F77591}" destId="{BC48DBBE-681F-8847-8E5A-D875F6268319}" srcOrd="12" destOrd="0" presId="urn:microsoft.com/office/officeart/2005/8/layout/hierarchy1"/>
    <dgm:cxn modelId="{39AAE8B0-03D6-2547-A14D-0556C4DFF731}" type="presParOf" srcId="{3EB50925-BF12-6141-BEF2-2BC260F77591}" destId="{CBF27A5D-232B-614C-9BC9-CB31790189DD}" srcOrd="13" destOrd="0" presId="urn:microsoft.com/office/officeart/2005/8/layout/hierarchy1"/>
    <dgm:cxn modelId="{216776FA-8216-CE44-9119-E97CA919BF5C}" type="presParOf" srcId="{CBF27A5D-232B-614C-9BC9-CB31790189DD}" destId="{EF07BDA2-CB94-E84D-8B20-05215B9119ED}" srcOrd="0" destOrd="0" presId="urn:microsoft.com/office/officeart/2005/8/layout/hierarchy1"/>
    <dgm:cxn modelId="{BCD293CA-7C0A-5141-BF05-E9E6BE0C7903}" type="presParOf" srcId="{EF07BDA2-CB94-E84D-8B20-05215B9119ED}" destId="{FD766113-E03B-BB47-BA95-C8B84328C6AB}" srcOrd="0" destOrd="0" presId="urn:microsoft.com/office/officeart/2005/8/layout/hierarchy1"/>
    <dgm:cxn modelId="{E04EAEC9-AF66-2C4E-B64E-6202CACFB5B5}" type="presParOf" srcId="{EF07BDA2-CB94-E84D-8B20-05215B9119ED}" destId="{2982F38C-6E66-A44F-A2DA-E423EBEAA983}" srcOrd="1" destOrd="0" presId="urn:microsoft.com/office/officeart/2005/8/layout/hierarchy1"/>
    <dgm:cxn modelId="{99C67B87-904B-6D4B-9C68-527AA59F80BB}" type="presParOf" srcId="{CBF27A5D-232B-614C-9BC9-CB31790189DD}" destId="{C88F69EC-78A5-214D-88CC-80BE2F583E2B}" srcOrd="1" destOrd="0" presId="urn:microsoft.com/office/officeart/2005/8/layout/hierarchy1"/>
    <dgm:cxn modelId="{D6AA84E7-5899-B643-8A38-E8C86C0D6834}" type="presParOf" srcId="{C88F69EC-78A5-214D-88CC-80BE2F583E2B}" destId="{F5336208-29C6-FB49-90BE-87972E11FCFA}" srcOrd="0" destOrd="0" presId="urn:microsoft.com/office/officeart/2005/8/layout/hierarchy1"/>
    <dgm:cxn modelId="{E5B630EA-D02F-CB4C-B5DC-5654E5B51774}" type="presParOf" srcId="{C88F69EC-78A5-214D-88CC-80BE2F583E2B}" destId="{381A9576-AD56-0541-8D24-F10E0B23A5B0}" srcOrd="1" destOrd="0" presId="urn:microsoft.com/office/officeart/2005/8/layout/hierarchy1"/>
    <dgm:cxn modelId="{0EA0B160-A899-784F-A173-64BD9E718541}" type="presParOf" srcId="{381A9576-AD56-0541-8D24-F10E0B23A5B0}" destId="{2A65B9C9-CF96-434B-8B5B-3CEF5B305E6D}" srcOrd="0" destOrd="0" presId="urn:microsoft.com/office/officeart/2005/8/layout/hierarchy1"/>
    <dgm:cxn modelId="{93F082DA-C6A0-BB4A-ACAF-73681BE70EF7}" type="presParOf" srcId="{2A65B9C9-CF96-434B-8B5B-3CEF5B305E6D}" destId="{EB59BF57-A94C-2E4C-8128-6119C90EFEC6}" srcOrd="0" destOrd="0" presId="urn:microsoft.com/office/officeart/2005/8/layout/hierarchy1"/>
    <dgm:cxn modelId="{B41337C2-06FC-B547-9A49-FEC2A27D5417}" type="presParOf" srcId="{2A65B9C9-CF96-434B-8B5B-3CEF5B305E6D}" destId="{F1A0ED74-47CD-E142-9089-7F794FF9D699}" srcOrd="1" destOrd="0" presId="urn:microsoft.com/office/officeart/2005/8/layout/hierarchy1"/>
    <dgm:cxn modelId="{25B89258-80AC-DF4F-BF3F-3B2D758148B0}" type="presParOf" srcId="{381A9576-AD56-0541-8D24-F10E0B23A5B0}" destId="{2AAB9B38-F8A4-9D4B-BEA0-44929D1D29F4}" srcOrd="1" destOrd="0" presId="urn:microsoft.com/office/officeart/2005/8/layout/hierarchy1"/>
    <dgm:cxn modelId="{D09B03F4-27DD-EF46-8288-1EB09DF0821E}" type="presParOf" srcId="{2AAB9B38-F8A4-9D4B-BEA0-44929D1D29F4}" destId="{D2C90691-499B-524F-B4AF-0C706C8C6B7F}" srcOrd="0" destOrd="0" presId="urn:microsoft.com/office/officeart/2005/8/layout/hierarchy1"/>
    <dgm:cxn modelId="{6AC443AF-31EF-0644-BA6B-50630307B209}" type="presParOf" srcId="{2AAB9B38-F8A4-9D4B-BEA0-44929D1D29F4}" destId="{DFF0D669-566A-5C46-A5B4-CD8F5E317477}" srcOrd="1" destOrd="0" presId="urn:microsoft.com/office/officeart/2005/8/layout/hierarchy1"/>
    <dgm:cxn modelId="{2CA1C243-6ED6-DB41-85FB-719F0880A841}" type="presParOf" srcId="{DFF0D669-566A-5C46-A5B4-CD8F5E317477}" destId="{CD2FCCBC-9AEA-2840-8711-EDEA1A6E02D4}" srcOrd="0" destOrd="0" presId="urn:microsoft.com/office/officeart/2005/8/layout/hierarchy1"/>
    <dgm:cxn modelId="{4ABD09C9-8566-3342-8321-2A88F783EC4C}" type="presParOf" srcId="{CD2FCCBC-9AEA-2840-8711-EDEA1A6E02D4}" destId="{F8AF1710-8096-184A-BC81-3C139B21E9FB}" srcOrd="0" destOrd="0" presId="urn:microsoft.com/office/officeart/2005/8/layout/hierarchy1"/>
    <dgm:cxn modelId="{460ED28A-7169-AC4C-9A20-5C66C1483AC0}" type="presParOf" srcId="{CD2FCCBC-9AEA-2840-8711-EDEA1A6E02D4}" destId="{2B740B69-C427-344E-BDB3-3C681C5B2886}" srcOrd="1" destOrd="0" presId="urn:microsoft.com/office/officeart/2005/8/layout/hierarchy1"/>
    <dgm:cxn modelId="{85C796C7-7613-3047-8F1F-915DEBECF793}" type="presParOf" srcId="{DFF0D669-566A-5C46-A5B4-CD8F5E317477}" destId="{55C83F41-764B-2D46-B2BF-537DB3C09D6B}" srcOrd="1" destOrd="0" presId="urn:microsoft.com/office/officeart/2005/8/layout/hierarchy1"/>
    <dgm:cxn modelId="{33675723-1A3D-964D-AA32-BC41F7B16917}" type="presParOf" srcId="{55C83F41-764B-2D46-B2BF-537DB3C09D6B}" destId="{88DBC5D2-A719-B942-BB80-F740ED83FA38}" srcOrd="0" destOrd="0" presId="urn:microsoft.com/office/officeart/2005/8/layout/hierarchy1"/>
    <dgm:cxn modelId="{D44F3FF8-A903-ED43-B0A8-EAAC42F2D55C}" type="presParOf" srcId="{55C83F41-764B-2D46-B2BF-537DB3C09D6B}" destId="{2EE52BA4-DC19-B84C-9A9C-6CC215C40A64}" srcOrd="1" destOrd="0" presId="urn:microsoft.com/office/officeart/2005/8/layout/hierarchy1"/>
    <dgm:cxn modelId="{89898C06-2DC0-3449-B68A-E7C3A7A8D063}" type="presParOf" srcId="{2EE52BA4-DC19-B84C-9A9C-6CC215C40A64}" destId="{C4979E7C-5D88-644B-AFC0-4BB60ABCFAA8}" srcOrd="0" destOrd="0" presId="urn:microsoft.com/office/officeart/2005/8/layout/hierarchy1"/>
    <dgm:cxn modelId="{87BE3731-88FB-A24F-B9BF-F8182939BA5D}" type="presParOf" srcId="{C4979E7C-5D88-644B-AFC0-4BB60ABCFAA8}" destId="{A75F035E-68BA-3345-BDE5-568FDE464FD4}" srcOrd="0" destOrd="0" presId="urn:microsoft.com/office/officeart/2005/8/layout/hierarchy1"/>
    <dgm:cxn modelId="{9986A7DB-1E9E-DB44-A8E2-B51CF71FAAB8}" type="presParOf" srcId="{C4979E7C-5D88-644B-AFC0-4BB60ABCFAA8}" destId="{B71B81CB-58C4-2B4D-A1B4-F96FEBE80962}" srcOrd="1" destOrd="0" presId="urn:microsoft.com/office/officeart/2005/8/layout/hierarchy1"/>
    <dgm:cxn modelId="{68039B84-36D1-1E44-8039-1E8AC9C90FEC}" type="presParOf" srcId="{2EE52BA4-DC19-B84C-9A9C-6CC215C40A64}" destId="{EFE58284-3032-A440-A559-3B47EDB571A2}" srcOrd="1" destOrd="0" presId="urn:microsoft.com/office/officeart/2005/8/layout/hierarchy1"/>
    <dgm:cxn modelId="{EE700FE6-3185-C54D-A088-8AEF5A72C5C3}" type="presParOf" srcId="{EFE58284-3032-A440-A559-3B47EDB571A2}" destId="{3CCA1D3C-25B3-B04C-8104-9C9ABB8D80DF}" srcOrd="0" destOrd="0" presId="urn:microsoft.com/office/officeart/2005/8/layout/hierarchy1"/>
    <dgm:cxn modelId="{9C775CA1-BC4D-3E49-9708-845CEF94E629}" type="presParOf" srcId="{EFE58284-3032-A440-A559-3B47EDB571A2}" destId="{1CD55F3B-C1D5-D54F-B735-DBDA00122506}" srcOrd="1" destOrd="0" presId="urn:microsoft.com/office/officeart/2005/8/layout/hierarchy1"/>
    <dgm:cxn modelId="{0D4BFE38-0657-FB40-A54D-01EA288E2416}" type="presParOf" srcId="{1CD55F3B-C1D5-D54F-B735-DBDA00122506}" destId="{069CA93B-C7D9-3140-950D-5E6E38A29407}" srcOrd="0" destOrd="0" presId="urn:microsoft.com/office/officeart/2005/8/layout/hierarchy1"/>
    <dgm:cxn modelId="{D0C04880-6855-0642-B74A-FB5FAFA8210D}" type="presParOf" srcId="{069CA93B-C7D9-3140-950D-5E6E38A29407}" destId="{21C8C068-00BD-0D4B-ADF3-78BCC2F693D5}" srcOrd="0" destOrd="0" presId="urn:microsoft.com/office/officeart/2005/8/layout/hierarchy1"/>
    <dgm:cxn modelId="{CE6CEBE8-40EF-0449-A190-EDBA2B78B220}" type="presParOf" srcId="{069CA93B-C7D9-3140-950D-5E6E38A29407}" destId="{B3C9F8D2-6F12-3247-B0AE-0B0665475E74}" srcOrd="1" destOrd="0" presId="urn:microsoft.com/office/officeart/2005/8/layout/hierarchy1"/>
    <dgm:cxn modelId="{264BD0AD-C3F4-9C42-86B1-12D3B889E6F0}" type="presParOf" srcId="{1CD55F3B-C1D5-D54F-B735-DBDA00122506}" destId="{0E4681E1-BB0D-464A-A94F-E94B525F7319}" srcOrd="1" destOrd="0" presId="urn:microsoft.com/office/officeart/2005/8/layout/hierarchy1"/>
    <dgm:cxn modelId="{EAA27812-27B7-8E4F-93E1-BE54782CB526}" type="presParOf" srcId="{0E4681E1-BB0D-464A-A94F-E94B525F7319}" destId="{883E44B5-D280-7143-8822-5B0FCF32AB73}" srcOrd="0" destOrd="0" presId="urn:microsoft.com/office/officeart/2005/8/layout/hierarchy1"/>
    <dgm:cxn modelId="{756EE94A-8DD3-364A-817C-1DD850BEBEEE}" type="presParOf" srcId="{0E4681E1-BB0D-464A-A94F-E94B525F7319}" destId="{E14FE27D-A75F-9048-93E9-DCEF44E92B2A}" srcOrd="1" destOrd="0" presId="urn:microsoft.com/office/officeart/2005/8/layout/hierarchy1"/>
    <dgm:cxn modelId="{4FFD0A99-B23D-AE41-A520-D95C74E0284C}" type="presParOf" srcId="{E14FE27D-A75F-9048-93E9-DCEF44E92B2A}" destId="{16D66370-1D0E-7C49-8666-975E35F8F439}" srcOrd="0" destOrd="0" presId="urn:microsoft.com/office/officeart/2005/8/layout/hierarchy1"/>
    <dgm:cxn modelId="{7B60BA78-0C0C-1F40-A8F3-8384C11EB676}" type="presParOf" srcId="{16D66370-1D0E-7C49-8666-975E35F8F439}" destId="{BF99D3CF-C7E2-0746-B740-DD02B8AC4AF1}" srcOrd="0" destOrd="0" presId="urn:microsoft.com/office/officeart/2005/8/layout/hierarchy1"/>
    <dgm:cxn modelId="{05DA30F0-CD9E-2F41-AB96-FB3961EF075D}" type="presParOf" srcId="{16D66370-1D0E-7C49-8666-975E35F8F439}" destId="{F8B6F8AD-1538-7645-B83A-0619BEF39E60}" srcOrd="1" destOrd="0" presId="urn:microsoft.com/office/officeart/2005/8/layout/hierarchy1"/>
    <dgm:cxn modelId="{05A923FA-BA48-9D42-88AB-147A690DAB08}" type="presParOf" srcId="{E14FE27D-A75F-9048-93E9-DCEF44E92B2A}" destId="{6C04A50B-4D21-E04B-B57E-4C893752F846}" srcOrd="1" destOrd="0" presId="urn:microsoft.com/office/officeart/2005/8/layout/hierarchy1"/>
    <dgm:cxn modelId="{9651EFA4-AC44-D147-90B8-BC928F297AAF}" type="presParOf" srcId="{6C04A50B-4D21-E04B-B57E-4C893752F846}" destId="{CA8617F6-CB04-7C4E-9982-F3F1BD2D89CB}" srcOrd="0" destOrd="0" presId="urn:microsoft.com/office/officeart/2005/8/layout/hierarchy1"/>
    <dgm:cxn modelId="{F45E9D8E-8333-1143-AB6C-4D5C68FABB82}" type="presParOf" srcId="{6C04A50B-4D21-E04B-B57E-4C893752F846}" destId="{2F76701C-FF3B-234B-94BA-FB63DDD8718D}" srcOrd="1" destOrd="0" presId="urn:microsoft.com/office/officeart/2005/8/layout/hierarchy1"/>
    <dgm:cxn modelId="{E7EA818F-775D-6742-B449-F30C4F8948B3}" type="presParOf" srcId="{2F76701C-FF3B-234B-94BA-FB63DDD8718D}" destId="{BFE24FCC-2BE8-FE42-A92B-2EE94A3AB216}" srcOrd="0" destOrd="0" presId="urn:microsoft.com/office/officeart/2005/8/layout/hierarchy1"/>
    <dgm:cxn modelId="{9ECCD113-BB34-2747-BA43-7A2314FE722A}" type="presParOf" srcId="{BFE24FCC-2BE8-FE42-A92B-2EE94A3AB216}" destId="{52979FF9-F4E5-274A-A696-33A27F3BEDC4}" srcOrd="0" destOrd="0" presId="urn:microsoft.com/office/officeart/2005/8/layout/hierarchy1"/>
    <dgm:cxn modelId="{8FF9E08F-123E-DE41-92B6-92B68F7EDED6}" type="presParOf" srcId="{BFE24FCC-2BE8-FE42-A92B-2EE94A3AB216}" destId="{70950A11-E88E-EA41-B41C-C1E09DB38E3E}" srcOrd="1" destOrd="0" presId="urn:microsoft.com/office/officeart/2005/8/layout/hierarchy1"/>
    <dgm:cxn modelId="{6202E353-5A9B-A549-B9AB-947A58BD1813}" type="presParOf" srcId="{2F76701C-FF3B-234B-94BA-FB63DDD8718D}" destId="{684872FA-E35E-7547-BA1B-DE1C35F483BE}" srcOrd="1" destOrd="0" presId="urn:microsoft.com/office/officeart/2005/8/layout/hierarchy1"/>
    <dgm:cxn modelId="{9D69EDEC-967C-6C4B-BAC5-B93D6DB41E77}" type="presParOf" srcId="{684872FA-E35E-7547-BA1B-DE1C35F483BE}" destId="{32A9CFE0-7277-994F-8A2E-619B09E48CD7}" srcOrd="0" destOrd="0" presId="urn:microsoft.com/office/officeart/2005/8/layout/hierarchy1"/>
    <dgm:cxn modelId="{D633616A-DA61-E44B-A050-F77C8BA20BED}" type="presParOf" srcId="{684872FA-E35E-7547-BA1B-DE1C35F483BE}" destId="{A44A659C-E2CC-C74B-A15E-652DBD4C4181}" srcOrd="1" destOrd="0" presId="urn:microsoft.com/office/officeart/2005/8/layout/hierarchy1"/>
    <dgm:cxn modelId="{D904D877-B774-BB49-934A-CBF68852CBA3}" type="presParOf" srcId="{A44A659C-E2CC-C74B-A15E-652DBD4C4181}" destId="{BFDA4D3C-6740-274E-B4C9-ADFB35542867}" srcOrd="0" destOrd="0" presId="urn:microsoft.com/office/officeart/2005/8/layout/hierarchy1"/>
    <dgm:cxn modelId="{46413C46-2E31-9549-B0EE-599968254419}" type="presParOf" srcId="{BFDA4D3C-6740-274E-B4C9-ADFB35542867}" destId="{1767D2CC-06CA-034F-A23E-6AD6243EB5C7}" srcOrd="0" destOrd="0" presId="urn:microsoft.com/office/officeart/2005/8/layout/hierarchy1"/>
    <dgm:cxn modelId="{5554B697-B2D9-964B-9527-3B0E269CF86D}" type="presParOf" srcId="{BFDA4D3C-6740-274E-B4C9-ADFB35542867}" destId="{AD21DEF3-9C30-5F44-9B3A-3BC27FCB9FFA}" srcOrd="1" destOrd="0" presId="urn:microsoft.com/office/officeart/2005/8/layout/hierarchy1"/>
    <dgm:cxn modelId="{B83E0FCD-9201-0445-9F1E-8B36CE05D880}" type="presParOf" srcId="{A44A659C-E2CC-C74B-A15E-652DBD4C4181}" destId="{50ADF370-BC97-A849-A898-6FEE9A7D9F28}" srcOrd="1" destOrd="0" presId="urn:microsoft.com/office/officeart/2005/8/layout/hierarchy1"/>
    <dgm:cxn modelId="{FE192864-534F-D041-9705-D1A129A99EFE}" type="presParOf" srcId="{50ADF370-BC97-A849-A898-6FEE9A7D9F28}" destId="{FB87650F-E43B-104B-BC87-27550C21DBDC}" srcOrd="0" destOrd="0" presId="urn:microsoft.com/office/officeart/2005/8/layout/hierarchy1"/>
    <dgm:cxn modelId="{68DB9D10-A8A5-1247-B4C2-6A798750480E}" type="presParOf" srcId="{50ADF370-BC97-A849-A898-6FEE9A7D9F28}" destId="{A35B57A2-34C7-EF49-A0AD-B93078C26F47}" srcOrd="1" destOrd="0" presId="urn:microsoft.com/office/officeart/2005/8/layout/hierarchy1"/>
    <dgm:cxn modelId="{FC8E6537-35CA-9E4C-B4A3-25278FB534C3}" type="presParOf" srcId="{A35B57A2-34C7-EF49-A0AD-B93078C26F47}" destId="{7458B697-424A-774E-B9F9-D3DA49ADE965}" srcOrd="0" destOrd="0" presId="urn:microsoft.com/office/officeart/2005/8/layout/hierarchy1"/>
    <dgm:cxn modelId="{7C66304D-1A3D-8442-B969-D5AA2ADC9C16}" type="presParOf" srcId="{7458B697-424A-774E-B9F9-D3DA49ADE965}" destId="{9B1CB3AE-E313-1747-92EA-986183738116}" srcOrd="0" destOrd="0" presId="urn:microsoft.com/office/officeart/2005/8/layout/hierarchy1"/>
    <dgm:cxn modelId="{496C4143-478A-1346-8F34-6EFCCDE6D353}" type="presParOf" srcId="{7458B697-424A-774E-B9F9-D3DA49ADE965}" destId="{AC2D7FB0-6590-4644-BD6A-99F32394FFC7}" srcOrd="1" destOrd="0" presId="urn:microsoft.com/office/officeart/2005/8/layout/hierarchy1"/>
    <dgm:cxn modelId="{CEABE133-BA77-5F4C-B374-92DD799C0A00}" type="presParOf" srcId="{A35B57A2-34C7-EF49-A0AD-B93078C26F47}" destId="{2329F846-6F75-5240-882F-86E9CDA8A549}" srcOrd="1" destOrd="0" presId="urn:microsoft.com/office/officeart/2005/8/layout/hierarchy1"/>
    <dgm:cxn modelId="{90D73FC5-ED48-E04E-953E-E029E0276952}" type="presParOf" srcId="{3EB50925-BF12-6141-BEF2-2BC260F77591}" destId="{326FC4A7-E690-2F41-A30C-12FFC91259B2}" srcOrd="14" destOrd="0" presId="urn:microsoft.com/office/officeart/2005/8/layout/hierarchy1"/>
    <dgm:cxn modelId="{7423ED45-0F83-B044-9FE1-5CBE83AB9557}" type="presParOf" srcId="{3EB50925-BF12-6141-BEF2-2BC260F77591}" destId="{D8C26318-DDE5-FF43-BF84-E1EE59D4BE48}" srcOrd="15" destOrd="0" presId="urn:microsoft.com/office/officeart/2005/8/layout/hierarchy1"/>
    <dgm:cxn modelId="{47B2C252-EE16-5044-AC0B-3A27F5D75029}" type="presParOf" srcId="{D8C26318-DDE5-FF43-BF84-E1EE59D4BE48}" destId="{914AF13E-DC13-0A4A-9931-F2D68A05D43A}" srcOrd="0" destOrd="0" presId="urn:microsoft.com/office/officeart/2005/8/layout/hierarchy1"/>
    <dgm:cxn modelId="{2016C7F8-E94B-D843-9683-4A0651C48B40}" type="presParOf" srcId="{914AF13E-DC13-0A4A-9931-F2D68A05D43A}" destId="{3AB5F313-F673-C741-8253-5ADA8C97BA93}" srcOrd="0" destOrd="0" presId="urn:microsoft.com/office/officeart/2005/8/layout/hierarchy1"/>
    <dgm:cxn modelId="{88520F05-02F9-C94B-8645-BFCA56534CA5}" type="presParOf" srcId="{914AF13E-DC13-0A4A-9931-F2D68A05D43A}" destId="{1204BB3D-1950-2041-BCB6-86CD6847132B}" srcOrd="1" destOrd="0" presId="urn:microsoft.com/office/officeart/2005/8/layout/hierarchy1"/>
    <dgm:cxn modelId="{4B68D597-D7C1-D84D-91EE-3AADF54FEC60}" type="presParOf" srcId="{D8C26318-DDE5-FF43-BF84-E1EE59D4BE48}" destId="{7B9D9518-6BE9-A94B-866A-4CAFFF51B7C2}" srcOrd="1" destOrd="0" presId="urn:microsoft.com/office/officeart/2005/8/layout/hierarchy1"/>
    <dgm:cxn modelId="{AA53D591-9E92-7B48-B8C0-34A88E320A6B}" type="presParOf" srcId="{7B9D9518-6BE9-A94B-866A-4CAFFF51B7C2}" destId="{16D14463-497E-BF4E-8EA9-A724EB53C713}" srcOrd="0" destOrd="0" presId="urn:microsoft.com/office/officeart/2005/8/layout/hierarchy1"/>
    <dgm:cxn modelId="{E1FE40EF-D173-994A-8ABA-F20BCC2258DE}" type="presParOf" srcId="{7B9D9518-6BE9-A94B-866A-4CAFFF51B7C2}" destId="{ED2574DB-7F3F-A94B-B603-A46F7EB2EC5C}" srcOrd="1" destOrd="0" presId="urn:microsoft.com/office/officeart/2005/8/layout/hierarchy1"/>
    <dgm:cxn modelId="{51276349-C597-7C46-8A7D-CEE4C059F03D}" type="presParOf" srcId="{ED2574DB-7F3F-A94B-B603-A46F7EB2EC5C}" destId="{37C1B05B-7B03-6046-951D-C6DA0DB4E220}" srcOrd="0" destOrd="0" presId="urn:microsoft.com/office/officeart/2005/8/layout/hierarchy1"/>
    <dgm:cxn modelId="{E69F12C0-8D5A-B74E-947A-A50F510921AA}" type="presParOf" srcId="{37C1B05B-7B03-6046-951D-C6DA0DB4E220}" destId="{18C54ABD-59F4-BF4C-8E0E-105A9B3C464D}" srcOrd="0" destOrd="0" presId="urn:microsoft.com/office/officeart/2005/8/layout/hierarchy1"/>
    <dgm:cxn modelId="{8438266C-B816-BD44-9EEE-057639DEFA7B}" type="presParOf" srcId="{37C1B05B-7B03-6046-951D-C6DA0DB4E220}" destId="{0A577E50-2055-2147-8A46-267011302FCD}" srcOrd="1" destOrd="0" presId="urn:microsoft.com/office/officeart/2005/8/layout/hierarchy1"/>
    <dgm:cxn modelId="{7C25BACA-947A-E74B-ADC9-DF8D5F675C4E}" type="presParOf" srcId="{ED2574DB-7F3F-A94B-B603-A46F7EB2EC5C}" destId="{B1CA1311-29C3-074E-B843-93F59ECC3D64}" srcOrd="1" destOrd="0" presId="urn:microsoft.com/office/officeart/2005/8/layout/hierarchy1"/>
    <dgm:cxn modelId="{6103F57E-E11F-4348-B94F-A9634EF00BF9}" type="presParOf" srcId="{B1CA1311-29C3-074E-B843-93F59ECC3D64}" destId="{8C0E950E-9124-3F46-BEDF-C9CD919054C8}" srcOrd="0" destOrd="0" presId="urn:microsoft.com/office/officeart/2005/8/layout/hierarchy1"/>
    <dgm:cxn modelId="{5ED9D725-BFD6-0B44-90C8-015FDE6EDF06}" type="presParOf" srcId="{B1CA1311-29C3-074E-B843-93F59ECC3D64}" destId="{292E91C7-9B61-614D-B645-674E2235D2B2}" srcOrd="1" destOrd="0" presId="urn:microsoft.com/office/officeart/2005/8/layout/hierarchy1"/>
    <dgm:cxn modelId="{C8764456-C7CE-894A-9EC0-82EAB01229C7}" type="presParOf" srcId="{292E91C7-9B61-614D-B645-674E2235D2B2}" destId="{993EBEBE-9644-3442-9537-D6BBD3410E11}" srcOrd="0" destOrd="0" presId="urn:microsoft.com/office/officeart/2005/8/layout/hierarchy1"/>
    <dgm:cxn modelId="{2474CE2B-6EAA-2A4F-A4EC-45BB91D21522}" type="presParOf" srcId="{993EBEBE-9644-3442-9537-D6BBD3410E11}" destId="{69841CF6-A907-B646-97DF-2597B1A506DA}" srcOrd="0" destOrd="0" presId="urn:microsoft.com/office/officeart/2005/8/layout/hierarchy1"/>
    <dgm:cxn modelId="{25C3AE54-B022-9041-8637-7C05CABCCCA9}" type="presParOf" srcId="{993EBEBE-9644-3442-9537-D6BBD3410E11}" destId="{D13F3935-4720-F141-B13D-66C6B84EDE24}" srcOrd="1" destOrd="0" presId="urn:microsoft.com/office/officeart/2005/8/layout/hierarchy1"/>
    <dgm:cxn modelId="{DFBDAA4C-6743-6F4B-A419-A11B012B3587}" type="presParOf" srcId="{292E91C7-9B61-614D-B645-674E2235D2B2}" destId="{66B7C0C2-2C77-544A-8EF3-AAC74FC32B68}" srcOrd="1" destOrd="0" presId="urn:microsoft.com/office/officeart/2005/8/layout/hierarchy1"/>
    <dgm:cxn modelId="{3F93610F-84F7-AB41-9F8F-0D866E1C78A1}" type="presParOf" srcId="{66B7C0C2-2C77-544A-8EF3-AAC74FC32B68}" destId="{F02D0CAC-5B12-6947-8B74-EAFD1CAB5827}" srcOrd="0" destOrd="0" presId="urn:microsoft.com/office/officeart/2005/8/layout/hierarchy1"/>
    <dgm:cxn modelId="{6D4C72A0-FE26-BE47-8F57-4F245CFD815E}" type="presParOf" srcId="{66B7C0C2-2C77-544A-8EF3-AAC74FC32B68}" destId="{BC32FDA9-610C-C244-BAE8-8EA067FBF3C3}" srcOrd="1" destOrd="0" presId="urn:microsoft.com/office/officeart/2005/8/layout/hierarchy1"/>
    <dgm:cxn modelId="{AD4449BF-223B-1C4C-BB11-7F25A7279CDB}" type="presParOf" srcId="{BC32FDA9-610C-C244-BAE8-8EA067FBF3C3}" destId="{172D25EB-83E9-C247-B5C6-2DA2959D2616}" srcOrd="0" destOrd="0" presId="urn:microsoft.com/office/officeart/2005/8/layout/hierarchy1"/>
    <dgm:cxn modelId="{76F59D81-5FEA-D44E-A194-3F6ED78542C2}" type="presParOf" srcId="{172D25EB-83E9-C247-B5C6-2DA2959D2616}" destId="{AF50A209-B43E-9649-8A0D-5001D588BDDC}" srcOrd="0" destOrd="0" presId="urn:microsoft.com/office/officeart/2005/8/layout/hierarchy1"/>
    <dgm:cxn modelId="{08F87FD6-9FAF-EF4F-B3E6-4E4AC017BD68}" type="presParOf" srcId="{172D25EB-83E9-C247-B5C6-2DA2959D2616}" destId="{07E62874-05BE-F94B-AA40-5942BDA2D4EA}" srcOrd="1" destOrd="0" presId="urn:microsoft.com/office/officeart/2005/8/layout/hierarchy1"/>
    <dgm:cxn modelId="{E88E8E4A-3F66-F04C-AE33-DF4365981641}" type="presParOf" srcId="{BC32FDA9-610C-C244-BAE8-8EA067FBF3C3}" destId="{4E46522A-0C97-334A-B75E-7938E59C9CEF}" srcOrd="1" destOrd="0" presId="urn:microsoft.com/office/officeart/2005/8/layout/hierarchy1"/>
    <dgm:cxn modelId="{8B6CDE69-E000-D941-A6F4-0FEEF1D6AE2B}" type="presParOf" srcId="{4E46522A-0C97-334A-B75E-7938E59C9CEF}" destId="{8C604C73-E95A-AA4C-8533-50BD62045870}" srcOrd="0" destOrd="0" presId="urn:microsoft.com/office/officeart/2005/8/layout/hierarchy1"/>
    <dgm:cxn modelId="{8C56C8DA-39C9-2D4E-9728-3048D9E1CAB0}" type="presParOf" srcId="{4E46522A-0C97-334A-B75E-7938E59C9CEF}" destId="{756DFC46-173F-7140-83C9-8707198D7995}" srcOrd="1" destOrd="0" presId="urn:microsoft.com/office/officeart/2005/8/layout/hierarchy1"/>
    <dgm:cxn modelId="{FA9E6487-E8BF-B841-B742-2453C4988569}" type="presParOf" srcId="{756DFC46-173F-7140-83C9-8707198D7995}" destId="{379D70F5-F514-3445-A714-F2418E0A44A2}" srcOrd="0" destOrd="0" presId="urn:microsoft.com/office/officeart/2005/8/layout/hierarchy1"/>
    <dgm:cxn modelId="{767680A1-A3AD-7C4B-92CD-F8E473C45287}" type="presParOf" srcId="{379D70F5-F514-3445-A714-F2418E0A44A2}" destId="{7CF2A8E1-3668-1C4C-B1CE-448925610207}" srcOrd="0" destOrd="0" presId="urn:microsoft.com/office/officeart/2005/8/layout/hierarchy1"/>
    <dgm:cxn modelId="{5958D6A3-A8E7-8149-86B8-2EFB44672972}" type="presParOf" srcId="{379D70F5-F514-3445-A714-F2418E0A44A2}" destId="{9C6C0909-718C-9048-854D-CFEF8FD58D76}" srcOrd="1" destOrd="0" presId="urn:microsoft.com/office/officeart/2005/8/layout/hierarchy1"/>
    <dgm:cxn modelId="{2D3D0FDA-5CB4-4F4A-A6F8-74F3FCB985F5}" type="presParOf" srcId="{756DFC46-173F-7140-83C9-8707198D7995}" destId="{0B909369-8B64-7640-A6C7-A682C98B4C9E}" srcOrd="1" destOrd="0" presId="urn:microsoft.com/office/officeart/2005/8/layout/hierarchy1"/>
    <dgm:cxn modelId="{7C1EFD31-9A84-8D41-8C9C-BE328B27C355}" type="presParOf" srcId="{0B909369-8B64-7640-A6C7-A682C98B4C9E}" destId="{6A1540DB-369D-7940-81C9-D323FC77B02D}" srcOrd="0" destOrd="0" presId="urn:microsoft.com/office/officeart/2005/8/layout/hierarchy1"/>
    <dgm:cxn modelId="{CF8CDCCF-F73F-8B46-86AB-63C37D5ED0FC}" type="presParOf" srcId="{0B909369-8B64-7640-A6C7-A682C98B4C9E}" destId="{65506E32-F444-6C49-BA88-4B15EEB61118}" srcOrd="1" destOrd="0" presId="urn:microsoft.com/office/officeart/2005/8/layout/hierarchy1"/>
    <dgm:cxn modelId="{085D9B74-7250-3546-81C2-6AC2FE82C112}" type="presParOf" srcId="{65506E32-F444-6C49-BA88-4B15EEB61118}" destId="{29228BA3-967C-6A48-B528-7BBA2E88068C}" srcOrd="0" destOrd="0" presId="urn:microsoft.com/office/officeart/2005/8/layout/hierarchy1"/>
    <dgm:cxn modelId="{CE97AB39-F071-B248-88C3-3BD93F01DB14}" type="presParOf" srcId="{29228BA3-967C-6A48-B528-7BBA2E88068C}" destId="{67132B9C-2357-F842-8287-7F9952769DC0}" srcOrd="0" destOrd="0" presId="urn:microsoft.com/office/officeart/2005/8/layout/hierarchy1"/>
    <dgm:cxn modelId="{7A2F3CAF-D7FF-C242-A22F-F612B0DF03AF}" type="presParOf" srcId="{29228BA3-967C-6A48-B528-7BBA2E88068C}" destId="{464EA5DA-0A3B-824B-85C5-DCE70E5F82C9}" srcOrd="1" destOrd="0" presId="urn:microsoft.com/office/officeart/2005/8/layout/hierarchy1"/>
    <dgm:cxn modelId="{54BE5BD8-5A04-144E-A8E5-D4CFF8064A5D}" type="presParOf" srcId="{65506E32-F444-6C49-BA88-4B15EEB61118}" destId="{94435EAC-359A-2C44-8B42-DC902FEEB834}" srcOrd="1" destOrd="0" presId="urn:microsoft.com/office/officeart/2005/8/layout/hierarchy1"/>
    <dgm:cxn modelId="{3536FAD5-34A2-A34D-A0B6-84F31984C76E}" type="presParOf" srcId="{94435EAC-359A-2C44-8B42-DC902FEEB834}" destId="{5B2A9DD0-3DD6-7446-8967-151F3B0F2B56}" srcOrd="0" destOrd="0" presId="urn:microsoft.com/office/officeart/2005/8/layout/hierarchy1"/>
    <dgm:cxn modelId="{6C24D3C6-1E77-AD44-9EEA-17786329B85D}" type="presParOf" srcId="{94435EAC-359A-2C44-8B42-DC902FEEB834}" destId="{BE65DFE6-AD3C-044B-9F41-A813DD98B815}" srcOrd="1" destOrd="0" presId="urn:microsoft.com/office/officeart/2005/8/layout/hierarchy1"/>
    <dgm:cxn modelId="{F58B32DF-5C38-4349-A21D-AAB574F79F8B}" type="presParOf" srcId="{BE65DFE6-AD3C-044B-9F41-A813DD98B815}" destId="{D4E00436-6783-6748-A9B0-C1860C86D70D}" srcOrd="0" destOrd="0" presId="urn:microsoft.com/office/officeart/2005/8/layout/hierarchy1"/>
    <dgm:cxn modelId="{54CE3A5D-FBA0-A84E-9D09-1B8F293E5DFA}" type="presParOf" srcId="{D4E00436-6783-6748-A9B0-C1860C86D70D}" destId="{4569B8C0-972B-6542-91EB-CF93F79C99A0}" srcOrd="0" destOrd="0" presId="urn:microsoft.com/office/officeart/2005/8/layout/hierarchy1"/>
    <dgm:cxn modelId="{FA8C196C-E381-874C-9408-0997CA769A67}" type="presParOf" srcId="{D4E00436-6783-6748-A9B0-C1860C86D70D}" destId="{8CE33D3B-FDB2-CA40-AD9D-ED613A0DF73A}" srcOrd="1" destOrd="0" presId="urn:microsoft.com/office/officeart/2005/8/layout/hierarchy1"/>
    <dgm:cxn modelId="{D3AC68AF-9F4A-FD47-810A-0FC5218E0B07}" type="presParOf" srcId="{BE65DFE6-AD3C-044B-9F41-A813DD98B815}" destId="{E9871F23-02ED-FA46-8D2D-BB089BCE54A8}" srcOrd="1" destOrd="0" presId="urn:microsoft.com/office/officeart/2005/8/layout/hierarchy1"/>
    <dgm:cxn modelId="{A51BDFFB-DC7B-7E4E-A103-EA06E4DF6E00}" type="presParOf" srcId="{E9871F23-02ED-FA46-8D2D-BB089BCE54A8}" destId="{12E2094E-0BF2-8B44-BAC1-1CE128F3EF51}" srcOrd="0" destOrd="0" presId="urn:microsoft.com/office/officeart/2005/8/layout/hierarchy1"/>
    <dgm:cxn modelId="{9F530CE2-6ADA-A545-BA87-A8DD2F53C625}" type="presParOf" srcId="{E9871F23-02ED-FA46-8D2D-BB089BCE54A8}" destId="{672FB65C-3607-B74E-B727-6333769B14BD}" srcOrd="1" destOrd="0" presId="urn:microsoft.com/office/officeart/2005/8/layout/hierarchy1"/>
    <dgm:cxn modelId="{006540EE-7072-2C4C-AD99-079DA394FDFF}" type="presParOf" srcId="{672FB65C-3607-B74E-B727-6333769B14BD}" destId="{EC6B1C6A-0397-0547-9387-7D338248F6F8}" srcOrd="0" destOrd="0" presId="urn:microsoft.com/office/officeart/2005/8/layout/hierarchy1"/>
    <dgm:cxn modelId="{C6CD645C-BA51-FE46-9FDC-7426947974F6}" type="presParOf" srcId="{EC6B1C6A-0397-0547-9387-7D338248F6F8}" destId="{BA20F204-89FD-9F45-BAC1-57A753D32780}" srcOrd="0" destOrd="0" presId="urn:microsoft.com/office/officeart/2005/8/layout/hierarchy1"/>
    <dgm:cxn modelId="{EE295527-63B7-674F-AC29-64B5057FDBE4}" type="presParOf" srcId="{EC6B1C6A-0397-0547-9387-7D338248F6F8}" destId="{1B5BF2FF-BAFA-7C41-AB54-DC499957555D}" srcOrd="1" destOrd="0" presId="urn:microsoft.com/office/officeart/2005/8/layout/hierarchy1"/>
    <dgm:cxn modelId="{86DD94C6-AECE-3D43-A109-6B6DEE26D72D}" type="presParOf" srcId="{672FB65C-3607-B74E-B727-6333769B14BD}" destId="{ADC06F69-894A-ED4A-9BDB-10E87BD2A764}" srcOrd="1" destOrd="0" presId="urn:microsoft.com/office/officeart/2005/8/layout/hierarchy1"/>
    <dgm:cxn modelId="{2F67CEBB-218A-AC41-9CCE-F155EECADECD}" type="presParOf" srcId="{ADC06F69-894A-ED4A-9BDB-10E87BD2A764}" destId="{DCAED835-6224-CE4B-8E8E-A269CF436E2D}" srcOrd="0" destOrd="0" presId="urn:microsoft.com/office/officeart/2005/8/layout/hierarchy1"/>
    <dgm:cxn modelId="{9E6CEE15-DBF7-5A4F-9011-5B87B8A429F0}" type="presParOf" srcId="{ADC06F69-894A-ED4A-9BDB-10E87BD2A764}" destId="{44E13237-2AAD-0745-9CBD-9BF8E8703E15}" srcOrd="1" destOrd="0" presId="urn:microsoft.com/office/officeart/2005/8/layout/hierarchy1"/>
    <dgm:cxn modelId="{778C89C0-3CD3-3948-9C0F-0D9BDA1EFB07}" type="presParOf" srcId="{44E13237-2AAD-0745-9CBD-9BF8E8703E15}" destId="{F93AFC06-8F66-A04D-97BB-D93CBF93ADFF}" srcOrd="0" destOrd="0" presId="urn:microsoft.com/office/officeart/2005/8/layout/hierarchy1"/>
    <dgm:cxn modelId="{17B188C1-8CB7-CF43-842E-75CD5D7CF997}" type="presParOf" srcId="{F93AFC06-8F66-A04D-97BB-D93CBF93ADFF}" destId="{1322F085-4D57-5F4E-8228-20F134225450}" srcOrd="0" destOrd="0" presId="urn:microsoft.com/office/officeart/2005/8/layout/hierarchy1"/>
    <dgm:cxn modelId="{93EE099A-AE99-044C-9F42-EE90D36819C2}" type="presParOf" srcId="{F93AFC06-8F66-A04D-97BB-D93CBF93ADFF}" destId="{5B30A40A-707E-264D-8A3A-F0AE7103538D}" srcOrd="1" destOrd="0" presId="urn:microsoft.com/office/officeart/2005/8/layout/hierarchy1"/>
    <dgm:cxn modelId="{B7F5E458-E21A-6446-8A1D-3946EED1959F}" type="presParOf" srcId="{44E13237-2AAD-0745-9CBD-9BF8E8703E15}" destId="{4444B59D-7BF0-7045-801C-45A60547E82C}" srcOrd="1" destOrd="0" presId="urn:microsoft.com/office/officeart/2005/8/layout/hierarchy1"/>
    <dgm:cxn modelId="{CA3C0743-4FCF-784F-8EF8-B0BD0D057AEE}" type="presParOf" srcId="{4444B59D-7BF0-7045-801C-45A60547E82C}" destId="{48697E52-B0F0-5E4E-B4F2-50417DF279C2}" srcOrd="0" destOrd="0" presId="urn:microsoft.com/office/officeart/2005/8/layout/hierarchy1"/>
    <dgm:cxn modelId="{DAA56DC3-2B8E-2B46-8A2E-80B0244D2159}" type="presParOf" srcId="{4444B59D-7BF0-7045-801C-45A60547E82C}" destId="{3027E4BE-0F97-DB44-8AB9-DB88B6B463CA}" srcOrd="1" destOrd="0" presId="urn:microsoft.com/office/officeart/2005/8/layout/hierarchy1"/>
    <dgm:cxn modelId="{F116B897-728A-7E44-A0F0-BE4093424839}" type="presParOf" srcId="{3027E4BE-0F97-DB44-8AB9-DB88B6B463CA}" destId="{AD7FA2CD-03DE-2747-A112-C87D44638E49}" srcOrd="0" destOrd="0" presId="urn:microsoft.com/office/officeart/2005/8/layout/hierarchy1"/>
    <dgm:cxn modelId="{125CE622-1E6D-3844-BE93-F7B9354079CB}" type="presParOf" srcId="{AD7FA2CD-03DE-2747-A112-C87D44638E49}" destId="{0C9B9589-D6F3-4944-9FE7-FD1A57CBC242}" srcOrd="0" destOrd="0" presId="urn:microsoft.com/office/officeart/2005/8/layout/hierarchy1"/>
    <dgm:cxn modelId="{44C12931-24DE-9B4A-AB97-283F8B827EB1}" type="presParOf" srcId="{AD7FA2CD-03DE-2747-A112-C87D44638E49}" destId="{F989CF90-CA07-844A-A9DB-505BCD393FEB}" srcOrd="1" destOrd="0" presId="urn:microsoft.com/office/officeart/2005/8/layout/hierarchy1"/>
    <dgm:cxn modelId="{D9050FF3-6C40-134D-A3AD-9EFFF578FB12}" type="presParOf" srcId="{3027E4BE-0F97-DB44-8AB9-DB88B6B463CA}" destId="{EE9B3BAF-ED0B-D544-B920-47F9A5F8FA00}" srcOrd="1" destOrd="0" presId="urn:microsoft.com/office/officeart/2005/8/layout/hierarchy1"/>
    <dgm:cxn modelId="{13F55DE4-3B87-2C41-A68D-51FEA80F7D30}" type="presParOf" srcId="{EE9B3BAF-ED0B-D544-B920-47F9A5F8FA00}" destId="{F34BC85E-EBDE-2D4D-A451-6AFAE89E78F0}" srcOrd="0" destOrd="0" presId="urn:microsoft.com/office/officeart/2005/8/layout/hierarchy1"/>
    <dgm:cxn modelId="{A163FA28-DDC6-0C4B-9690-F58D18B49400}" type="presParOf" srcId="{EE9B3BAF-ED0B-D544-B920-47F9A5F8FA00}" destId="{933B0C87-447A-D441-9D89-0F3B3607DD08}" srcOrd="1" destOrd="0" presId="urn:microsoft.com/office/officeart/2005/8/layout/hierarchy1"/>
    <dgm:cxn modelId="{3FEF7AB7-5F8F-5841-A123-FBACABA823BC}" type="presParOf" srcId="{933B0C87-447A-D441-9D89-0F3B3607DD08}" destId="{189B02DF-85A0-F54E-AD60-845316E645DC}" srcOrd="0" destOrd="0" presId="urn:microsoft.com/office/officeart/2005/8/layout/hierarchy1"/>
    <dgm:cxn modelId="{9025875C-C2A8-394E-A8CA-B5EAE6DA92E3}" type="presParOf" srcId="{189B02DF-85A0-F54E-AD60-845316E645DC}" destId="{B40D39C4-0679-0E43-99A3-79D8A6C141AA}" srcOrd="0" destOrd="0" presId="urn:microsoft.com/office/officeart/2005/8/layout/hierarchy1"/>
    <dgm:cxn modelId="{FAB537CD-F699-C64D-A265-4681EAFD93F2}" type="presParOf" srcId="{189B02DF-85A0-F54E-AD60-845316E645DC}" destId="{CE56B7F1-B714-A04D-BA7C-C154EB2D69D4}" srcOrd="1" destOrd="0" presId="urn:microsoft.com/office/officeart/2005/8/layout/hierarchy1"/>
    <dgm:cxn modelId="{94248981-BAA7-2847-8B20-12F955420743}" type="presParOf" srcId="{933B0C87-447A-D441-9D89-0F3B3607DD08}" destId="{0D643191-AD50-C44D-A920-597D7403FC6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2C8A5E-4CF9-D64B-96A6-BF69FA1D486A}" type="doc">
      <dgm:prSet loTypeId="urn:microsoft.com/office/officeart/2005/8/layout/hierarchy1" loCatId="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D544FD4-C748-7E40-BAAD-5EE539AC0E0E}">
      <dgm:prSet phldrT="[Text]"/>
      <dgm:spPr/>
      <dgm:t>
        <a:bodyPr/>
        <a:lstStyle/>
        <a:p>
          <a:r>
            <a:rPr lang="en-US"/>
            <a:t>2.1. User Interaction</a:t>
          </a:r>
          <a:endParaRPr lang="en-US" dirty="0"/>
        </a:p>
      </dgm:t>
    </dgm:pt>
    <dgm:pt modelId="{2E15342F-073A-EF45-8808-B06C9AEFE883}" type="parTrans" cxnId="{E1AB004E-480B-C445-B259-4CF79B26FAF4}">
      <dgm:prSet/>
      <dgm:spPr/>
      <dgm:t>
        <a:bodyPr/>
        <a:lstStyle/>
        <a:p>
          <a:endParaRPr lang="en-US"/>
        </a:p>
      </dgm:t>
    </dgm:pt>
    <dgm:pt modelId="{D9A0FC68-C08E-6F43-8A80-CF748176DEA9}" type="sibTrans" cxnId="{E1AB004E-480B-C445-B259-4CF79B26FAF4}">
      <dgm:prSet/>
      <dgm:spPr/>
      <dgm:t>
        <a:bodyPr/>
        <a:lstStyle/>
        <a:p>
          <a:endParaRPr lang="en-US"/>
        </a:p>
      </dgm:t>
    </dgm:pt>
    <dgm:pt modelId="{3C16A87F-0143-C546-80D0-F458148912FD}">
      <dgm:prSet phldrT="[Text]"/>
      <dgm:spPr/>
      <dgm:t>
        <a:bodyPr/>
        <a:lstStyle/>
        <a:p>
          <a:r>
            <a:rPr lang="en-US" b="1" dirty="0"/>
            <a:t>Non-Essential Functions</a:t>
          </a:r>
        </a:p>
      </dgm:t>
    </dgm:pt>
    <dgm:pt modelId="{3535C1BC-0C5B-EA45-A1A3-F1155A46973B}" type="parTrans" cxnId="{50530E41-00A3-6A4C-BF8A-DAB034A05C58}">
      <dgm:prSet/>
      <dgm:spPr/>
      <dgm:t>
        <a:bodyPr/>
        <a:lstStyle/>
        <a:p>
          <a:endParaRPr lang="en-US"/>
        </a:p>
      </dgm:t>
    </dgm:pt>
    <dgm:pt modelId="{602A6B32-74CC-2F45-A8C5-243D884DCE6A}" type="sibTrans" cxnId="{50530E41-00A3-6A4C-BF8A-DAB034A05C58}">
      <dgm:prSet/>
      <dgm:spPr/>
      <dgm:t>
        <a:bodyPr/>
        <a:lstStyle/>
        <a:p>
          <a:endParaRPr lang="en-US"/>
        </a:p>
      </dgm:t>
    </dgm:pt>
    <dgm:pt modelId="{BDE4821A-41FB-A542-8453-A36F5FD3855C}">
      <dgm:prSet/>
      <dgm:spPr/>
      <dgm:t>
        <a:bodyPr/>
        <a:lstStyle/>
        <a:p>
          <a:r>
            <a:rPr lang="en-US" dirty="0"/>
            <a:t>2.1.1. Provide User Interface for Untrained Individuals</a:t>
          </a:r>
        </a:p>
      </dgm:t>
    </dgm:pt>
    <dgm:pt modelId="{EAE8EC3F-BF96-CE4A-9DD0-65E4BFB83CAD}" type="parTrans" cxnId="{F7B7B060-2F6F-1440-B697-7A28B4C14375}">
      <dgm:prSet/>
      <dgm:spPr/>
      <dgm:t>
        <a:bodyPr/>
        <a:lstStyle/>
        <a:p>
          <a:endParaRPr lang="en-US"/>
        </a:p>
      </dgm:t>
    </dgm:pt>
    <dgm:pt modelId="{10143A99-57CE-2541-9912-DFDF60DE1A87}" type="sibTrans" cxnId="{F7B7B060-2F6F-1440-B697-7A28B4C14375}">
      <dgm:prSet/>
      <dgm:spPr/>
      <dgm:t>
        <a:bodyPr/>
        <a:lstStyle/>
        <a:p>
          <a:endParaRPr lang="en-US"/>
        </a:p>
      </dgm:t>
    </dgm:pt>
    <dgm:pt modelId="{985587D5-CEE7-0D4B-A895-B46E7E78A355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/>
            <a:t>Simple On/Off Lever</a:t>
          </a:r>
        </a:p>
      </dgm:t>
    </dgm:pt>
    <dgm:pt modelId="{EC2690CB-A2E8-344B-A7D4-C4E8E160E79A}" type="parTrans" cxnId="{F50EB0A9-641D-5F4D-9FD8-7C53AC243873}">
      <dgm:prSet/>
      <dgm:spPr/>
      <dgm:t>
        <a:bodyPr/>
        <a:lstStyle/>
        <a:p>
          <a:endParaRPr lang="en-US"/>
        </a:p>
      </dgm:t>
    </dgm:pt>
    <dgm:pt modelId="{603579DF-DB8E-5C4C-9A97-0231EFA14554}" type="sibTrans" cxnId="{F50EB0A9-641D-5F4D-9FD8-7C53AC243873}">
      <dgm:prSet/>
      <dgm:spPr/>
      <dgm:t>
        <a:bodyPr/>
        <a:lstStyle/>
        <a:p>
          <a:endParaRPr lang="en-US"/>
        </a:p>
      </dgm:t>
    </dgm:pt>
    <dgm:pt modelId="{53418205-F7BB-9A46-91EC-5AF1CA25209B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Touchscreen Control Panel</a:t>
          </a:r>
        </a:p>
      </dgm:t>
    </dgm:pt>
    <dgm:pt modelId="{63B205A6-63EF-F24D-A0E8-B8E192B7F827}" type="parTrans" cxnId="{1BB0A314-312A-D849-8FD4-7AFAE20FFB1B}">
      <dgm:prSet/>
      <dgm:spPr/>
      <dgm:t>
        <a:bodyPr/>
        <a:lstStyle/>
        <a:p>
          <a:endParaRPr lang="en-US"/>
        </a:p>
      </dgm:t>
    </dgm:pt>
    <dgm:pt modelId="{CA4DBE37-BB0D-9848-9F67-97E1B82A050E}" type="sibTrans" cxnId="{1BB0A314-312A-D849-8FD4-7AFAE20FFB1B}">
      <dgm:prSet/>
      <dgm:spPr/>
      <dgm:t>
        <a:bodyPr/>
        <a:lstStyle/>
        <a:p>
          <a:endParaRPr lang="en-US"/>
        </a:p>
      </dgm:t>
    </dgm:pt>
    <dgm:pt modelId="{9255ECE5-5922-7243-B29A-68F155FB237A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Push-Button Panels</a:t>
          </a:r>
        </a:p>
      </dgm:t>
    </dgm:pt>
    <dgm:pt modelId="{98A7BEA0-2F11-8A47-BB96-0D5C95B86C9A}" type="parTrans" cxnId="{45429D03-C62B-8B4A-95E1-50D61C8E8BD8}">
      <dgm:prSet/>
      <dgm:spPr/>
      <dgm:t>
        <a:bodyPr/>
        <a:lstStyle/>
        <a:p>
          <a:endParaRPr lang="en-US"/>
        </a:p>
      </dgm:t>
    </dgm:pt>
    <dgm:pt modelId="{E0293D56-0E25-AD43-B41C-3B7C99D7C80A}" type="sibTrans" cxnId="{45429D03-C62B-8B4A-95E1-50D61C8E8BD8}">
      <dgm:prSet/>
      <dgm:spPr/>
      <dgm:t>
        <a:bodyPr/>
        <a:lstStyle/>
        <a:p>
          <a:endParaRPr lang="en-US"/>
        </a:p>
      </dgm:t>
    </dgm:pt>
    <dgm:pt modelId="{9801FDAB-B1F2-644E-B870-B558B8B2DF26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Visual Indicators and LEDs</a:t>
          </a:r>
        </a:p>
      </dgm:t>
    </dgm:pt>
    <dgm:pt modelId="{44876EB4-8128-964B-BCB4-E82A8A47FC27}" type="parTrans" cxnId="{6508A0CC-AB10-444F-B598-9ED246EE38C5}">
      <dgm:prSet/>
      <dgm:spPr/>
      <dgm:t>
        <a:bodyPr/>
        <a:lstStyle/>
        <a:p>
          <a:endParaRPr lang="en-US"/>
        </a:p>
      </dgm:t>
    </dgm:pt>
    <dgm:pt modelId="{87B5D849-7D8C-7C44-8504-C96F622A06EB}" type="sibTrans" cxnId="{6508A0CC-AB10-444F-B598-9ED246EE38C5}">
      <dgm:prSet/>
      <dgm:spPr/>
      <dgm:t>
        <a:bodyPr/>
        <a:lstStyle/>
        <a:p>
          <a:endParaRPr lang="en-US"/>
        </a:p>
      </dgm:t>
    </dgm:pt>
    <dgm:pt modelId="{167FD188-0472-1C45-8DA7-27C65178327D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Instructional Signage</a:t>
          </a:r>
        </a:p>
      </dgm:t>
    </dgm:pt>
    <dgm:pt modelId="{11B6F619-354A-A743-9CA8-E517BA2418A4}" type="parTrans" cxnId="{A67D7319-4A2F-E448-B939-2DA38EF81ADD}">
      <dgm:prSet/>
      <dgm:spPr/>
      <dgm:t>
        <a:bodyPr/>
        <a:lstStyle/>
        <a:p>
          <a:endParaRPr lang="en-US"/>
        </a:p>
      </dgm:t>
    </dgm:pt>
    <dgm:pt modelId="{11F71BD1-901B-9C4B-B47D-7A6E3F4AF0F6}" type="sibTrans" cxnId="{A67D7319-4A2F-E448-B939-2DA38EF81ADD}">
      <dgm:prSet/>
      <dgm:spPr/>
      <dgm:t>
        <a:bodyPr/>
        <a:lstStyle/>
        <a:p>
          <a:endParaRPr lang="en-US"/>
        </a:p>
      </dgm:t>
    </dgm:pt>
    <dgm:pt modelId="{EA458F35-9F66-CA4B-A068-D414721B67F7}">
      <dgm:prSet/>
      <dgm:spPr/>
      <dgm:t>
        <a:bodyPr/>
        <a:lstStyle/>
        <a:p>
          <a:r>
            <a:rPr lang="en-US" dirty="0"/>
            <a:t>2.2. Safety</a:t>
          </a:r>
        </a:p>
      </dgm:t>
    </dgm:pt>
    <dgm:pt modelId="{2A5204B9-A30A-3C4C-8546-FCCD93226B23}" type="parTrans" cxnId="{347AC049-CA8A-A84F-9065-2551AA92C4DE}">
      <dgm:prSet/>
      <dgm:spPr/>
      <dgm:t>
        <a:bodyPr/>
        <a:lstStyle/>
        <a:p>
          <a:endParaRPr lang="en-US"/>
        </a:p>
      </dgm:t>
    </dgm:pt>
    <dgm:pt modelId="{2BB54AB6-133C-C241-90DE-C48767EDA130}" type="sibTrans" cxnId="{347AC049-CA8A-A84F-9065-2551AA92C4DE}">
      <dgm:prSet/>
      <dgm:spPr/>
      <dgm:t>
        <a:bodyPr/>
        <a:lstStyle/>
        <a:p>
          <a:endParaRPr lang="en-US"/>
        </a:p>
      </dgm:t>
    </dgm:pt>
    <dgm:pt modelId="{9D7EA0FB-BC5D-0945-B4CE-14D69AC85754}">
      <dgm:prSet/>
      <dgm:spPr/>
      <dgm:t>
        <a:bodyPr/>
        <a:lstStyle/>
        <a:p>
          <a:r>
            <a:rPr lang="en-US" dirty="0"/>
            <a:t>2.2.1. Ensure Compliance with Safety Standards</a:t>
          </a:r>
        </a:p>
      </dgm:t>
    </dgm:pt>
    <dgm:pt modelId="{0F9EB10E-24AF-4947-B009-67C6CFB03B27}" type="parTrans" cxnId="{3025E405-A657-2643-AE11-7F4A8D360CDD}">
      <dgm:prSet/>
      <dgm:spPr/>
      <dgm:t>
        <a:bodyPr/>
        <a:lstStyle/>
        <a:p>
          <a:endParaRPr lang="en-US"/>
        </a:p>
      </dgm:t>
    </dgm:pt>
    <dgm:pt modelId="{F1E8F1D4-6BBD-7145-8CD2-C7BCE4303BF5}" type="sibTrans" cxnId="{3025E405-A657-2643-AE11-7F4A8D360CDD}">
      <dgm:prSet/>
      <dgm:spPr/>
      <dgm:t>
        <a:bodyPr/>
        <a:lstStyle/>
        <a:p>
          <a:endParaRPr lang="en-US"/>
        </a:p>
      </dgm:t>
    </dgm:pt>
    <dgm:pt modelId="{24E10CC1-C8FD-F34A-A3F7-056611239082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Pressure Relief Valves</a:t>
          </a:r>
        </a:p>
      </dgm:t>
    </dgm:pt>
    <dgm:pt modelId="{B09E901F-4726-9041-BDC2-99679B7EB06B}" type="parTrans" cxnId="{E4B55053-0DD1-AD4E-9B69-B86D397EB699}">
      <dgm:prSet/>
      <dgm:spPr/>
      <dgm:t>
        <a:bodyPr/>
        <a:lstStyle/>
        <a:p>
          <a:endParaRPr lang="en-US"/>
        </a:p>
      </dgm:t>
    </dgm:pt>
    <dgm:pt modelId="{6AD1106D-6C02-E346-BFA2-0DC7D9E73EC4}" type="sibTrans" cxnId="{E4B55053-0DD1-AD4E-9B69-B86D397EB699}">
      <dgm:prSet/>
      <dgm:spPr/>
      <dgm:t>
        <a:bodyPr/>
        <a:lstStyle/>
        <a:p>
          <a:endParaRPr lang="en-US"/>
        </a:p>
      </dgm:t>
    </dgm:pt>
    <dgm:pt modelId="{081E84C2-8A05-CA47-B773-A51FCBDB183E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Automatic Shut-off Systems</a:t>
          </a:r>
        </a:p>
      </dgm:t>
    </dgm:pt>
    <dgm:pt modelId="{53297DC7-D4A2-6849-87FD-4240F517A37B}" type="parTrans" cxnId="{A669FAFB-2AAF-A344-BF60-38C2DDD98CF5}">
      <dgm:prSet/>
      <dgm:spPr/>
      <dgm:t>
        <a:bodyPr/>
        <a:lstStyle/>
        <a:p>
          <a:endParaRPr lang="en-US"/>
        </a:p>
      </dgm:t>
    </dgm:pt>
    <dgm:pt modelId="{50F7917A-F06D-1A42-BD65-0482840CA06C}" type="sibTrans" cxnId="{A669FAFB-2AAF-A344-BF60-38C2DDD98CF5}">
      <dgm:prSet/>
      <dgm:spPr/>
      <dgm:t>
        <a:bodyPr/>
        <a:lstStyle/>
        <a:p>
          <a:endParaRPr lang="en-US"/>
        </a:p>
      </dgm:t>
    </dgm:pt>
    <dgm:pt modelId="{40133489-CD61-8D42-ABF8-200E3B3BFFA8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Warning Indicators</a:t>
          </a:r>
        </a:p>
      </dgm:t>
    </dgm:pt>
    <dgm:pt modelId="{4B6FF209-00C0-BB46-AD9A-F37741E78B3F}" type="parTrans" cxnId="{EA86139E-319F-1B40-9548-0F8C99FEA811}">
      <dgm:prSet/>
      <dgm:spPr/>
      <dgm:t>
        <a:bodyPr/>
        <a:lstStyle/>
        <a:p>
          <a:endParaRPr lang="en-US"/>
        </a:p>
      </dgm:t>
    </dgm:pt>
    <dgm:pt modelId="{C838D475-4E3F-7E49-A95C-4A849030C7F9}" type="sibTrans" cxnId="{EA86139E-319F-1B40-9548-0F8C99FEA811}">
      <dgm:prSet/>
      <dgm:spPr/>
      <dgm:t>
        <a:bodyPr/>
        <a:lstStyle/>
        <a:p>
          <a:endParaRPr lang="en-US"/>
        </a:p>
      </dgm:t>
    </dgm:pt>
    <dgm:pt modelId="{D8772599-831B-654B-8764-A49069D074B7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Ground Fault Circuit Interrupters (GFCIs)</a:t>
          </a:r>
        </a:p>
      </dgm:t>
    </dgm:pt>
    <dgm:pt modelId="{6DCAFE6D-0776-7845-980C-D06BE6089C87}" type="parTrans" cxnId="{DDD821C4-244B-CF41-AB17-FC34C240D4BD}">
      <dgm:prSet/>
      <dgm:spPr/>
      <dgm:t>
        <a:bodyPr/>
        <a:lstStyle/>
        <a:p>
          <a:endParaRPr lang="en-US"/>
        </a:p>
      </dgm:t>
    </dgm:pt>
    <dgm:pt modelId="{107E53AB-3081-E34C-BFB9-0478975C03F1}" type="sibTrans" cxnId="{DDD821C4-244B-CF41-AB17-FC34C240D4BD}">
      <dgm:prSet/>
      <dgm:spPr/>
      <dgm:t>
        <a:bodyPr/>
        <a:lstStyle/>
        <a:p>
          <a:endParaRPr lang="en-US"/>
        </a:p>
      </dgm:t>
    </dgm:pt>
    <dgm:pt modelId="{78FF43B8-2B38-6E49-B960-8D2192243F61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Backflow Preventers</a:t>
          </a:r>
        </a:p>
      </dgm:t>
    </dgm:pt>
    <dgm:pt modelId="{F423ED99-D6B0-8744-A804-770B56BE280D}" type="parTrans" cxnId="{EE795CC7-E477-5E42-9245-B3F5D6A27728}">
      <dgm:prSet/>
      <dgm:spPr/>
      <dgm:t>
        <a:bodyPr/>
        <a:lstStyle/>
        <a:p>
          <a:endParaRPr lang="en-US"/>
        </a:p>
      </dgm:t>
    </dgm:pt>
    <dgm:pt modelId="{5D30CCFE-620F-DA4D-9D2D-7D4541E1FCAD}" type="sibTrans" cxnId="{EE795CC7-E477-5E42-9245-B3F5D6A27728}">
      <dgm:prSet/>
      <dgm:spPr/>
      <dgm:t>
        <a:bodyPr/>
        <a:lstStyle/>
        <a:p>
          <a:endParaRPr lang="en-US"/>
        </a:p>
      </dgm:t>
    </dgm:pt>
    <dgm:pt modelId="{AEE77570-AE42-714F-8DD7-A34282DCB17F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Regular Safety Inspections</a:t>
          </a:r>
        </a:p>
      </dgm:t>
    </dgm:pt>
    <dgm:pt modelId="{03FCF620-19D7-B542-B957-3DCF9BF955C9}" type="parTrans" cxnId="{88BF8475-11E4-8042-8871-76075B62F3CB}">
      <dgm:prSet/>
      <dgm:spPr/>
      <dgm:t>
        <a:bodyPr/>
        <a:lstStyle/>
        <a:p>
          <a:endParaRPr lang="en-US"/>
        </a:p>
      </dgm:t>
    </dgm:pt>
    <dgm:pt modelId="{9C9FA4BB-285D-214A-8528-32F590416EEB}" type="sibTrans" cxnId="{88BF8475-11E4-8042-8871-76075B62F3CB}">
      <dgm:prSet/>
      <dgm:spPr/>
      <dgm:t>
        <a:bodyPr/>
        <a:lstStyle/>
        <a:p>
          <a:endParaRPr lang="en-US"/>
        </a:p>
      </dgm:t>
    </dgm:pt>
    <dgm:pt modelId="{030705EF-6B93-D241-BECD-7A7131057C2D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Safety Training for Users</a:t>
          </a:r>
        </a:p>
      </dgm:t>
    </dgm:pt>
    <dgm:pt modelId="{A2B467C4-E8F9-2542-A961-904611D91C43}" type="parTrans" cxnId="{90818106-54BC-004B-A417-E87FA54D863E}">
      <dgm:prSet/>
      <dgm:spPr/>
      <dgm:t>
        <a:bodyPr/>
        <a:lstStyle/>
        <a:p>
          <a:endParaRPr lang="en-US"/>
        </a:p>
      </dgm:t>
    </dgm:pt>
    <dgm:pt modelId="{D5EDA37F-A967-4C4F-A594-9ED76B4C3E29}" type="sibTrans" cxnId="{90818106-54BC-004B-A417-E87FA54D863E}">
      <dgm:prSet/>
      <dgm:spPr/>
      <dgm:t>
        <a:bodyPr/>
        <a:lstStyle/>
        <a:p>
          <a:endParaRPr lang="en-US"/>
        </a:p>
      </dgm:t>
    </dgm:pt>
    <dgm:pt modelId="{E056F78A-979D-F746-926D-73B65E3A21F9}">
      <dgm:prSet/>
      <dgm:spPr/>
      <dgm:t>
        <a:bodyPr/>
        <a:lstStyle/>
        <a:p>
          <a:r>
            <a:rPr lang="en-US" dirty="0"/>
            <a:t>2.3. Maintenance</a:t>
          </a:r>
        </a:p>
      </dgm:t>
    </dgm:pt>
    <dgm:pt modelId="{AF6F88F9-8759-ED44-9FE9-B55E8A69AF0C}" type="parTrans" cxnId="{CF8BF243-6AB2-4644-BADC-0819A0D56DFC}">
      <dgm:prSet/>
      <dgm:spPr/>
      <dgm:t>
        <a:bodyPr/>
        <a:lstStyle/>
        <a:p>
          <a:endParaRPr lang="en-US"/>
        </a:p>
      </dgm:t>
    </dgm:pt>
    <dgm:pt modelId="{E1BC4CC4-DB90-8C48-A2C4-12373DBE4B14}" type="sibTrans" cxnId="{CF8BF243-6AB2-4644-BADC-0819A0D56DFC}">
      <dgm:prSet/>
      <dgm:spPr/>
      <dgm:t>
        <a:bodyPr/>
        <a:lstStyle/>
        <a:p>
          <a:endParaRPr lang="en-US"/>
        </a:p>
      </dgm:t>
    </dgm:pt>
    <dgm:pt modelId="{AB78452F-CCE9-3943-8ABC-345AE4D31308}">
      <dgm:prSet/>
      <dgm:spPr/>
      <dgm:t>
        <a:bodyPr/>
        <a:lstStyle/>
        <a:p>
          <a:r>
            <a:rPr lang="en-US" dirty="0"/>
            <a:t>2.3.1. Allow for Maintenance Access</a:t>
          </a:r>
        </a:p>
      </dgm:t>
    </dgm:pt>
    <dgm:pt modelId="{89BDD228-AF51-5D42-B9F3-70023983C29D}" type="parTrans" cxnId="{36E6F5D2-4753-F74A-A06B-66DF79450A34}">
      <dgm:prSet/>
      <dgm:spPr/>
      <dgm:t>
        <a:bodyPr/>
        <a:lstStyle/>
        <a:p>
          <a:endParaRPr lang="en-US"/>
        </a:p>
      </dgm:t>
    </dgm:pt>
    <dgm:pt modelId="{273176E5-7654-784D-B152-1FC4BEAA898E}" type="sibTrans" cxnId="{36E6F5D2-4753-F74A-A06B-66DF79450A34}">
      <dgm:prSet/>
      <dgm:spPr/>
      <dgm:t>
        <a:bodyPr/>
        <a:lstStyle/>
        <a:p>
          <a:endParaRPr lang="en-US"/>
        </a:p>
      </dgm:t>
    </dgm:pt>
    <dgm:pt modelId="{EAA11710-CBEF-A141-BC21-D42BC9D024E2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Removable Filter Housing</a:t>
          </a:r>
        </a:p>
      </dgm:t>
    </dgm:pt>
    <dgm:pt modelId="{228C2525-1DA7-6141-A400-7B4722E07A93}" type="parTrans" cxnId="{DBC86A05-6130-904F-868A-489E785CF26E}">
      <dgm:prSet/>
      <dgm:spPr/>
      <dgm:t>
        <a:bodyPr/>
        <a:lstStyle/>
        <a:p>
          <a:endParaRPr lang="en-US"/>
        </a:p>
      </dgm:t>
    </dgm:pt>
    <dgm:pt modelId="{3FC70F91-5016-074C-B441-8A79E466911E}" type="sibTrans" cxnId="{DBC86A05-6130-904F-868A-489E785CF26E}">
      <dgm:prSet/>
      <dgm:spPr/>
      <dgm:t>
        <a:bodyPr/>
        <a:lstStyle/>
        <a:p>
          <a:endParaRPr lang="en-US"/>
        </a:p>
      </dgm:t>
    </dgm:pt>
    <dgm:pt modelId="{9138D8AC-889A-0D4E-8FB5-BD1CEB70826E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Hinged Access Panels</a:t>
          </a:r>
        </a:p>
      </dgm:t>
    </dgm:pt>
    <dgm:pt modelId="{1C489095-D1D0-4249-8363-FD713E1CB80C}" type="parTrans" cxnId="{92D985DE-9D43-CF49-A17A-99B43BCBCAF1}">
      <dgm:prSet/>
      <dgm:spPr/>
      <dgm:t>
        <a:bodyPr/>
        <a:lstStyle/>
        <a:p>
          <a:endParaRPr lang="en-US"/>
        </a:p>
      </dgm:t>
    </dgm:pt>
    <dgm:pt modelId="{19563494-79AB-ED49-9B39-DDD7795C07E4}" type="sibTrans" cxnId="{92D985DE-9D43-CF49-A17A-99B43BCBCAF1}">
      <dgm:prSet/>
      <dgm:spPr/>
      <dgm:t>
        <a:bodyPr/>
        <a:lstStyle/>
        <a:p>
          <a:endParaRPr lang="en-US"/>
        </a:p>
      </dgm:t>
    </dgm:pt>
    <dgm:pt modelId="{D65A8B25-002A-074E-A6AB-084E9096502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Quick-Disconnect Fittings</a:t>
          </a:r>
        </a:p>
      </dgm:t>
    </dgm:pt>
    <dgm:pt modelId="{6295B4AB-B63F-374C-BE12-59BBB40091DF}" type="parTrans" cxnId="{1DC365F0-5220-B544-98A2-0AEE1290C5C7}">
      <dgm:prSet/>
      <dgm:spPr/>
      <dgm:t>
        <a:bodyPr/>
        <a:lstStyle/>
        <a:p>
          <a:endParaRPr lang="en-US"/>
        </a:p>
      </dgm:t>
    </dgm:pt>
    <dgm:pt modelId="{067E0968-3971-7B4D-8C8D-937E86653448}" type="sibTrans" cxnId="{1DC365F0-5220-B544-98A2-0AEE1290C5C7}">
      <dgm:prSet/>
      <dgm:spPr/>
      <dgm:t>
        <a:bodyPr/>
        <a:lstStyle/>
        <a:p>
          <a:endParaRPr lang="en-US"/>
        </a:p>
      </dgm:t>
    </dgm:pt>
    <dgm:pt modelId="{CF857E17-267E-714E-B7E4-D1CC392C7A5F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Diagnostic Tools Integration</a:t>
          </a:r>
        </a:p>
      </dgm:t>
    </dgm:pt>
    <dgm:pt modelId="{B55FB182-6AA5-0A4E-82BC-D07468629FFB}" type="parTrans" cxnId="{99A2E122-00F4-4444-BA50-BF9226C35CC8}">
      <dgm:prSet/>
      <dgm:spPr/>
      <dgm:t>
        <a:bodyPr/>
        <a:lstStyle/>
        <a:p>
          <a:endParaRPr lang="en-US"/>
        </a:p>
      </dgm:t>
    </dgm:pt>
    <dgm:pt modelId="{8EBBCD6F-28CC-5B45-9C14-61BA055941E1}" type="sibTrans" cxnId="{99A2E122-00F4-4444-BA50-BF9226C35CC8}">
      <dgm:prSet/>
      <dgm:spPr/>
      <dgm:t>
        <a:bodyPr/>
        <a:lstStyle/>
        <a:p>
          <a:endParaRPr lang="en-US"/>
        </a:p>
      </dgm:t>
    </dgm:pt>
    <dgm:pt modelId="{87BABC8E-D963-F94D-940B-957AA8BDC8DE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Spare Parts Storage</a:t>
          </a:r>
        </a:p>
      </dgm:t>
    </dgm:pt>
    <dgm:pt modelId="{55AE0831-F6EA-1840-AD82-5DFA14A355B7}" type="parTrans" cxnId="{E2EF391B-A658-B449-B42F-B18C10AE542E}">
      <dgm:prSet/>
      <dgm:spPr/>
      <dgm:t>
        <a:bodyPr/>
        <a:lstStyle/>
        <a:p>
          <a:endParaRPr lang="en-US"/>
        </a:p>
      </dgm:t>
    </dgm:pt>
    <dgm:pt modelId="{DEF4BFCD-D025-CA42-ABB9-26E1854756AD}" type="sibTrans" cxnId="{E2EF391B-A658-B449-B42F-B18C10AE542E}">
      <dgm:prSet/>
      <dgm:spPr/>
      <dgm:t>
        <a:bodyPr/>
        <a:lstStyle/>
        <a:p>
          <a:endParaRPr lang="en-US"/>
        </a:p>
      </dgm:t>
    </dgm:pt>
    <dgm:pt modelId="{D93D9678-3466-9F4B-BD00-87FFB7E8A0DD}">
      <dgm:prSet/>
      <dgm:spPr/>
      <dgm:t>
        <a:bodyPr/>
        <a:lstStyle/>
        <a:p>
          <a:r>
            <a:rPr lang="en-US"/>
            <a:t>2.4. Noise Control</a:t>
          </a:r>
        </a:p>
      </dgm:t>
    </dgm:pt>
    <dgm:pt modelId="{EC5B9F5A-376C-5A46-8E78-444B41DDC04F}" type="parTrans" cxnId="{865BB285-8061-2D45-951A-D540F90EAC5F}">
      <dgm:prSet/>
      <dgm:spPr/>
      <dgm:t>
        <a:bodyPr/>
        <a:lstStyle/>
        <a:p>
          <a:endParaRPr lang="en-US"/>
        </a:p>
      </dgm:t>
    </dgm:pt>
    <dgm:pt modelId="{E4B5B6CC-8103-B84C-A0A7-8AA062D8D122}" type="sibTrans" cxnId="{865BB285-8061-2D45-951A-D540F90EAC5F}">
      <dgm:prSet/>
      <dgm:spPr/>
      <dgm:t>
        <a:bodyPr/>
        <a:lstStyle/>
        <a:p>
          <a:endParaRPr lang="en-US"/>
        </a:p>
      </dgm:t>
    </dgm:pt>
    <dgm:pt modelId="{79FC9D91-0D20-4A4F-A391-2F7A2B250A66}">
      <dgm:prSet/>
      <dgm:spPr/>
      <dgm:t>
        <a:bodyPr/>
        <a:lstStyle/>
        <a:p>
          <a:r>
            <a:rPr lang="en-US" dirty="0"/>
            <a:t>2.4.1. Operate Within Acceptable Noise Levels</a:t>
          </a:r>
        </a:p>
      </dgm:t>
    </dgm:pt>
    <dgm:pt modelId="{F1E53A3F-053C-8440-AF20-E003F5DA1194}" type="parTrans" cxnId="{507227C9-F3BB-FC4B-A88B-5E3A1A482208}">
      <dgm:prSet/>
      <dgm:spPr/>
      <dgm:t>
        <a:bodyPr/>
        <a:lstStyle/>
        <a:p>
          <a:endParaRPr lang="en-US"/>
        </a:p>
      </dgm:t>
    </dgm:pt>
    <dgm:pt modelId="{AE1A80E4-7CBD-544D-8AAE-996A7379FB06}" type="sibTrans" cxnId="{507227C9-F3BB-FC4B-A88B-5E3A1A482208}">
      <dgm:prSet/>
      <dgm:spPr/>
      <dgm:t>
        <a:bodyPr/>
        <a:lstStyle/>
        <a:p>
          <a:endParaRPr lang="en-US"/>
        </a:p>
      </dgm:t>
    </dgm:pt>
    <dgm:pt modelId="{B78B6B39-914D-7D44-AD69-3D93D06F742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Install Noise Dampeners</a:t>
          </a:r>
        </a:p>
      </dgm:t>
    </dgm:pt>
    <dgm:pt modelId="{FF9DC2F6-E164-4147-B141-1F58BA450245}" type="parTrans" cxnId="{54D82584-D2A6-694A-ACAC-39B3359DC14F}">
      <dgm:prSet/>
      <dgm:spPr/>
      <dgm:t>
        <a:bodyPr/>
        <a:lstStyle/>
        <a:p>
          <a:endParaRPr lang="en-US"/>
        </a:p>
      </dgm:t>
    </dgm:pt>
    <dgm:pt modelId="{F03D091F-D7D7-6346-BC47-7EB5E818B861}" type="sibTrans" cxnId="{54D82584-D2A6-694A-ACAC-39B3359DC14F}">
      <dgm:prSet/>
      <dgm:spPr/>
      <dgm:t>
        <a:bodyPr/>
        <a:lstStyle/>
        <a:p>
          <a:endParaRPr lang="en-US"/>
        </a:p>
      </dgm:t>
    </dgm:pt>
    <dgm:pt modelId="{88DA90FB-03CE-F446-BE39-0DE27D648BC2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Use Submersible Pumps</a:t>
          </a:r>
        </a:p>
      </dgm:t>
    </dgm:pt>
    <dgm:pt modelId="{83F8D2E3-7165-6B41-9C89-100DA167CDB7}" type="parTrans" cxnId="{FFEA72A6-EB8E-F142-BABE-CCB900CD31C0}">
      <dgm:prSet/>
      <dgm:spPr/>
      <dgm:t>
        <a:bodyPr/>
        <a:lstStyle/>
        <a:p>
          <a:endParaRPr lang="en-US"/>
        </a:p>
      </dgm:t>
    </dgm:pt>
    <dgm:pt modelId="{0B09EC5F-480C-504A-8351-8F68D2EEF64B}" type="sibTrans" cxnId="{FFEA72A6-EB8E-F142-BABE-CCB900CD31C0}">
      <dgm:prSet/>
      <dgm:spPr/>
      <dgm:t>
        <a:bodyPr/>
        <a:lstStyle/>
        <a:p>
          <a:endParaRPr lang="en-US"/>
        </a:p>
      </dgm:t>
    </dgm:pt>
    <dgm:pt modelId="{A0E0ADC1-081E-BC40-BA0A-3BB313110F1D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Acoustic Enclosures</a:t>
          </a:r>
        </a:p>
      </dgm:t>
    </dgm:pt>
    <dgm:pt modelId="{EC2D8DAF-CD00-E244-A7AA-B7EBC94FB0D1}" type="parTrans" cxnId="{1F46D569-13A4-6843-A2C1-D5489C5DC67C}">
      <dgm:prSet/>
      <dgm:spPr/>
      <dgm:t>
        <a:bodyPr/>
        <a:lstStyle/>
        <a:p>
          <a:endParaRPr lang="en-US"/>
        </a:p>
      </dgm:t>
    </dgm:pt>
    <dgm:pt modelId="{4246914F-67AD-BB48-BE67-B4CD38E1B385}" type="sibTrans" cxnId="{1F46D569-13A4-6843-A2C1-D5489C5DC67C}">
      <dgm:prSet/>
      <dgm:spPr/>
      <dgm:t>
        <a:bodyPr/>
        <a:lstStyle/>
        <a:p>
          <a:endParaRPr lang="en-US"/>
        </a:p>
      </dgm:t>
    </dgm:pt>
    <dgm:pt modelId="{8CCB2AEB-309E-AF4E-88E3-82D0DF6A8443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Variable Speed Pumps</a:t>
          </a:r>
        </a:p>
      </dgm:t>
    </dgm:pt>
    <dgm:pt modelId="{5C9A9F01-6A4D-DE41-AF17-FE908FF5B5EF}" type="parTrans" cxnId="{A9C9F6F7-0DB5-3C4E-9E87-724D5E934CF3}">
      <dgm:prSet/>
      <dgm:spPr/>
      <dgm:t>
        <a:bodyPr/>
        <a:lstStyle/>
        <a:p>
          <a:endParaRPr lang="en-US"/>
        </a:p>
      </dgm:t>
    </dgm:pt>
    <dgm:pt modelId="{EF3AB22D-22E1-664C-ADEB-233A08695E52}" type="sibTrans" cxnId="{A9C9F6F7-0DB5-3C4E-9E87-724D5E934CF3}">
      <dgm:prSet/>
      <dgm:spPr/>
      <dgm:t>
        <a:bodyPr/>
        <a:lstStyle/>
        <a:p>
          <a:endParaRPr lang="en-US"/>
        </a:p>
      </dgm:t>
    </dgm:pt>
    <dgm:pt modelId="{F2F5C86E-061E-B44B-9713-AC99D97427C1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Vibration Isolation Mounts</a:t>
          </a:r>
        </a:p>
      </dgm:t>
    </dgm:pt>
    <dgm:pt modelId="{5E6942E0-31BF-3548-A9A2-A6616B5423C0}" type="parTrans" cxnId="{59E8E6EB-B285-E84E-BA0F-0A9A940F61EB}">
      <dgm:prSet/>
      <dgm:spPr/>
      <dgm:t>
        <a:bodyPr/>
        <a:lstStyle/>
        <a:p>
          <a:endParaRPr lang="en-US"/>
        </a:p>
      </dgm:t>
    </dgm:pt>
    <dgm:pt modelId="{6F301BAA-6679-CA4F-9D3B-BDABC363C015}" type="sibTrans" cxnId="{59E8E6EB-B285-E84E-BA0F-0A9A940F61EB}">
      <dgm:prSet/>
      <dgm:spPr/>
      <dgm:t>
        <a:bodyPr/>
        <a:lstStyle/>
        <a:p>
          <a:endParaRPr lang="en-US"/>
        </a:p>
      </dgm:t>
    </dgm:pt>
    <dgm:pt modelId="{C7D68C44-CAF2-CD45-B970-D657BE2C183C}">
      <dgm:prSet/>
      <dgm:spPr/>
      <dgm:t>
        <a:bodyPr/>
        <a:lstStyle/>
        <a:p>
          <a:r>
            <a:rPr lang="en-US"/>
            <a:t>2.5. Budget</a:t>
          </a:r>
        </a:p>
      </dgm:t>
    </dgm:pt>
    <dgm:pt modelId="{8F5351FB-1E6D-5747-BA8F-AF1AA70A8B46}" type="parTrans" cxnId="{FCA81C24-979B-0941-93A8-2EE4EC130A5B}">
      <dgm:prSet/>
      <dgm:spPr/>
      <dgm:t>
        <a:bodyPr/>
        <a:lstStyle/>
        <a:p>
          <a:endParaRPr lang="en-US"/>
        </a:p>
      </dgm:t>
    </dgm:pt>
    <dgm:pt modelId="{CDFE35A1-9869-A84A-9E34-CA469BF16A7F}" type="sibTrans" cxnId="{FCA81C24-979B-0941-93A8-2EE4EC130A5B}">
      <dgm:prSet/>
      <dgm:spPr/>
      <dgm:t>
        <a:bodyPr/>
        <a:lstStyle/>
        <a:p>
          <a:endParaRPr lang="en-US"/>
        </a:p>
      </dgm:t>
    </dgm:pt>
    <dgm:pt modelId="{0C2AE71F-C64E-CD48-A395-7EB1B4B2D880}">
      <dgm:prSet/>
      <dgm:spPr/>
      <dgm:t>
        <a:bodyPr/>
        <a:lstStyle/>
        <a:p>
          <a:r>
            <a:rPr lang="en-US" dirty="0"/>
            <a:t>2.5.1. Fit Within Budget Constraints</a:t>
          </a:r>
        </a:p>
      </dgm:t>
    </dgm:pt>
    <dgm:pt modelId="{9560EF61-A313-A448-B1ED-769EC6C73388}" type="parTrans" cxnId="{112DB962-6D1B-BA45-A8E1-00026338036C}">
      <dgm:prSet/>
      <dgm:spPr/>
      <dgm:t>
        <a:bodyPr/>
        <a:lstStyle/>
        <a:p>
          <a:endParaRPr lang="en-US"/>
        </a:p>
      </dgm:t>
    </dgm:pt>
    <dgm:pt modelId="{372B88EE-E448-C048-A99E-275DCF6AAD63}" type="sibTrans" cxnId="{112DB962-6D1B-BA45-A8E1-00026338036C}">
      <dgm:prSet/>
      <dgm:spPr/>
      <dgm:t>
        <a:bodyPr/>
        <a:lstStyle/>
        <a:p>
          <a:endParaRPr lang="en-US"/>
        </a:p>
      </dgm:t>
    </dgm:pt>
    <dgm:pt modelId="{86253F77-018D-5244-95DA-2507959CF1E9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Utilize Recycled Materials</a:t>
          </a:r>
        </a:p>
      </dgm:t>
    </dgm:pt>
    <dgm:pt modelId="{E9CB3490-C333-AF44-991D-A981F0EEE726}" type="parTrans" cxnId="{8A1A7DA1-ED93-BD40-8E11-A206BE044BE7}">
      <dgm:prSet/>
      <dgm:spPr/>
      <dgm:t>
        <a:bodyPr/>
        <a:lstStyle/>
        <a:p>
          <a:endParaRPr lang="en-US"/>
        </a:p>
      </dgm:t>
    </dgm:pt>
    <dgm:pt modelId="{B88CB2A5-9A90-DE49-9100-7A2288A60896}" type="sibTrans" cxnId="{8A1A7DA1-ED93-BD40-8E11-A206BE044BE7}">
      <dgm:prSet/>
      <dgm:spPr/>
      <dgm:t>
        <a:bodyPr/>
        <a:lstStyle/>
        <a:p>
          <a:endParaRPr lang="en-US"/>
        </a:p>
      </dgm:t>
    </dgm:pt>
    <dgm:pt modelId="{9B31E2D9-BDA5-EA40-9537-64C2D85A4725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Modular System Design</a:t>
          </a:r>
        </a:p>
      </dgm:t>
    </dgm:pt>
    <dgm:pt modelId="{B4CCF2F1-DBEB-824A-8AEE-DB6C6C8181D8}" type="parTrans" cxnId="{4DE983E6-A04E-3245-B348-1E8B80CB0A42}">
      <dgm:prSet/>
      <dgm:spPr/>
      <dgm:t>
        <a:bodyPr/>
        <a:lstStyle/>
        <a:p>
          <a:endParaRPr lang="en-US"/>
        </a:p>
      </dgm:t>
    </dgm:pt>
    <dgm:pt modelId="{3F6953BA-C353-F544-96DC-C42D1C6DD190}" type="sibTrans" cxnId="{4DE983E6-A04E-3245-B348-1E8B80CB0A42}">
      <dgm:prSet/>
      <dgm:spPr/>
      <dgm:t>
        <a:bodyPr/>
        <a:lstStyle/>
        <a:p>
          <a:endParaRPr lang="en-US"/>
        </a:p>
      </dgm:t>
    </dgm:pt>
    <dgm:pt modelId="{75C9AD3F-C9F4-3049-A094-7EE937B33E18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DIY Installation</a:t>
          </a:r>
        </a:p>
      </dgm:t>
    </dgm:pt>
    <dgm:pt modelId="{E6DBC307-17C0-924F-98B2-E035A8DB7882}" type="parTrans" cxnId="{E64A01D0-48EE-F341-B4C9-4475DE44BE96}">
      <dgm:prSet/>
      <dgm:spPr/>
      <dgm:t>
        <a:bodyPr/>
        <a:lstStyle/>
        <a:p>
          <a:endParaRPr lang="en-US"/>
        </a:p>
      </dgm:t>
    </dgm:pt>
    <dgm:pt modelId="{0BBDAA97-5FBB-0348-8A82-A9526971783D}" type="sibTrans" cxnId="{E64A01D0-48EE-F341-B4C9-4475DE44BE96}">
      <dgm:prSet/>
      <dgm:spPr/>
      <dgm:t>
        <a:bodyPr/>
        <a:lstStyle/>
        <a:p>
          <a:endParaRPr lang="en-US"/>
        </a:p>
      </dgm:t>
    </dgm:pt>
    <dgm:pt modelId="{1D3A2297-6FC4-BA49-8F2B-8D5302673B5D}">
      <dgm:prSet/>
      <dgm:spPr/>
      <dgm:t>
        <a:bodyPr/>
        <a:lstStyle/>
        <a:p>
          <a:r>
            <a:rPr lang="en-US" dirty="0"/>
            <a:t>2.6. Usability</a:t>
          </a:r>
        </a:p>
      </dgm:t>
    </dgm:pt>
    <dgm:pt modelId="{53149346-7F89-1944-A32F-018FBB6770C5}" type="parTrans" cxnId="{26C6C867-1145-BC46-9D74-03F7946C8481}">
      <dgm:prSet/>
      <dgm:spPr/>
      <dgm:t>
        <a:bodyPr/>
        <a:lstStyle/>
        <a:p>
          <a:endParaRPr lang="en-US"/>
        </a:p>
      </dgm:t>
    </dgm:pt>
    <dgm:pt modelId="{6C36FAAD-41F7-214D-A190-50CF4862E419}" type="sibTrans" cxnId="{26C6C867-1145-BC46-9D74-03F7946C8481}">
      <dgm:prSet/>
      <dgm:spPr/>
      <dgm:t>
        <a:bodyPr/>
        <a:lstStyle/>
        <a:p>
          <a:endParaRPr lang="en-US"/>
        </a:p>
      </dgm:t>
    </dgm:pt>
    <dgm:pt modelId="{8297D6F8-C994-7841-8891-168C64B763D0}">
      <dgm:prSet/>
      <dgm:spPr/>
      <dgm:t>
        <a:bodyPr/>
        <a:lstStyle/>
        <a:p>
          <a:r>
            <a:rPr lang="en-US" dirty="0"/>
            <a:t>2.6.1. Be Simple and Easy to Use</a:t>
          </a:r>
        </a:p>
      </dgm:t>
    </dgm:pt>
    <dgm:pt modelId="{33AA4874-790D-B447-98F3-A966569E5B37}" type="parTrans" cxnId="{58044062-F664-D941-92AF-FED6A7B36FA4}">
      <dgm:prSet/>
      <dgm:spPr/>
      <dgm:t>
        <a:bodyPr/>
        <a:lstStyle/>
        <a:p>
          <a:endParaRPr lang="en-US"/>
        </a:p>
      </dgm:t>
    </dgm:pt>
    <dgm:pt modelId="{82652D49-C58E-C74B-A0A7-CE9AF0D9A85E}" type="sibTrans" cxnId="{58044062-F664-D941-92AF-FED6A7B36FA4}">
      <dgm:prSet/>
      <dgm:spPr/>
      <dgm:t>
        <a:bodyPr/>
        <a:lstStyle/>
        <a:p>
          <a:endParaRPr lang="en-US"/>
        </a:p>
      </dgm:t>
    </dgm:pt>
    <dgm:pt modelId="{819C5FBB-39A1-864E-B6F0-2A664335D3FA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Minimal Moving Parts</a:t>
          </a:r>
        </a:p>
      </dgm:t>
    </dgm:pt>
    <dgm:pt modelId="{512581F8-93E9-B445-B076-CC80112C4569}" type="parTrans" cxnId="{51E79243-5727-8A41-A65B-5F22515EA5CC}">
      <dgm:prSet/>
      <dgm:spPr/>
      <dgm:t>
        <a:bodyPr/>
        <a:lstStyle/>
        <a:p>
          <a:endParaRPr lang="en-US"/>
        </a:p>
      </dgm:t>
    </dgm:pt>
    <dgm:pt modelId="{C02A04B1-569E-D648-83AD-76DE42471BFB}" type="sibTrans" cxnId="{51E79243-5727-8A41-A65B-5F22515EA5CC}">
      <dgm:prSet/>
      <dgm:spPr/>
      <dgm:t>
        <a:bodyPr/>
        <a:lstStyle/>
        <a:p>
          <a:endParaRPr lang="en-US"/>
        </a:p>
      </dgm:t>
    </dgm:pt>
    <dgm:pt modelId="{C7358CB8-85BE-1E43-A541-8356603596BD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Clear Labeling</a:t>
          </a:r>
        </a:p>
      </dgm:t>
    </dgm:pt>
    <dgm:pt modelId="{07E1F2DD-4A7A-4C4B-A2D8-1F27202A6D57}" type="parTrans" cxnId="{5B21F882-9A4E-5F46-9674-D783F36C3504}">
      <dgm:prSet/>
      <dgm:spPr/>
      <dgm:t>
        <a:bodyPr/>
        <a:lstStyle/>
        <a:p>
          <a:endParaRPr lang="en-US"/>
        </a:p>
      </dgm:t>
    </dgm:pt>
    <dgm:pt modelId="{2274034F-FC1A-8A4C-AD61-DF10F9F81D5E}" type="sibTrans" cxnId="{5B21F882-9A4E-5F46-9674-D783F36C3504}">
      <dgm:prSet/>
      <dgm:spPr/>
      <dgm:t>
        <a:bodyPr/>
        <a:lstStyle/>
        <a:p>
          <a:endParaRPr lang="en-US"/>
        </a:p>
      </dgm:t>
    </dgm:pt>
    <dgm:pt modelId="{15C0000D-3CD5-0943-A6D8-F2F8681A8B6B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Step-by-Step Operation Guides</a:t>
          </a:r>
        </a:p>
      </dgm:t>
    </dgm:pt>
    <dgm:pt modelId="{44807BCB-8325-0C44-B0EB-7EA18EBC1AE6}" type="parTrans" cxnId="{13AD6041-7AC8-CB4E-9983-CB718E6D523C}">
      <dgm:prSet/>
      <dgm:spPr/>
      <dgm:t>
        <a:bodyPr/>
        <a:lstStyle/>
        <a:p>
          <a:endParaRPr lang="en-US"/>
        </a:p>
      </dgm:t>
    </dgm:pt>
    <dgm:pt modelId="{9EEB3F58-B8CC-8540-A76A-CC42F9CC40DE}" type="sibTrans" cxnId="{13AD6041-7AC8-CB4E-9983-CB718E6D523C}">
      <dgm:prSet/>
      <dgm:spPr/>
      <dgm:t>
        <a:bodyPr/>
        <a:lstStyle/>
        <a:p>
          <a:endParaRPr lang="en-US"/>
        </a:p>
      </dgm:t>
    </dgm:pt>
    <dgm:pt modelId="{6F448142-B657-FC4E-922D-043506024E3C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Minimal Setup Requirements</a:t>
          </a:r>
        </a:p>
      </dgm:t>
    </dgm:pt>
    <dgm:pt modelId="{53774F07-FC33-9D44-B243-B33B02D51431}" type="parTrans" cxnId="{C854C111-EAA4-474F-BBEF-249505BDA764}">
      <dgm:prSet/>
      <dgm:spPr/>
      <dgm:t>
        <a:bodyPr/>
        <a:lstStyle/>
        <a:p>
          <a:endParaRPr lang="en-US"/>
        </a:p>
      </dgm:t>
    </dgm:pt>
    <dgm:pt modelId="{1F581BA2-FDB7-7D48-AF8B-1F117B137A4F}" type="sibTrans" cxnId="{C854C111-EAA4-474F-BBEF-249505BDA764}">
      <dgm:prSet/>
      <dgm:spPr/>
      <dgm:t>
        <a:bodyPr/>
        <a:lstStyle/>
        <a:p>
          <a:endParaRPr lang="en-US"/>
        </a:p>
      </dgm:t>
    </dgm:pt>
    <dgm:pt modelId="{2A67FE44-5FAF-E145-B9C8-AD106A0B1907}">
      <dgm:prSet/>
      <dgm:spPr/>
      <dgm:t>
        <a:bodyPr/>
        <a:lstStyle/>
        <a:p>
          <a:r>
            <a:rPr lang="en-US" dirty="0"/>
            <a:t>2.7. Durability</a:t>
          </a:r>
        </a:p>
      </dgm:t>
    </dgm:pt>
    <dgm:pt modelId="{6471C825-AC1E-D148-A68C-15E55DA31AE0}" type="parTrans" cxnId="{E93E2585-ADF5-124E-889C-CB63CDAE83F2}">
      <dgm:prSet/>
      <dgm:spPr/>
      <dgm:t>
        <a:bodyPr/>
        <a:lstStyle/>
        <a:p>
          <a:endParaRPr lang="en-US"/>
        </a:p>
      </dgm:t>
    </dgm:pt>
    <dgm:pt modelId="{E0550BDD-34A3-7A4D-8E15-9544B62E3F7D}" type="sibTrans" cxnId="{E93E2585-ADF5-124E-889C-CB63CDAE83F2}">
      <dgm:prSet/>
      <dgm:spPr/>
      <dgm:t>
        <a:bodyPr/>
        <a:lstStyle/>
        <a:p>
          <a:endParaRPr lang="en-US"/>
        </a:p>
      </dgm:t>
    </dgm:pt>
    <dgm:pt modelId="{6B935DC7-97B1-6844-9CBB-F5B9C11E7C36}">
      <dgm:prSet/>
      <dgm:spPr/>
      <dgm:t>
        <a:bodyPr/>
        <a:lstStyle/>
        <a:p>
          <a:r>
            <a:rPr lang="en-US" dirty="0"/>
            <a:t>2.7.1. Be Durable for Long-Term Use</a:t>
          </a:r>
        </a:p>
      </dgm:t>
    </dgm:pt>
    <dgm:pt modelId="{E29E1C63-EFE1-0343-AB25-C3727E39ADD6}" type="parTrans" cxnId="{5D0161D0-8F94-424C-9CB3-00FCAC1A8E32}">
      <dgm:prSet/>
      <dgm:spPr/>
      <dgm:t>
        <a:bodyPr/>
        <a:lstStyle/>
        <a:p>
          <a:endParaRPr lang="en-US"/>
        </a:p>
      </dgm:t>
    </dgm:pt>
    <dgm:pt modelId="{C35BD36E-014D-F84B-90B4-A3374224146A}" type="sibTrans" cxnId="{5D0161D0-8F94-424C-9CB3-00FCAC1A8E32}">
      <dgm:prSet/>
      <dgm:spPr/>
      <dgm:t>
        <a:bodyPr/>
        <a:lstStyle/>
        <a:p>
          <a:endParaRPr lang="en-US"/>
        </a:p>
      </dgm:t>
    </dgm:pt>
    <dgm:pt modelId="{F21FC8C2-DE0A-094F-8E8D-E9E21C3D7B43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Weatherproof Components</a:t>
          </a:r>
        </a:p>
      </dgm:t>
    </dgm:pt>
    <dgm:pt modelId="{233C6366-B68D-8145-8B03-307AD211D3F7}" type="parTrans" cxnId="{FFAD9F6C-D6FC-1C4E-903E-9E22694A9222}">
      <dgm:prSet/>
      <dgm:spPr/>
      <dgm:t>
        <a:bodyPr/>
        <a:lstStyle/>
        <a:p>
          <a:endParaRPr lang="en-US"/>
        </a:p>
      </dgm:t>
    </dgm:pt>
    <dgm:pt modelId="{402484C7-2857-974F-B5BB-DFF8A577DF36}" type="sibTrans" cxnId="{FFAD9F6C-D6FC-1C4E-903E-9E22694A9222}">
      <dgm:prSet/>
      <dgm:spPr/>
      <dgm:t>
        <a:bodyPr/>
        <a:lstStyle/>
        <a:p>
          <a:endParaRPr lang="en-US"/>
        </a:p>
      </dgm:t>
    </dgm:pt>
    <dgm:pt modelId="{6A8205A9-AFF4-7945-8BE8-77E030111BF1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UV-Resistant Materials</a:t>
          </a:r>
        </a:p>
      </dgm:t>
    </dgm:pt>
    <dgm:pt modelId="{4EE2C0E2-3F21-994F-B464-C93E46B97FF2}" type="parTrans" cxnId="{75101250-7E64-0C4B-89D0-151E1D2BAA94}">
      <dgm:prSet/>
      <dgm:spPr/>
      <dgm:t>
        <a:bodyPr/>
        <a:lstStyle/>
        <a:p>
          <a:endParaRPr lang="en-US"/>
        </a:p>
      </dgm:t>
    </dgm:pt>
    <dgm:pt modelId="{E7917F61-F8A4-7547-9803-2A46B6E84608}" type="sibTrans" cxnId="{75101250-7E64-0C4B-89D0-151E1D2BAA94}">
      <dgm:prSet/>
      <dgm:spPr/>
      <dgm:t>
        <a:bodyPr/>
        <a:lstStyle/>
        <a:p>
          <a:endParaRPr lang="en-US"/>
        </a:p>
      </dgm:t>
    </dgm:pt>
    <dgm:pt modelId="{1B13D592-C50A-A649-8AC3-E7C869C6F333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Heavy-Duty Piping</a:t>
          </a:r>
        </a:p>
      </dgm:t>
    </dgm:pt>
    <dgm:pt modelId="{74F4B14C-E62F-8346-BE91-33ED04FD5974}" type="parTrans" cxnId="{FCC69BFF-61EF-524C-A67E-7FF8B6F2626E}">
      <dgm:prSet/>
      <dgm:spPr/>
      <dgm:t>
        <a:bodyPr/>
        <a:lstStyle/>
        <a:p>
          <a:endParaRPr lang="en-US"/>
        </a:p>
      </dgm:t>
    </dgm:pt>
    <dgm:pt modelId="{4E5CE87B-7E9C-8B49-B7EF-0D12A88CF269}" type="sibTrans" cxnId="{FCC69BFF-61EF-524C-A67E-7FF8B6F2626E}">
      <dgm:prSet/>
      <dgm:spPr/>
      <dgm:t>
        <a:bodyPr/>
        <a:lstStyle/>
        <a:p>
          <a:endParaRPr lang="en-US"/>
        </a:p>
      </dgm:t>
    </dgm:pt>
    <dgm:pt modelId="{6DF4024B-CC42-0D49-8BDC-0F46A7ACE5E9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Impact-Resistant Fixtures</a:t>
          </a:r>
        </a:p>
      </dgm:t>
    </dgm:pt>
    <dgm:pt modelId="{44BEA7C4-64D9-124A-BAD9-A579069B7250}" type="parTrans" cxnId="{F3E97869-F0A7-4B45-83B8-594B0AC91ECF}">
      <dgm:prSet/>
      <dgm:spPr/>
      <dgm:t>
        <a:bodyPr/>
        <a:lstStyle/>
        <a:p>
          <a:endParaRPr lang="en-US"/>
        </a:p>
      </dgm:t>
    </dgm:pt>
    <dgm:pt modelId="{B73E6D79-CEC2-4545-8F06-45B087BB0BC5}" type="sibTrans" cxnId="{F3E97869-F0A7-4B45-83B8-594B0AC91ECF}">
      <dgm:prSet/>
      <dgm:spPr/>
      <dgm:t>
        <a:bodyPr/>
        <a:lstStyle/>
        <a:p>
          <a:endParaRPr lang="en-US"/>
        </a:p>
      </dgm:t>
    </dgm:pt>
    <dgm:pt modelId="{748A5E5F-C8A1-494D-9D50-8A06370D17D5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Quality Assurance Testing</a:t>
          </a:r>
        </a:p>
      </dgm:t>
    </dgm:pt>
    <dgm:pt modelId="{F06DFC62-B3CA-1147-9791-A50E514CB781}" type="parTrans" cxnId="{AEB13930-57C2-DB47-B86F-80C9A2ABA8C5}">
      <dgm:prSet/>
      <dgm:spPr/>
      <dgm:t>
        <a:bodyPr/>
        <a:lstStyle/>
        <a:p>
          <a:endParaRPr lang="en-US"/>
        </a:p>
      </dgm:t>
    </dgm:pt>
    <dgm:pt modelId="{BBB38925-788D-A140-A872-43A18C2A27FE}" type="sibTrans" cxnId="{AEB13930-57C2-DB47-B86F-80C9A2ABA8C5}">
      <dgm:prSet/>
      <dgm:spPr/>
      <dgm:t>
        <a:bodyPr/>
        <a:lstStyle/>
        <a:p>
          <a:endParaRPr lang="en-US"/>
        </a:p>
      </dgm:t>
    </dgm:pt>
    <dgm:pt modelId="{822D93FC-81D7-9D42-B4A0-F7AD165D5118}" type="pres">
      <dgm:prSet presAssocID="{032C8A5E-4CF9-D64B-96A6-BF69FA1D486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BC4843D-E0E9-7F43-93A0-F8B1DE8DCA53}" type="pres">
      <dgm:prSet presAssocID="{3C16A87F-0143-C546-80D0-F458148912FD}" presName="hierRoot1" presStyleCnt="0"/>
      <dgm:spPr/>
    </dgm:pt>
    <dgm:pt modelId="{551CEDDF-B350-BF41-AA12-1840A7B06807}" type="pres">
      <dgm:prSet presAssocID="{3C16A87F-0143-C546-80D0-F458148912FD}" presName="composite" presStyleCnt="0"/>
      <dgm:spPr/>
    </dgm:pt>
    <dgm:pt modelId="{CB089603-B7BB-734E-9B62-4290FAB4D50A}" type="pres">
      <dgm:prSet presAssocID="{3C16A87F-0143-C546-80D0-F458148912FD}" presName="background" presStyleLbl="node0" presStyleIdx="0" presStyleCnt="1"/>
      <dgm:spPr/>
    </dgm:pt>
    <dgm:pt modelId="{954CE81A-40BF-0E48-B56E-FA4E7D6235A6}" type="pres">
      <dgm:prSet presAssocID="{3C16A87F-0143-C546-80D0-F458148912FD}" presName="text" presStyleLbl="fgAcc0" presStyleIdx="0" presStyleCnt="1">
        <dgm:presLayoutVars>
          <dgm:chPref val="3"/>
        </dgm:presLayoutVars>
      </dgm:prSet>
      <dgm:spPr/>
    </dgm:pt>
    <dgm:pt modelId="{0E32848A-7390-0A4B-B377-D92FFBB5F8F7}" type="pres">
      <dgm:prSet presAssocID="{3C16A87F-0143-C546-80D0-F458148912FD}" presName="hierChild2" presStyleCnt="0"/>
      <dgm:spPr/>
    </dgm:pt>
    <dgm:pt modelId="{F355FD19-5703-B74F-B28B-C643533E6B8C}" type="pres">
      <dgm:prSet presAssocID="{2E15342F-073A-EF45-8808-B06C9AEFE883}" presName="Name10" presStyleLbl="parChTrans1D2" presStyleIdx="0" presStyleCnt="7"/>
      <dgm:spPr/>
    </dgm:pt>
    <dgm:pt modelId="{051F81F0-2AE7-7642-A1EC-FD781B2CA266}" type="pres">
      <dgm:prSet presAssocID="{DD544FD4-C748-7E40-BAAD-5EE539AC0E0E}" presName="hierRoot2" presStyleCnt="0"/>
      <dgm:spPr/>
    </dgm:pt>
    <dgm:pt modelId="{505F2747-8427-C247-93DB-29E9DCF13FE9}" type="pres">
      <dgm:prSet presAssocID="{DD544FD4-C748-7E40-BAAD-5EE539AC0E0E}" presName="composite2" presStyleCnt="0"/>
      <dgm:spPr/>
    </dgm:pt>
    <dgm:pt modelId="{71609BCC-5679-4C4B-8014-385C27FFE180}" type="pres">
      <dgm:prSet presAssocID="{DD544FD4-C748-7E40-BAAD-5EE539AC0E0E}" presName="background2" presStyleLbl="node2" presStyleIdx="0" presStyleCnt="7"/>
      <dgm:spPr/>
    </dgm:pt>
    <dgm:pt modelId="{3F295882-178B-9449-998B-2A17111D771C}" type="pres">
      <dgm:prSet presAssocID="{DD544FD4-C748-7E40-BAAD-5EE539AC0E0E}" presName="text2" presStyleLbl="fgAcc2" presStyleIdx="0" presStyleCnt="7">
        <dgm:presLayoutVars>
          <dgm:chPref val="3"/>
        </dgm:presLayoutVars>
      </dgm:prSet>
      <dgm:spPr/>
    </dgm:pt>
    <dgm:pt modelId="{215039E5-6F53-E74D-A270-0127D61E2F18}" type="pres">
      <dgm:prSet presAssocID="{DD544FD4-C748-7E40-BAAD-5EE539AC0E0E}" presName="hierChild3" presStyleCnt="0"/>
      <dgm:spPr/>
    </dgm:pt>
    <dgm:pt modelId="{0FFDB493-05F0-2346-ADF5-08617FF9DCDA}" type="pres">
      <dgm:prSet presAssocID="{EAE8EC3F-BF96-CE4A-9DD0-65E4BFB83CAD}" presName="Name17" presStyleLbl="parChTrans1D3" presStyleIdx="0" presStyleCnt="7"/>
      <dgm:spPr/>
    </dgm:pt>
    <dgm:pt modelId="{739B541B-AE93-9642-99FA-B87405C4DEEB}" type="pres">
      <dgm:prSet presAssocID="{BDE4821A-41FB-A542-8453-A36F5FD3855C}" presName="hierRoot3" presStyleCnt="0"/>
      <dgm:spPr/>
    </dgm:pt>
    <dgm:pt modelId="{56661D2E-0A0D-AD4B-8D37-ABF33438B163}" type="pres">
      <dgm:prSet presAssocID="{BDE4821A-41FB-A542-8453-A36F5FD3855C}" presName="composite3" presStyleCnt="0"/>
      <dgm:spPr/>
    </dgm:pt>
    <dgm:pt modelId="{E4B73507-FF54-7942-A1DA-CC28FC8F6362}" type="pres">
      <dgm:prSet presAssocID="{BDE4821A-41FB-A542-8453-A36F5FD3855C}" presName="background3" presStyleLbl="node3" presStyleIdx="0" presStyleCnt="7"/>
      <dgm:spPr/>
    </dgm:pt>
    <dgm:pt modelId="{EE9CB96B-528B-174C-A493-2F71160C3198}" type="pres">
      <dgm:prSet presAssocID="{BDE4821A-41FB-A542-8453-A36F5FD3855C}" presName="text3" presStyleLbl="fgAcc3" presStyleIdx="0" presStyleCnt="7">
        <dgm:presLayoutVars>
          <dgm:chPref val="3"/>
        </dgm:presLayoutVars>
      </dgm:prSet>
      <dgm:spPr/>
    </dgm:pt>
    <dgm:pt modelId="{48469500-C539-FC46-B6BC-131056B93723}" type="pres">
      <dgm:prSet presAssocID="{BDE4821A-41FB-A542-8453-A36F5FD3855C}" presName="hierChild4" presStyleCnt="0"/>
      <dgm:spPr/>
    </dgm:pt>
    <dgm:pt modelId="{A017DEA0-35FD-2C40-81C3-72C19B3A6A0D}" type="pres">
      <dgm:prSet presAssocID="{EC2690CB-A2E8-344B-A7D4-C4E8E160E79A}" presName="Name23" presStyleLbl="parChTrans1D4" presStyleIdx="0" presStyleCnt="34"/>
      <dgm:spPr/>
    </dgm:pt>
    <dgm:pt modelId="{1170934C-ACD1-8E44-800C-1BCDA22B40A3}" type="pres">
      <dgm:prSet presAssocID="{985587D5-CEE7-0D4B-A895-B46E7E78A355}" presName="hierRoot4" presStyleCnt="0"/>
      <dgm:spPr/>
    </dgm:pt>
    <dgm:pt modelId="{526B02D2-4930-2E42-8304-4A9F6872733D}" type="pres">
      <dgm:prSet presAssocID="{985587D5-CEE7-0D4B-A895-B46E7E78A355}" presName="composite4" presStyleCnt="0"/>
      <dgm:spPr/>
    </dgm:pt>
    <dgm:pt modelId="{12D568B4-03B9-1D4F-BAF5-82A927F38A6B}" type="pres">
      <dgm:prSet presAssocID="{985587D5-CEE7-0D4B-A895-B46E7E78A355}" presName="background4" presStyleLbl="node4" presStyleIdx="0" presStyleCnt="34"/>
      <dgm:spPr/>
    </dgm:pt>
    <dgm:pt modelId="{34B7C166-E612-C644-BA14-24123ECEB482}" type="pres">
      <dgm:prSet presAssocID="{985587D5-CEE7-0D4B-A895-B46E7E78A355}" presName="text4" presStyleLbl="fgAcc4" presStyleIdx="0" presStyleCnt="34">
        <dgm:presLayoutVars>
          <dgm:chPref val="3"/>
        </dgm:presLayoutVars>
      </dgm:prSet>
      <dgm:spPr/>
    </dgm:pt>
    <dgm:pt modelId="{E06BD627-1790-E840-BAF4-E8C67E82E0CC}" type="pres">
      <dgm:prSet presAssocID="{985587D5-CEE7-0D4B-A895-B46E7E78A355}" presName="hierChild5" presStyleCnt="0"/>
      <dgm:spPr/>
    </dgm:pt>
    <dgm:pt modelId="{F5A65B4B-D16C-7B44-9F70-1A3E4DFD06B0}" type="pres">
      <dgm:prSet presAssocID="{63B205A6-63EF-F24D-A0E8-B8E192B7F827}" presName="Name23" presStyleLbl="parChTrans1D4" presStyleIdx="1" presStyleCnt="34"/>
      <dgm:spPr/>
    </dgm:pt>
    <dgm:pt modelId="{4FDAAC99-7502-6643-ABB4-AFC16DF589C3}" type="pres">
      <dgm:prSet presAssocID="{53418205-F7BB-9A46-91EC-5AF1CA25209B}" presName="hierRoot4" presStyleCnt="0"/>
      <dgm:spPr/>
    </dgm:pt>
    <dgm:pt modelId="{A0D43326-47EB-8E41-82F3-615D2EEEE33E}" type="pres">
      <dgm:prSet presAssocID="{53418205-F7BB-9A46-91EC-5AF1CA25209B}" presName="composite4" presStyleCnt="0"/>
      <dgm:spPr/>
    </dgm:pt>
    <dgm:pt modelId="{E3694C59-D0E8-9649-A3E2-6C21AC226320}" type="pres">
      <dgm:prSet presAssocID="{53418205-F7BB-9A46-91EC-5AF1CA25209B}" presName="background4" presStyleLbl="node4" presStyleIdx="1" presStyleCnt="34"/>
      <dgm:spPr/>
    </dgm:pt>
    <dgm:pt modelId="{5E3A243A-43AF-2E43-9DE5-65856F7E34A6}" type="pres">
      <dgm:prSet presAssocID="{53418205-F7BB-9A46-91EC-5AF1CA25209B}" presName="text4" presStyleLbl="fgAcc4" presStyleIdx="1" presStyleCnt="34">
        <dgm:presLayoutVars>
          <dgm:chPref val="3"/>
        </dgm:presLayoutVars>
      </dgm:prSet>
      <dgm:spPr/>
    </dgm:pt>
    <dgm:pt modelId="{AE6D9AFC-537E-B64A-B093-362754992C2F}" type="pres">
      <dgm:prSet presAssocID="{53418205-F7BB-9A46-91EC-5AF1CA25209B}" presName="hierChild5" presStyleCnt="0"/>
      <dgm:spPr/>
    </dgm:pt>
    <dgm:pt modelId="{A7E035AA-6AE8-C548-9EAE-B830A2AA2CA5}" type="pres">
      <dgm:prSet presAssocID="{98A7BEA0-2F11-8A47-BB96-0D5C95B86C9A}" presName="Name23" presStyleLbl="parChTrans1D4" presStyleIdx="2" presStyleCnt="34"/>
      <dgm:spPr/>
    </dgm:pt>
    <dgm:pt modelId="{5A50176F-E741-4A44-933C-36C9365F0D6C}" type="pres">
      <dgm:prSet presAssocID="{9255ECE5-5922-7243-B29A-68F155FB237A}" presName="hierRoot4" presStyleCnt="0"/>
      <dgm:spPr/>
    </dgm:pt>
    <dgm:pt modelId="{58C2F234-6B7D-F944-BC7D-4FFC5DEA47B3}" type="pres">
      <dgm:prSet presAssocID="{9255ECE5-5922-7243-B29A-68F155FB237A}" presName="composite4" presStyleCnt="0"/>
      <dgm:spPr/>
    </dgm:pt>
    <dgm:pt modelId="{9B5B0E50-FAD7-484C-97E4-A57D2A5B79B9}" type="pres">
      <dgm:prSet presAssocID="{9255ECE5-5922-7243-B29A-68F155FB237A}" presName="background4" presStyleLbl="node4" presStyleIdx="2" presStyleCnt="34"/>
      <dgm:spPr/>
    </dgm:pt>
    <dgm:pt modelId="{177CA9C2-5031-7E41-8264-9CE781A49062}" type="pres">
      <dgm:prSet presAssocID="{9255ECE5-5922-7243-B29A-68F155FB237A}" presName="text4" presStyleLbl="fgAcc4" presStyleIdx="2" presStyleCnt="34">
        <dgm:presLayoutVars>
          <dgm:chPref val="3"/>
        </dgm:presLayoutVars>
      </dgm:prSet>
      <dgm:spPr/>
    </dgm:pt>
    <dgm:pt modelId="{0E5798D5-2A18-1E49-8BF0-58D877DD61B5}" type="pres">
      <dgm:prSet presAssocID="{9255ECE5-5922-7243-B29A-68F155FB237A}" presName="hierChild5" presStyleCnt="0"/>
      <dgm:spPr/>
    </dgm:pt>
    <dgm:pt modelId="{1AEBDBE8-1F3C-2648-B988-228B8E02D6C0}" type="pres">
      <dgm:prSet presAssocID="{44876EB4-8128-964B-BCB4-E82A8A47FC27}" presName="Name23" presStyleLbl="parChTrans1D4" presStyleIdx="3" presStyleCnt="34"/>
      <dgm:spPr/>
    </dgm:pt>
    <dgm:pt modelId="{05D103D2-589E-6840-9FA9-B63FB0808754}" type="pres">
      <dgm:prSet presAssocID="{9801FDAB-B1F2-644E-B870-B558B8B2DF26}" presName="hierRoot4" presStyleCnt="0"/>
      <dgm:spPr/>
    </dgm:pt>
    <dgm:pt modelId="{51681B97-D6C6-704E-A71C-AC4DBD9D1B6A}" type="pres">
      <dgm:prSet presAssocID="{9801FDAB-B1F2-644E-B870-B558B8B2DF26}" presName="composite4" presStyleCnt="0"/>
      <dgm:spPr/>
    </dgm:pt>
    <dgm:pt modelId="{ED11E01D-9A7B-D24F-8B9A-D9C4FE078050}" type="pres">
      <dgm:prSet presAssocID="{9801FDAB-B1F2-644E-B870-B558B8B2DF26}" presName="background4" presStyleLbl="node4" presStyleIdx="3" presStyleCnt="34"/>
      <dgm:spPr/>
    </dgm:pt>
    <dgm:pt modelId="{1B42D304-3349-A140-BF25-5618DB3C3EB0}" type="pres">
      <dgm:prSet presAssocID="{9801FDAB-B1F2-644E-B870-B558B8B2DF26}" presName="text4" presStyleLbl="fgAcc4" presStyleIdx="3" presStyleCnt="34">
        <dgm:presLayoutVars>
          <dgm:chPref val="3"/>
        </dgm:presLayoutVars>
      </dgm:prSet>
      <dgm:spPr/>
    </dgm:pt>
    <dgm:pt modelId="{E398A067-2F82-534D-B41E-809FF0D6E234}" type="pres">
      <dgm:prSet presAssocID="{9801FDAB-B1F2-644E-B870-B558B8B2DF26}" presName="hierChild5" presStyleCnt="0"/>
      <dgm:spPr/>
    </dgm:pt>
    <dgm:pt modelId="{5869A7E9-7890-F84F-874F-FB5109EE6ED3}" type="pres">
      <dgm:prSet presAssocID="{11B6F619-354A-A743-9CA8-E517BA2418A4}" presName="Name23" presStyleLbl="parChTrans1D4" presStyleIdx="4" presStyleCnt="34"/>
      <dgm:spPr/>
    </dgm:pt>
    <dgm:pt modelId="{AA415D99-9DA0-B24C-A47C-058BFC452A96}" type="pres">
      <dgm:prSet presAssocID="{167FD188-0472-1C45-8DA7-27C65178327D}" presName="hierRoot4" presStyleCnt="0"/>
      <dgm:spPr/>
    </dgm:pt>
    <dgm:pt modelId="{A40F58FC-464D-C445-8FEA-E8C4ABA8E54C}" type="pres">
      <dgm:prSet presAssocID="{167FD188-0472-1C45-8DA7-27C65178327D}" presName="composite4" presStyleCnt="0"/>
      <dgm:spPr/>
    </dgm:pt>
    <dgm:pt modelId="{17E41289-AF48-F342-A9E0-3238A15EAB8D}" type="pres">
      <dgm:prSet presAssocID="{167FD188-0472-1C45-8DA7-27C65178327D}" presName="background4" presStyleLbl="node4" presStyleIdx="4" presStyleCnt="34"/>
      <dgm:spPr/>
    </dgm:pt>
    <dgm:pt modelId="{81718E5A-21FD-B842-843F-8652EE057EE5}" type="pres">
      <dgm:prSet presAssocID="{167FD188-0472-1C45-8DA7-27C65178327D}" presName="text4" presStyleLbl="fgAcc4" presStyleIdx="4" presStyleCnt="34">
        <dgm:presLayoutVars>
          <dgm:chPref val="3"/>
        </dgm:presLayoutVars>
      </dgm:prSet>
      <dgm:spPr/>
    </dgm:pt>
    <dgm:pt modelId="{ADC0758C-F953-984A-A480-DF13EFC137E7}" type="pres">
      <dgm:prSet presAssocID="{167FD188-0472-1C45-8DA7-27C65178327D}" presName="hierChild5" presStyleCnt="0"/>
      <dgm:spPr/>
    </dgm:pt>
    <dgm:pt modelId="{4C4F90AB-B4B0-CB4A-BBCA-396CD23E8B84}" type="pres">
      <dgm:prSet presAssocID="{2A5204B9-A30A-3C4C-8546-FCCD93226B23}" presName="Name10" presStyleLbl="parChTrans1D2" presStyleIdx="1" presStyleCnt="7"/>
      <dgm:spPr/>
    </dgm:pt>
    <dgm:pt modelId="{CBDD44E9-CC87-ED44-8FC2-2B612AC8A001}" type="pres">
      <dgm:prSet presAssocID="{EA458F35-9F66-CA4B-A068-D414721B67F7}" presName="hierRoot2" presStyleCnt="0"/>
      <dgm:spPr/>
    </dgm:pt>
    <dgm:pt modelId="{A0364C40-43DD-AC41-A0A6-8A2574608E3F}" type="pres">
      <dgm:prSet presAssocID="{EA458F35-9F66-CA4B-A068-D414721B67F7}" presName="composite2" presStyleCnt="0"/>
      <dgm:spPr/>
    </dgm:pt>
    <dgm:pt modelId="{6EACBA8A-2A40-D448-93FF-8C108224C6A6}" type="pres">
      <dgm:prSet presAssocID="{EA458F35-9F66-CA4B-A068-D414721B67F7}" presName="background2" presStyleLbl="node2" presStyleIdx="1" presStyleCnt="7"/>
      <dgm:spPr/>
    </dgm:pt>
    <dgm:pt modelId="{625A9F63-B4C6-034D-AEE0-C7810CD0D700}" type="pres">
      <dgm:prSet presAssocID="{EA458F35-9F66-CA4B-A068-D414721B67F7}" presName="text2" presStyleLbl="fgAcc2" presStyleIdx="1" presStyleCnt="7">
        <dgm:presLayoutVars>
          <dgm:chPref val="3"/>
        </dgm:presLayoutVars>
      </dgm:prSet>
      <dgm:spPr/>
    </dgm:pt>
    <dgm:pt modelId="{0BA9B355-44DB-8349-827A-8B6E46996BB3}" type="pres">
      <dgm:prSet presAssocID="{EA458F35-9F66-CA4B-A068-D414721B67F7}" presName="hierChild3" presStyleCnt="0"/>
      <dgm:spPr/>
    </dgm:pt>
    <dgm:pt modelId="{D6FADCCC-5902-0342-9894-B22B5F237715}" type="pres">
      <dgm:prSet presAssocID="{0F9EB10E-24AF-4947-B009-67C6CFB03B27}" presName="Name17" presStyleLbl="parChTrans1D3" presStyleIdx="1" presStyleCnt="7"/>
      <dgm:spPr/>
    </dgm:pt>
    <dgm:pt modelId="{04FEAC46-F386-754A-88EC-A494315EC522}" type="pres">
      <dgm:prSet presAssocID="{9D7EA0FB-BC5D-0945-B4CE-14D69AC85754}" presName="hierRoot3" presStyleCnt="0"/>
      <dgm:spPr/>
    </dgm:pt>
    <dgm:pt modelId="{778CCD5E-A6C6-9E4A-9D09-87D10A92C63D}" type="pres">
      <dgm:prSet presAssocID="{9D7EA0FB-BC5D-0945-B4CE-14D69AC85754}" presName="composite3" presStyleCnt="0"/>
      <dgm:spPr/>
    </dgm:pt>
    <dgm:pt modelId="{03679F6E-3256-8048-905E-87334AA8C279}" type="pres">
      <dgm:prSet presAssocID="{9D7EA0FB-BC5D-0945-B4CE-14D69AC85754}" presName="background3" presStyleLbl="node3" presStyleIdx="1" presStyleCnt="7"/>
      <dgm:spPr/>
    </dgm:pt>
    <dgm:pt modelId="{4A5C4322-2E97-3B4B-8010-0C336BF5F62F}" type="pres">
      <dgm:prSet presAssocID="{9D7EA0FB-BC5D-0945-B4CE-14D69AC85754}" presName="text3" presStyleLbl="fgAcc3" presStyleIdx="1" presStyleCnt="7">
        <dgm:presLayoutVars>
          <dgm:chPref val="3"/>
        </dgm:presLayoutVars>
      </dgm:prSet>
      <dgm:spPr/>
    </dgm:pt>
    <dgm:pt modelId="{0696BFBE-AC87-AA46-B1F2-97E828F72A2D}" type="pres">
      <dgm:prSet presAssocID="{9D7EA0FB-BC5D-0945-B4CE-14D69AC85754}" presName="hierChild4" presStyleCnt="0"/>
      <dgm:spPr/>
    </dgm:pt>
    <dgm:pt modelId="{4F6914F9-2BDD-3C48-B823-6EF902460C88}" type="pres">
      <dgm:prSet presAssocID="{B09E901F-4726-9041-BDC2-99679B7EB06B}" presName="Name23" presStyleLbl="parChTrans1D4" presStyleIdx="5" presStyleCnt="34"/>
      <dgm:spPr/>
    </dgm:pt>
    <dgm:pt modelId="{562D673E-1B3F-2A4D-B4CE-4EF6CA7D4F96}" type="pres">
      <dgm:prSet presAssocID="{24E10CC1-C8FD-F34A-A3F7-056611239082}" presName="hierRoot4" presStyleCnt="0"/>
      <dgm:spPr/>
    </dgm:pt>
    <dgm:pt modelId="{04EA0B36-4CCB-0449-9718-614249BC3719}" type="pres">
      <dgm:prSet presAssocID="{24E10CC1-C8FD-F34A-A3F7-056611239082}" presName="composite4" presStyleCnt="0"/>
      <dgm:spPr/>
    </dgm:pt>
    <dgm:pt modelId="{A7BA3E77-63B3-124A-BE07-B72716BE1611}" type="pres">
      <dgm:prSet presAssocID="{24E10CC1-C8FD-F34A-A3F7-056611239082}" presName="background4" presStyleLbl="node4" presStyleIdx="5" presStyleCnt="34"/>
      <dgm:spPr/>
    </dgm:pt>
    <dgm:pt modelId="{B9F854E6-40F7-304E-B463-D58EF5FFBBC2}" type="pres">
      <dgm:prSet presAssocID="{24E10CC1-C8FD-F34A-A3F7-056611239082}" presName="text4" presStyleLbl="fgAcc4" presStyleIdx="5" presStyleCnt="34">
        <dgm:presLayoutVars>
          <dgm:chPref val="3"/>
        </dgm:presLayoutVars>
      </dgm:prSet>
      <dgm:spPr/>
    </dgm:pt>
    <dgm:pt modelId="{C3C14C7A-C86A-A641-B440-9C712DBA7070}" type="pres">
      <dgm:prSet presAssocID="{24E10CC1-C8FD-F34A-A3F7-056611239082}" presName="hierChild5" presStyleCnt="0"/>
      <dgm:spPr/>
    </dgm:pt>
    <dgm:pt modelId="{9098BD8D-8EE4-354A-943E-2906F1378E40}" type="pres">
      <dgm:prSet presAssocID="{53297DC7-D4A2-6849-87FD-4240F517A37B}" presName="Name23" presStyleLbl="parChTrans1D4" presStyleIdx="6" presStyleCnt="34"/>
      <dgm:spPr/>
    </dgm:pt>
    <dgm:pt modelId="{1A9FB7EA-E8D9-804F-A9D1-940C400F44C3}" type="pres">
      <dgm:prSet presAssocID="{081E84C2-8A05-CA47-B773-A51FCBDB183E}" presName="hierRoot4" presStyleCnt="0"/>
      <dgm:spPr/>
    </dgm:pt>
    <dgm:pt modelId="{B4106094-62F5-8340-B65F-28C296CAE189}" type="pres">
      <dgm:prSet presAssocID="{081E84C2-8A05-CA47-B773-A51FCBDB183E}" presName="composite4" presStyleCnt="0"/>
      <dgm:spPr/>
    </dgm:pt>
    <dgm:pt modelId="{3D525F5D-D873-C94F-899C-5F48CE63A44C}" type="pres">
      <dgm:prSet presAssocID="{081E84C2-8A05-CA47-B773-A51FCBDB183E}" presName="background4" presStyleLbl="node4" presStyleIdx="6" presStyleCnt="34"/>
      <dgm:spPr/>
    </dgm:pt>
    <dgm:pt modelId="{56915C1C-6428-AF48-A02B-2813F69FD352}" type="pres">
      <dgm:prSet presAssocID="{081E84C2-8A05-CA47-B773-A51FCBDB183E}" presName="text4" presStyleLbl="fgAcc4" presStyleIdx="6" presStyleCnt="34">
        <dgm:presLayoutVars>
          <dgm:chPref val="3"/>
        </dgm:presLayoutVars>
      </dgm:prSet>
      <dgm:spPr/>
    </dgm:pt>
    <dgm:pt modelId="{F495A8D3-E825-424E-AB01-A113A88B3B03}" type="pres">
      <dgm:prSet presAssocID="{081E84C2-8A05-CA47-B773-A51FCBDB183E}" presName="hierChild5" presStyleCnt="0"/>
      <dgm:spPr/>
    </dgm:pt>
    <dgm:pt modelId="{447877DA-1783-2749-97C5-12BEC24C2F8D}" type="pres">
      <dgm:prSet presAssocID="{4B6FF209-00C0-BB46-AD9A-F37741E78B3F}" presName="Name23" presStyleLbl="parChTrans1D4" presStyleIdx="7" presStyleCnt="34"/>
      <dgm:spPr/>
    </dgm:pt>
    <dgm:pt modelId="{9EDBA7E6-22A3-EB49-B663-9ED171E32EB3}" type="pres">
      <dgm:prSet presAssocID="{40133489-CD61-8D42-ABF8-200E3B3BFFA8}" presName="hierRoot4" presStyleCnt="0"/>
      <dgm:spPr/>
    </dgm:pt>
    <dgm:pt modelId="{9694A8FE-9071-8949-A26B-FA6DF05457E9}" type="pres">
      <dgm:prSet presAssocID="{40133489-CD61-8D42-ABF8-200E3B3BFFA8}" presName="composite4" presStyleCnt="0"/>
      <dgm:spPr/>
    </dgm:pt>
    <dgm:pt modelId="{6A7BF21E-DA48-634C-9834-AF416AADE2AE}" type="pres">
      <dgm:prSet presAssocID="{40133489-CD61-8D42-ABF8-200E3B3BFFA8}" presName="background4" presStyleLbl="node4" presStyleIdx="7" presStyleCnt="34"/>
      <dgm:spPr/>
    </dgm:pt>
    <dgm:pt modelId="{C9DB6C5B-06B1-C142-BF34-53467A3112BF}" type="pres">
      <dgm:prSet presAssocID="{40133489-CD61-8D42-ABF8-200E3B3BFFA8}" presName="text4" presStyleLbl="fgAcc4" presStyleIdx="7" presStyleCnt="34">
        <dgm:presLayoutVars>
          <dgm:chPref val="3"/>
        </dgm:presLayoutVars>
      </dgm:prSet>
      <dgm:spPr/>
    </dgm:pt>
    <dgm:pt modelId="{55D54980-EEB2-984E-8F4B-0FEA60905FC8}" type="pres">
      <dgm:prSet presAssocID="{40133489-CD61-8D42-ABF8-200E3B3BFFA8}" presName="hierChild5" presStyleCnt="0"/>
      <dgm:spPr/>
    </dgm:pt>
    <dgm:pt modelId="{0BEB0BE4-3414-F145-AA4A-2A5EBFF387D7}" type="pres">
      <dgm:prSet presAssocID="{6DCAFE6D-0776-7845-980C-D06BE6089C87}" presName="Name23" presStyleLbl="parChTrans1D4" presStyleIdx="8" presStyleCnt="34"/>
      <dgm:spPr/>
    </dgm:pt>
    <dgm:pt modelId="{EE533D88-AC04-2B49-B3F5-091F6EE2E13F}" type="pres">
      <dgm:prSet presAssocID="{D8772599-831B-654B-8764-A49069D074B7}" presName="hierRoot4" presStyleCnt="0"/>
      <dgm:spPr/>
    </dgm:pt>
    <dgm:pt modelId="{413BC90A-4EB2-E849-9418-C44A8A515D01}" type="pres">
      <dgm:prSet presAssocID="{D8772599-831B-654B-8764-A49069D074B7}" presName="composite4" presStyleCnt="0"/>
      <dgm:spPr/>
    </dgm:pt>
    <dgm:pt modelId="{271A9D13-5554-984A-A193-13573A7611B0}" type="pres">
      <dgm:prSet presAssocID="{D8772599-831B-654B-8764-A49069D074B7}" presName="background4" presStyleLbl="node4" presStyleIdx="8" presStyleCnt="34"/>
      <dgm:spPr/>
    </dgm:pt>
    <dgm:pt modelId="{854E8219-F5EB-5C4B-A41A-A45473E32550}" type="pres">
      <dgm:prSet presAssocID="{D8772599-831B-654B-8764-A49069D074B7}" presName="text4" presStyleLbl="fgAcc4" presStyleIdx="8" presStyleCnt="34">
        <dgm:presLayoutVars>
          <dgm:chPref val="3"/>
        </dgm:presLayoutVars>
      </dgm:prSet>
      <dgm:spPr/>
    </dgm:pt>
    <dgm:pt modelId="{6B9AAEB5-A87C-674A-A993-9644B5DBFBBD}" type="pres">
      <dgm:prSet presAssocID="{D8772599-831B-654B-8764-A49069D074B7}" presName="hierChild5" presStyleCnt="0"/>
      <dgm:spPr/>
    </dgm:pt>
    <dgm:pt modelId="{9AAF06D3-9946-D249-B623-FC286100A915}" type="pres">
      <dgm:prSet presAssocID="{F423ED99-D6B0-8744-A804-770B56BE280D}" presName="Name23" presStyleLbl="parChTrans1D4" presStyleIdx="9" presStyleCnt="34"/>
      <dgm:spPr/>
    </dgm:pt>
    <dgm:pt modelId="{16610F91-7280-C244-8716-7A57E8991C9C}" type="pres">
      <dgm:prSet presAssocID="{78FF43B8-2B38-6E49-B960-8D2192243F61}" presName="hierRoot4" presStyleCnt="0"/>
      <dgm:spPr/>
    </dgm:pt>
    <dgm:pt modelId="{0C90469B-C9C5-E345-9DCB-BE5BA687811C}" type="pres">
      <dgm:prSet presAssocID="{78FF43B8-2B38-6E49-B960-8D2192243F61}" presName="composite4" presStyleCnt="0"/>
      <dgm:spPr/>
    </dgm:pt>
    <dgm:pt modelId="{BB0B7E7E-2252-B24E-AA17-83C65748B161}" type="pres">
      <dgm:prSet presAssocID="{78FF43B8-2B38-6E49-B960-8D2192243F61}" presName="background4" presStyleLbl="node4" presStyleIdx="9" presStyleCnt="34"/>
      <dgm:spPr/>
    </dgm:pt>
    <dgm:pt modelId="{4C7163D9-EFB8-914F-B356-9FE7CB41D522}" type="pres">
      <dgm:prSet presAssocID="{78FF43B8-2B38-6E49-B960-8D2192243F61}" presName="text4" presStyleLbl="fgAcc4" presStyleIdx="9" presStyleCnt="34">
        <dgm:presLayoutVars>
          <dgm:chPref val="3"/>
        </dgm:presLayoutVars>
      </dgm:prSet>
      <dgm:spPr/>
    </dgm:pt>
    <dgm:pt modelId="{E76EEC91-A11F-C143-8958-EE3F616CC3EA}" type="pres">
      <dgm:prSet presAssocID="{78FF43B8-2B38-6E49-B960-8D2192243F61}" presName="hierChild5" presStyleCnt="0"/>
      <dgm:spPr/>
    </dgm:pt>
    <dgm:pt modelId="{551775A3-2CB7-6948-AD57-92F71613C11D}" type="pres">
      <dgm:prSet presAssocID="{03FCF620-19D7-B542-B957-3DCF9BF955C9}" presName="Name23" presStyleLbl="parChTrans1D4" presStyleIdx="10" presStyleCnt="34"/>
      <dgm:spPr/>
    </dgm:pt>
    <dgm:pt modelId="{A3C92631-51F7-6F4F-BD9D-C2637B231ED2}" type="pres">
      <dgm:prSet presAssocID="{AEE77570-AE42-714F-8DD7-A34282DCB17F}" presName="hierRoot4" presStyleCnt="0"/>
      <dgm:spPr/>
    </dgm:pt>
    <dgm:pt modelId="{8A07B0BB-8D64-1943-8DBB-55425833E38A}" type="pres">
      <dgm:prSet presAssocID="{AEE77570-AE42-714F-8DD7-A34282DCB17F}" presName="composite4" presStyleCnt="0"/>
      <dgm:spPr/>
    </dgm:pt>
    <dgm:pt modelId="{271E5223-AB12-1B4C-A14B-2651E106E72D}" type="pres">
      <dgm:prSet presAssocID="{AEE77570-AE42-714F-8DD7-A34282DCB17F}" presName="background4" presStyleLbl="node4" presStyleIdx="10" presStyleCnt="34"/>
      <dgm:spPr/>
    </dgm:pt>
    <dgm:pt modelId="{76A29230-8492-F74F-98A8-E46503B59050}" type="pres">
      <dgm:prSet presAssocID="{AEE77570-AE42-714F-8DD7-A34282DCB17F}" presName="text4" presStyleLbl="fgAcc4" presStyleIdx="10" presStyleCnt="34">
        <dgm:presLayoutVars>
          <dgm:chPref val="3"/>
        </dgm:presLayoutVars>
      </dgm:prSet>
      <dgm:spPr/>
    </dgm:pt>
    <dgm:pt modelId="{6AB12047-EFC6-134B-B526-EF96DE4030CB}" type="pres">
      <dgm:prSet presAssocID="{AEE77570-AE42-714F-8DD7-A34282DCB17F}" presName="hierChild5" presStyleCnt="0"/>
      <dgm:spPr/>
    </dgm:pt>
    <dgm:pt modelId="{5CB31B9D-90B5-5A4D-873E-7F76DC5CD46B}" type="pres">
      <dgm:prSet presAssocID="{A2B467C4-E8F9-2542-A961-904611D91C43}" presName="Name23" presStyleLbl="parChTrans1D4" presStyleIdx="11" presStyleCnt="34"/>
      <dgm:spPr/>
    </dgm:pt>
    <dgm:pt modelId="{D2352C8D-D5C6-2246-BC7C-9C24C1C0C1CA}" type="pres">
      <dgm:prSet presAssocID="{030705EF-6B93-D241-BECD-7A7131057C2D}" presName="hierRoot4" presStyleCnt="0"/>
      <dgm:spPr/>
    </dgm:pt>
    <dgm:pt modelId="{E52FB3E9-DDE2-8F42-9DD8-DE88AA1FBD0E}" type="pres">
      <dgm:prSet presAssocID="{030705EF-6B93-D241-BECD-7A7131057C2D}" presName="composite4" presStyleCnt="0"/>
      <dgm:spPr/>
    </dgm:pt>
    <dgm:pt modelId="{3659FC3D-0A34-5045-AF75-B28791AF30FC}" type="pres">
      <dgm:prSet presAssocID="{030705EF-6B93-D241-BECD-7A7131057C2D}" presName="background4" presStyleLbl="node4" presStyleIdx="11" presStyleCnt="34"/>
      <dgm:spPr/>
    </dgm:pt>
    <dgm:pt modelId="{C5080583-99E8-6547-9E6D-34742D2C58A5}" type="pres">
      <dgm:prSet presAssocID="{030705EF-6B93-D241-BECD-7A7131057C2D}" presName="text4" presStyleLbl="fgAcc4" presStyleIdx="11" presStyleCnt="34">
        <dgm:presLayoutVars>
          <dgm:chPref val="3"/>
        </dgm:presLayoutVars>
      </dgm:prSet>
      <dgm:spPr/>
    </dgm:pt>
    <dgm:pt modelId="{F70CCB32-C408-7747-A336-1C8C128196A4}" type="pres">
      <dgm:prSet presAssocID="{030705EF-6B93-D241-BECD-7A7131057C2D}" presName="hierChild5" presStyleCnt="0"/>
      <dgm:spPr/>
    </dgm:pt>
    <dgm:pt modelId="{D44EBF56-3AE8-A54A-BE90-97B9B3286E92}" type="pres">
      <dgm:prSet presAssocID="{AF6F88F9-8759-ED44-9FE9-B55E8A69AF0C}" presName="Name10" presStyleLbl="parChTrans1D2" presStyleIdx="2" presStyleCnt="7"/>
      <dgm:spPr/>
    </dgm:pt>
    <dgm:pt modelId="{9C545824-D903-C74E-8F41-2EDBA2CBACCD}" type="pres">
      <dgm:prSet presAssocID="{E056F78A-979D-F746-926D-73B65E3A21F9}" presName="hierRoot2" presStyleCnt="0"/>
      <dgm:spPr/>
    </dgm:pt>
    <dgm:pt modelId="{0C4F532D-55D9-E246-943A-98FF0A37885E}" type="pres">
      <dgm:prSet presAssocID="{E056F78A-979D-F746-926D-73B65E3A21F9}" presName="composite2" presStyleCnt="0"/>
      <dgm:spPr/>
    </dgm:pt>
    <dgm:pt modelId="{ED8980AD-7D3A-3D48-B8C5-48A08974E23A}" type="pres">
      <dgm:prSet presAssocID="{E056F78A-979D-F746-926D-73B65E3A21F9}" presName="background2" presStyleLbl="node2" presStyleIdx="2" presStyleCnt="7"/>
      <dgm:spPr/>
    </dgm:pt>
    <dgm:pt modelId="{0D5C3511-6B99-6442-8094-27E2AE4FBC3F}" type="pres">
      <dgm:prSet presAssocID="{E056F78A-979D-F746-926D-73B65E3A21F9}" presName="text2" presStyleLbl="fgAcc2" presStyleIdx="2" presStyleCnt="7">
        <dgm:presLayoutVars>
          <dgm:chPref val="3"/>
        </dgm:presLayoutVars>
      </dgm:prSet>
      <dgm:spPr/>
    </dgm:pt>
    <dgm:pt modelId="{2FD345D6-3806-AC4D-AC31-5298882F0B3F}" type="pres">
      <dgm:prSet presAssocID="{E056F78A-979D-F746-926D-73B65E3A21F9}" presName="hierChild3" presStyleCnt="0"/>
      <dgm:spPr/>
    </dgm:pt>
    <dgm:pt modelId="{B06B1196-168F-1B46-8910-9E6D5CA16392}" type="pres">
      <dgm:prSet presAssocID="{89BDD228-AF51-5D42-B9F3-70023983C29D}" presName="Name17" presStyleLbl="parChTrans1D3" presStyleIdx="2" presStyleCnt="7"/>
      <dgm:spPr/>
    </dgm:pt>
    <dgm:pt modelId="{E6DAC129-5601-B24A-A481-A7711BC95BE0}" type="pres">
      <dgm:prSet presAssocID="{AB78452F-CCE9-3943-8ABC-345AE4D31308}" presName="hierRoot3" presStyleCnt="0"/>
      <dgm:spPr/>
    </dgm:pt>
    <dgm:pt modelId="{809BF073-BB9F-C144-9F85-11AE3F8E964C}" type="pres">
      <dgm:prSet presAssocID="{AB78452F-CCE9-3943-8ABC-345AE4D31308}" presName="composite3" presStyleCnt="0"/>
      <dgm:spPr/>
    </dgm:pt>
    <dgm:pt modelId="{9951ACD9-8C90-E14E-8776-D590AF9D1A94}" type="pres">
      <dgm:prSet presAssocID="{AB78452F-CCE9-3943-8ABC-345AE4D31308}" presName="background3" presStyleLbl="node3" presStyleIdx="2" presStyleCnt="7"/>
      <dgm:spPr/>
    </dgm:pt>
    <dgm:pt modelId="{A3045D26-ACC7-664C-948A-59C20FC5103F}" type="pres">
      <dgm:prSet presAssocID="{AB78452F-CCE9-3943-8ABC-345AE4D31308}" presName="text3" presStyleLbl="fgAcc3" presStyleIdx="2" presStyleCnt="7">
        <dgm:presLayoutVars>
          <dgm:chPref val="3"/>
        </dgm:presLayoutVars>
      </dgm:prSet>
      <dgm:spPr/>
    </dgm:pt>
    <dgm:pt modelId="{1FE1A0DA-B2F7-AF4A-9B00-62A527B45CF7}" type="pres">
      <dgm:prSet presAssocID="{AB78452F-CCE9-3943-8ABC-345AE4D31308}" presName="hierChild4" presStyleCnt="0"/>
      <dgm:spPr/>
    </dgm:pt>
    <dgm:pt modelId="{9EE5B9BB-327E-9F48-B943-02E3D5C88655}" type="pres">
      <dgm:prSet presAssocID="{228C2525-1DA7-6141-A400-7B4722E07A93}" presName="Name23" presStyleLbl="parChTrans1D4" presStyleIdx="12" presStyleCnt="34"/>
      <dgm:spPr/>
    </dgm:pt>
    <dgm:pt modelId="{302B84E7-E571-6C44-82AC-8849D9136889}" type="pres">
      <dgm:prSet presAssocID="{EAA11710-CBEF-A141-BC21-D42BC9D024E2}" presName="hierRoot4" presStyleCnt="0"/>
      <dgm:spPr/>
    </dgm:pt>
    <dgm:pt modelId="{8904EC8A-9ECD-D54B-A26B-7BF0847F8E57}" type="pres">
      <dgm:prSet presAssocID="{EAA11710-CBEF-A141-BC21-D42BC9D024E2}" presName="composite4" presStyleCnt="0"/>
      <dgm:spPr/>
    </dgm:pt>
    <dgm:pt modelId="{0161EFCE-147E-5E4D-AC7A-B4DE1D17FF7D}" type="pres">
      <dgm:prSet presAssocID="{EAA11710-CBEF-A141-BC21-D42BC9D024E2}" presName="background4" presStyleLbl="node4" presStyleIdx="12" presStyleCnt="34"/>
      <dgm:spPr/>
    </dgm:pt>
    <dgm:pt modelId="{2957C0AE-CAB0-F049-90A7-D7120B101A55}" type="pres">
      <dgm:prSet presAssocID="{EAA11710-CBEF-A141-BC21-D42BC9D024E2}" presName="text4" presStyleLbl="fgAcc4" presStyleIdx="12" presStyleCnt="34">
        <dgm:presLayoutVars>
          <dgm:chPref val="3"/>
        </dgm:presLayoutVars>
      </dgm:prSet>
      <dgm:spPr/>
    </dgm:pt>
    <dgm:pt modelId="{3341D591-58C6-CB47-A834-E888739C66BA}" type="pres">
      <dgm:prSet presAssocID="{EAA11710-CBEF-A141-BC21-D42BC9D024E2}" presName="hierChild5" presStyleCnt="0"/>
      <dgm:spPr/>
    </dgm:pt>
    <dgm:pt modelId="{68297C0D-59C4-6C47-A962-C76CCAD6ACA6}" type="pres">
      <dgm:prSet presAssocID="{1C489095-D1D0-4249-8363-FD713E1CB80C}" presName="Name23" presStyleLbl="parChTrans1D4" presStyleIdx="13" presStyleCnt="34"/>
      <dgm:spPr/>
    </dgm:pt>
    <dgm:pt modelId="{A224E278-CB65-0044-A0D9-C30EADEA746C}" type="pres">
      <dgm:prSet presAssocID="{9138D8AC-889A-0D4E-8FB5-BD1CEB70826E}" presName="hierRoot4" presStyleCnt="0"/>
      <dgm:spPr/>
    </dgm:pt>
    <dgm:pt modelId="{A07D2B00-D950-884F-B2F1-675A06A596EB}" type="pres">
      <dgm:prSet presAssocID="{9138D8AC-889A-0D4E-8FB5-BD1CEB70826E}" presName="composite4" presStyleCnt="0"/>
      <dgm:spPr/>
    </dgm:pt>
    <dgm:pt modelId="{ACB3B3D7-DAEE-BF4B-B7A2-407D85333A89}" type="pres">
      <dgm:prSet presAssocID="{9138D8AC-889A-0D4E-8FB5-BD1CEB70826E}" presName="background4" presStyleLbl="node4" presStyleIdx="13" presStyleCnt="34"/>
      <dgm:spPr/>
    </dgm:pt>
    <dgm:pt modelId="{D36DD7F5-ECE7-384F-9F42-063B329970F8}" type="pres">
      <dgm:prSet presAssocID="{9138D8AC-889A-0D4E-8FB5-BD1CEB70826E}" presName="text4" presStyleLbl="fgAcc4" presStyleIdx="13" presStyleCnt="34">
        <dgm:presLayoutVars>
          <dgm:chPref val="3"/>
        </dgm:presLayoutVars>
      </dgm:prSet>
      <dgm:spPr/>
    </dgm:pt>
    <dgm:pt modelId="{A189D999-CD15-484F-8316-F50FD53F4C96}" type="pres">
      <dgm:prSet presAssocID="{9138D8AC-889A-0D4E-8FB5-BD1CEB70826E}" presName="hierChild5" presStyleCnt="0"/>
      <dgm:spPr/>
    </dgm:pt>
    <dgm:pt modelId="{F03B8B07-BCBC-0145-A2ED-E40F25D4B270}" type="pres">
      <dgm:prSet presAssocID="{6295B4AB-B63F-374C-BE12-59BBB40091DF}" presName="Name23" presStyleLbl="parChTrans1D4" presStyleIdx="14" presStyleCnt="34"/>
      <dgm:spPr/>
    </dgm:pt>
    <dgm:pt modelId="{C7496556-0E98-3F43-B91F-875F60385601}" type="pres">
      <dgm:prSet presAssocID="{D65A8B25-002A-074E-A6AB-084E9096502C}" presName="hierRoot4" presStyleCnt="0"/>
      <dgm:spPr/>
    </dgm:pt>
    <dgm:pt modelId="{8193CDB8-C01D-0E41-83CF-7BB1BFBC876E}" type="pres">
      <dgm:prSet presAssocID="{D65A8B25-002A-074E-A6AB-084E9096502C}" presName="composite4" presStyleCnt="0"/>
      <dgm:spPr/>
    </dgm:pt>
    <dgm:pt modelId="{762B9EE6-18BA-8941-A47B-9FF2BC2E8766}" type="pres">
      <dgm:prSet presAssocID="{D65A8B25-002A-074E-A6AB-084E9096502C}" presName="background4" presStyleLbl="node4" presStyleIdx="14" presStyleCnt="34"/>
      <dgm:spPr/>
    </dgm:pt>
    <dgm:pt modelId="{7BE01791-D150-C84B-9F09-6EC847280CA4}" type="pres">
      <dgm:prSet presAssocID="{D65A8B25-002A-074E-A6AB-084E9096502C}" presName="text4" presStyleLbl="fgAcc4" presStyleIdx="14" presStyleCnt="34">
        <dgm:presLayoutVars>
          <dgm:chPref val="3"/>
        </dgm:presLayoutVars>
      </dgm:prSet>
      <dgm:spPr/>
    </dgm:pt>
    <dgm:pt modelId="{54FBA86D-F8D6-D045-AF60-8D231F2C51F3}" type="pres">
      <dgm:prSet presAssocID="{D65A8B25-002A-074E-A6AB-084E9096502C}" presName="hierChild5" presStyleCnt="0"/>
      <dgm:spPr/>
    </dgm:pt>
    <dgm:pt modelId="{1D79D097-6C93-194E-ABE0-E0B4303331E5}" type="pres">
      <dgm:prSet presAssocID="{B55FB182-6AA5-0A4E-82BC-D07468629FFB}" presName="Name23" presStyleLbl="parChTrans1D4" presStyleIdx="15" presStyleCnt="34"/>
      <dgm:spPr/>
    </dgm:pt>
    <dgm:pt modelId="{C6C06A0D-D113-5A47-9276-B8468EF306C2}" type="pres">
      <dgm:prSet presAssocID="{CF857E17-267E-714E-B7E4-D1CC392C7A5F}" presName="hierRoot4" presStyleCnt="0"/>
      <dgm:spPr/>
    </dgm:pt>
    <dgm:pt modelId="{9061E356-D638-EF47-84E7-FD1639C3D1DC}" type="pres">
      <dgm:prSet presAssocID="{CF857E17-267E-714E-B7E4-D1CC392C7A5F}" presName="composite4" presStyleCnt="0"/>
      <dgm:spPr/>
    </dgm:pt>
    <dgm:pt modelId="{098C12EB-422C-0646-AE06-C5AA2EFDDEBA}" type="pres">
      <dgm:prSet presAssocID="{CF857E17-267E-714E-B7E4-D1CC392C7A5F}" presName="background4" presStyleLbl="node4" presStyleIdx="15" presStyleCnt="34"/>
      <dgm:spPr/>
    </dgm:pt>
    <dgm:pt modelId="{1C5553E5-CF03-E04C-A3EF-B7BB21F66EF8}" type="pres">
      <dgm:prSet presAssocID="{CF857E17-267E-714E-B7E4-D1CC392C7A5F}" presName="text4" presStyleLbl="fgAcc4" presStyleIdx="15" presStyleCnt="34">
        <dgm:presLayoutVars>
          <dgm:chPref val="3"/>
        </dgm:presLayoutVars>
      </dgm:prSet>
      <dgm:spPr/>
    </dgm:pt>
    <dgm:pt modelId="{620AE09B-4E0B-034B-8652-CA10715D85AA}" type="pres">
      <dgm:prSet presAssocID="{CF857E17-267E-714E-B7E4-D1CC392C7A5F}" presName="hierChild5" presStyleCnt="0"/>
      <dgm:spPr/>
    </dgm:pt>
    <dgm:pt modelId="{D1C8A2E8-178B-3246-A1ED-86E3B821F21B}" type="pres">
      <dgm:prSet presAssocID="{55AE0831-F6EA-1840-AD82-5DFA14A355B7}" presName="Name23" presStyleLbl="parChTrans1D4" presStyleIdx="16" presStyleCnt="34"/>
      <dgm:spPr/>
    </dgm:pt>
    <dgm:pt modelId="{E12EAFBC-4897-234E-B6B7-0474B5323AF4}" type="pres">
      <dgm:prSet presAssocID="{87BABC8E-D963-F94D-940B-957AA8BDC8DE}" presName="hierRoot4" presStyleCnt="0"/>
      <dgm:spPr/>
    </dgm:pt>
    <dgm:pt modelId="{6CA7477B-E286-184E-B6B9-3EC775BFFA4A}" type="pres">
      <dgm:prSet presAssocID="{87BABC8E-D963-F94D-940B-957AA8BDC8DE}" presName="composite4" presStyleCnt="0"/>
      <dgm:spPr/>
    </dgm:pt>
    <dgm:pt modelId="{FB99A7A0-8C57-CA46-9745-01C8413CBF89}" type="pres">
      <dgm:prSet presAssocID="{87BABC8E-D963-F94D-940B-957AA8BDC8DE}" presName="background4" presStyleLbl="node4" presStyleIdx="16" presStyleCnt="34"/>
      <dgm:spPr/>
    </dgm:pt>
    <dgm:pt modelId="{F0E5F2CB-93B2-4345-95E2-8E37741E8F3E}" type="pres">
      <dgm:prSet presAssocID="{87BABC8E-D963-F94D-940B-957AA8BDC8DE}" presName="text4" presStyleLbl="fgAcc4" presStyleIdx="16" presStyleCnt="34">
        <dgm:presLayoutVars>
          <dgm:chPref val="3"/>
        </dgm:presLayoutVars>
      </dgm:prSet>
      <dgm:spPr/>
    </dgm:pt>
    <dgm:pt modelId="{408ECA80-FB8D-8447-BC8D-7F543A3F1FA7}" type="pres">
      <dgm:prSet presAssocID="{87BABC8E-D963-F94D-940B-957AA8BDC8DE}" presName="hierChild5" presStyleCnt="0"/>
      <dgm:spPr/>
    </dgm:pt>
    <dgm:pt modelId="{2E544DB8-59FA-EE44-BF2D-887EF741966C}" type="pres">
      <dgm:prSet presAssocID="{EC5B9F5A-376C-5A46-8E78-444B41DDC04F}" presName="Name10" presStyleLbl="parChTrans1D2" presStyleIdx="3" presStyleCnt="7"/>
      <dgm:spPr/>
    </dgm:pt>
    <dgm:pt modelId="{28D84409-6D3D-4B4C-99B3-195C7377F738}" type="pres">
      <dgm:prSet presAssocID="{D93D9678-3466-9F4B-BD00-87FFB7E8A0DD}" presName="hierRoot2" presStyleCnt="0"/>
      <dgm:spPr/>
    </dgm:pt>
    <dgm:pt modelId="{770AFFF6-458C-6345-9B36-C709871C0C18}" type="pres">
      <dgm:prSet presAssocID="{D93D9678-3466-9F4B-BD00-87FFB7E8A0DD}" presName="composite2" presStyleCnt="0"/>
      <dgm:spPr/>
    </dgm:pt>
    <dgm:pt modelId="{393CFEF9-CEFE-F145-B245-7B33755F7BE7}" type="pres">
      <dgm:prSet presAssocID="{D93D9678-3466-9F4B-BD00-87FFB7E8A0DD}" presName="background2" presStyleLbl="node2" presStyleIdx="3" presStyleCnt="7"/>
      <dgm:spPr/>
    </dgm:pt>
    <dgm:pt modelId="{A5C49392-95CE-754B-A453-56B8F4ED2F3F}" type="pres">
      <dgm:prSet presAssocID="{D93D9678-3466-9F4B-BD00-87FFB7E8A0DD}" presName="text2" presStyleLbl="fgAcc2" presStyleIdx="3" presStyleCnt="7">
        <dgm:presLayoutVars>
          <dgm:chPref val="3"/>
        </dgm:presLayoutVars>
      </dgm:prSet>
      <dgm:spPr/>
    </dgm:pt>
    <dgm:pt modelId="{85A69087-1B78-2E4C-8014-ADA57EA2C427}" type="pres">
      <dgm:prSet presAssocID="{D93D9678-3466-9F4B-BD00-87FFB7E8A0DD}" presName="hierChild3" presStyleCnt="0"/>
      <dgm:spPr/>
    </dgm:pt>
    <dgm:pt modelId="{7C3E313D-9765-D749-AAF8-412382A7ABBC}" type="pres">
      <dgm:prSet presAssocID="{F1E53A3F-053C-8440-AF20-E003F5DA1194}" presName="Name17" presStyleLbl="parChTrans1D3" presStyleIdx="3" presStyleCnt="7"/>
      <dgm:spPr/>
    </dgm:pt>
    <dgm:pt modelId="{7DA1B241-1D02-494A-85C4-3F1D982832F6}" type="pres">
      <dgm:prSet presAssocID="{79FC9D91-0D20-4A4F-A391-2F7A2B250A66}" presName="hierRoot3" presStyleCnt="0"/>
      <dgm:spPr/>
    </dgm:pt>
    <dgm:pt modelId="{0FD279A8-1F49-DF4A-BBCE-4F55EA7E54B1}" type="pres">
      <dgm:prSet presAssocID="{79FC9D91-0D20-4A4F-A391-2F7A2B250A66}" presName="composite3" presStyleCnt="0"/>
      <dgm:spPr/>
    </dgm:pt>
    <dgm:pt modelId="{B6DD22EB-F6CB-4744-B3CF-744736774223}" type="pres">
      <dgm:prSet presAssocID="{79FC9D91-0D20-4A4F-A391-2F7A2B250A66}" presName="background3" presStyleLbl="node3" presStyleIdx="3" presStyleCnt="7"/>
      <dgm:spPr/>
    </dgm:pt>
    <dgm:pt modelId="{5B9731A1-DC29-DF41-B179-D13626A8C6C9}" type="pres">
      <dgm:prSet presAssocID="{79FC9D91-0D20-4A4F-A391-2F7A2B250A66}" presName="text3" presStyleLbl="fgAcc3" presStyleIdx="3" presStyleCnt="7">
        <dgm:presLayoutVars>
          <dgm:chPref val="3"/>
        </dgm:presLayoutVars>
      </dgm:prSet>
      <dgm:spPr/>
    </dgm:pt>
    <dgm:pt modelId="{ABD6E4E5-4E7B-C94F-A409-06358C432686}" type="pres">
      <dgm:prSet presAssocID="{79FC9D91-0D20-4A4F-A391-2F7A2B250A66}" presName="hierChild4" presStyleCnt="0"/>
      <dgm:spPr/>
    </dgm:pt>
    <dgm:pt modelId="{7EBEFFF3-4DE5-074C-AF73-F0BE1FCCC075}" type="pres">
      <dgm:prSet presAssocID="{FF9DC2F6-E164-4147-B141-1F58BA450245}" presName="Name23" presStyleLbl="parChTrans1D4" presStyleIdx="17" presStyleCnt="34"/>
      <dgm:spPr/>
    </dgm:pt>
    <dgm:pt modelId="{E6A96D36-70B3-A540-8EAF-32689713D5CE}" type="pres">
      <dgm:prSet presAssocID="{B78B6B39-914D-7D44-AD69-3D93D06F742C}" presName="hierRoot4" presStyleCnt="0"/>
      <dgm:spPr/>
    </dgm:pt>
    <dgm:pt modelId="{19E046BE-8818-9C4C-8B3C-78ABBC203890}" type="pres">
      <dgm:prSet presAssocID="{B78B6B39-914D-7D44-AD69-3D93D06F742C}" presName="composite4" presStyleCnt="0"/>
      <dgm:spPr/>
    </dgm:pt>
    <dgm:pt modelId="{0FDAB9E5-3ECA-2F46-88B8-025CE911AD05}" type="pres">
      <dgm:prSet presAssocID="{B78B6B39-914D-7D44-AD69-3D93D06F742C}" presName="background4" presStyleLbl="node4" presStyleIdx="17" presStyleCnt="34"/>
      <dgm:spPr/>
    </dgm:pt>
    <dgm:pt modelId="{B458862F-35DB-A449-8BBA-E8514413A9D2}" type="pres">
      <dgm:prSet presAssocID="{B78B6B39-914D-7D44-AD69-3D93D06F742C}" presName="text4" presStyleLbl="fgAcc4" presStyleIdx="17" presStyleCnt="34">
        <dgm:presLayoutVars>
          <dgm:chPref val="3"/>
        </dgm:presLayoutVars>
      </dgm:prSet>
      <dgm:spPr/>
    </dgm:pt>
    <dgm:pt modelId="{3C555C6C-E18B-F14D-A268-A9B1D2D67057}" type="pres">
      <dgm:prSet presAssocID="{B78B6B39-914D-7D44-AD69-3D93D06F742C}" presName="hierChild5" presStyleCnt="0"/>
      <dgm:spPr/>
    </dgm:pt>
    <dgm:pt modelId="{86999DAD-D30E-884F-BDFD-43AA26BAB8D6}" type="pres">
      <dgm:prSet presAssocID="{83F8D2E3-7165-6B41-9C89-100DA167CDB7}" presName="Name23" presStyleLbl="parChTrans1D4" presStyleIdx="18" presStyleCnt="34"/>
      <dgm:spPr/>
    </dgm:pt>
    <dgm:pt modelId="{45CAA1F7-F464-4B44-9A34-5A3D442158F9}" type="pres">
      <dgm:prSet presAssocID="{88DA90FB-03CE-F446-BE39-0DE27D648BC2}" presName="hierRoot4" presStyleCnt="0"/>
      <dgm:spPr/>
    </dgm:pt>
    <dgm:pt modelId="{04A58281-A521-EF4B-810E-39EE333BCA6F}" type="pres">
      <dgm:prSet presAssocID="{88DA90FB-03CE-F446-BE39-0DE27D648BC2}" presName="composite4" presStyleCnt="0"/>
      <dgm:spPr/>
    </dgm:pt>
    <dgm:pt modelId="{28C08DDE-62C1-BC4F-9AAA-266393BB558D}" type="pres">
      <dgm:prSet presAssocID="{88DA90FB-03CE-F446-BE39-0DE27D648BC2}" presName="background4" presStyleLbl="node4" presStyleIdx="18" presStyleCnt="34"/>
      <dgm:spPr/>
    </dgm:pt>
    <dgm:pt modelId="{67F6DF39-E669-A242-9D48-1C789B4F9E72}" type="pres">
      <dgm:prSet presAssocID="{88DA90FB-03CE-F446-BE39-0DE27D648BC2}" presName="text4" presStyleLbl="fgAcc4" presStyleIdx="18" presStyleCnt="34">
        <dgm:presLayoutVars>
          <dgm:chPref val="3"/>
        </dgm:presLayoutVars>
      </dgm:prSet>
      <dgm:spPr/>
    </dgm:pt>
    <dgm:pt modelId="{40CFD1B5-C6CC-9B4F-B12E-8F93BF181953}" type="pres">
      <dgm:prSet presAssocID="{88DA90FB-03CE-F446-BE39-0DE27D648BC2}" presName="hierChild5" presStyleCnt="0"/>
      <dgm:spPr/>
    </dgm:pt>
    <dgm:pt modelId="{2802E2B3-0BF4-9F47-A6EA-E8E14FCCCAD3}" type="pres">
      <dgm:prSet presAssocID="{EC2D8DAF-CD00-E244-A7AA-B7EBC94FB0D1}" presName="Name23" presStyleLbl="parChTrans1D4" presStyleIdx="19" presStyleCnt="34"/>
      <dgm:spPr/>
    </dgm:pt>
    <dgm:pt modelId="{4376D9F8-FB78-2948-891B-111F371736AA}" type="pres">
      <dgm:prSet presAssocID="{A0E0ADC1-081E-BC40-BA0A-3BB313110F1D}" presName="hierRoot4" presStyleCnt="0"/>
      <dgm:spPr/>
    </dgm:pt>
    <dgm:pt modelId="{F40D3555-18BE-2E4C-8BDC-77E951549079}" type="pres">
      <dgm:prSet presAssocID="{A0E0ADC1-081E-BC40-BA0A-3BB313110F1D}" presName="composite4" presStyleCnt="0"/>
      <dgm:spPr/>
    </dgm:pt>
    <dgm:pt modelId="{841B219F-2EB1-4541-8644-CCE4847DF61C}" type="pres">
      <dgm:prSet presAssocID="{A0E0ADC1-081E-BC40-BA0A-3BB313110F1D}" presName="background4" presStyleLbl="node4" presStyleIdx="19" presStyleCnt="34"/>
      <dgm:spPr/>
    </dgm:pt>
    <dgm:pt modelId="{3694E37D-12AE-804D-9C3E-DA7F4FFFF4FA}" type="pres">
      <dgm:prSet presAssocID="{A0E0ADC1-081E-BC40-BA0A-3BB313110F1D}" presName="text4" presStyleLbl="fgAcc4" presStyleIdx="19" presStyleCnt="34">
        <dgm:presLayoutVars>
          <dgm:chPref val="3"/>
        </dgm:presLayoutVars>
      </dgm:prSet>
      <dgm:spPr/>
    </dgm:pt>
    <dgm:pt modelId="{53DA7DC4-4DD9-1741-A7CC-B074FBB2990D}" type="pres">
      <dgm:prSet presAssocID="{A0E0ADC1-081E-BC40-BA0A-3BB313110F1D}" presName="hierChild5" presStyleCnt="0"/>
      <dgm:spPr/>
    </dgm:pt>
    <dgm:pt modelId="{37BD2805-0008-2948-9DC5-7BFB04963381}" type="pres">
      <dgm:prSet presAssocID="{5C9A9F01-6A4D-DE41-AF17-FE908FF5B5EF}" presName="Name23" presStyleLbl="parChTrans1D4" presStyleIdx="20" presStyleCnt="34"/>
      <dgm:spPr/>
    </dgm:pt>
    <dgm:pt modelId="{B5CDCE98-8B04-0848-A807-BDFFED5DC837}" type="pres">
      <dgm:prSet presAssocID="{8CCB2AEB-309E-AF4E-88E3-82D0DF6A8443}" presName="hierRoot4" presStyleCnt="0"/>
      <dgm:spPr/>
    </dgm:pt>
    <dgm:pt modelId="{04D8F5D6-86A2-0642-91C7-51D8A5F0379F}" type="pres">
      <dgm:prSet presAssocID="{8CCB2AEB-309E-AF4E-88E3-82D0DF6A8443}" presName="composite4" presStyleCnt="0"/>
      <dgm:spPr/>
    </dgm:pt>
    <dgm:pt modelId="{6E47DB7F-1500-D34B-A181-4773592F37A9}" type="pres">
      <dgm:prSet presAssocID="{8CCB2AEB-309E-AF4E-88E3-82D0DF6A8443}" presName="background4" presStyleLbl="node4" presStyleIdx="20" presStyleCnt="34"/>
      <dgm:spPr/>
    </dgm:pt>
    <dgm:pt modelId="{68925B57-BEA9-A14B-95C5-5641AE370AE5}" type="pres">
      <dgm:prSet presAssocID="{8CCB2AEB-309E-AF4E-88E3-82D0DF6A8443}" presName="text4" presStyleLbl="fgAcc4" presStyleIdx="20" presStyleCnt="34">
        <dgm:presLayoutVars>
          <dgm:chPref val="3"/>
        </dgm:presLayoutVars>
      </dgm:prSet>
      <dgm:spPr/>
    </dgm:pt>
    <dgm:pt modelId="{539D0274-2B34-E945-9F91-C379A9DB1DB6}" type="pres">
      <dgm:prSet presAssocID="{8CCB2AEB-309E-AF4E-88E3-82D0DF6A8443}" presName="hierChild5" presStyleCnt="0"/>
      <dgm:spPr/>
    </dgm:pt>
    <dgm:pt modelId="{FFA2C39A-B287-2B45-98FF-F4CBBEAD9CB9}" type="pres">
      <dgm:prSet presAssocID="{5E6942E0-31BF-3548-A9A2-A6616B5423C0}" presName="Name23" presStyleLbl="parChTrans1D4" presStyleIdx="21" presStyleCnt="34"/>
      <dgm:spPr/>
    </dgm:pt>
    <dgm:pt modelId="{19EA907A-DBB4-CD43-A78D-72B7263CFBAA}" type="pres">
      <dgm:prSet presAssocID="{F2F5C86E-061E-B44B-9713-AC99D97427C1}" presName="hierRoot4" presStyleCnt="0"/>
      <dgm:spPr/>
    </dgm:pt>
    <dgm:pt modelId="{D90FC1C1-EBD3-3448-84E0-5C939C003CDB}" type="pres">
      <dgm:prSet presAssocID="{F2F5C86E-061E-B44B-9713-AC99D97427C1}" presName="composite4" presStyleCnt="0"/>
      <dgm:spPr/>
    </dgm:pt>
    <dgm:pt modelId="{82225A2B-ABAD-4B47-A4A8-588D00BF8A2A}" type="pres">
      <dgm:prSet presAssocID="{F2F5C86E-061E-B44B-9713-AC99D97427C1}" presName="background4" presStyleLbl="node4" presStyleIdx="21" presStyleCnt="34"/>
      <dgm:spPr/>
    </dgm:pt>
    <dgm:pt modelId="{6799FC78-CB28-9E4A-B6EC-748E7B8445C9}" type="pres">
      <dgm:prSet presAssocID="{F2F5C86E-061E-B44B-9713-AC99D97427C1}" presName="text4" presStyleLbl="fgAcc4" presStyleIdx="21" presStyleCnt="34">
        <dgm:presLayoutVars>
          <dgm:chPref val="3"/>
        </dgm:presLayoutVars>
      </dgm:prSet>
      <dgm:spPr/>
    </dgm:pt>
    <dgm:pt modelId="{95EB0FAA-A949-7E44-9AE6-38FE1079D5CA}" type="pres">
      <dgm:prSet presAssocID="{F2F5C86E-061E-B44B-9713-AC99D97427C1}" presName="hierChild5" presStyleCnt="0"/>
      <dgm:spPr/>
    </dgm:pt>
    <dgm:pt modelId="{C52BB388-7FD1-4246-A9AD-16E3D9977B16}" type="pres">
      <dgm:prSet presAssocID="{8F5351FB-1E6D-5747-BA8F-AF1AA70A8B46}" presName="Name10" presStyleLbl="parChTrans1D2" presStyleIdx="4" presStyleCnt="7"/>
      <dgm:spPr/>
    </dgm:pt>
    <dgm:pt modelId="{B2034932-E3F9-A746-9A79-C1A4B32E4313}" type="pres">
      <dgm:prSet presAssocID="{C7D68C44-CAF2-CD45-B970-D657BE2C183C}" presName="hierRoot2" presStyleCnt="0"/>
      <dgm:spPr/>
    </dgm:pt>
    <dgm:pt modelId="{E7B5DFFB-41EB-BE48-8CE8-76E48BB8CD9A}" type="pres">
      <dgm:prSet presAssocID="{C7D68C44-CAF2-CD45-B970-D657BE2C183C}" presName="composite2" presStyleCnt="0"/>
      <dgm:spPr/>
    </dgm:pt>
    <dgm:pt modelId="{7631241B-39F3-6B43-9458-FCC7EB9700A9}" type="pres">
      <dgm:prSet presAssocID="{C7D68C44-CAF2-CD45-B970-D657BE2C183C}" presName="background2" presStyleLbl="node2" presStyleIdx="4" presStyleCnt="7"/>
      <dgm:spPr/>
    </dgm:pt>
    <dgm:pt modelId="{4232BADD-8274-4246-BAED-3695444F0FC3}" type="pres">
      <dgm:prSet presAssocID="{C7D68C44-CAF2-CD45-B970-D657BE2C183C}" presName="text2" presStyleLbl="fgAcc2" presStyleIdx="4" presStyleCnt="7">
        <dgm:presLayoutVars>
          <dgm:chPref val="3"/>
        </dgm:presLayoutVars>
      </dgm:prSet>
      <dgm:spPr/>
    </dgm:pt>
    <dgm:pt modelId="{3A259756-3FD3-E144-8424-1B21D4BBB4F4}" type="pres">
      <dgm:prSet presAssocID="{C7D68C44-CAF2-CD45-B970-D657BE2C183C}" presName="hierChild3" presStyleCnt="0"/>
      <dgm:spPr/>
    </dgm:pt>
    <dgm:pt modelId="{140BCAA8-585C-8F42-916C-CFAB189693D8}" type="pres">
      <dgm:prSet presAssocID="{9560EF61-A313-A448-B1ED-769EC6C73388}" presName="Name17" presStyleLbl="parChTrans1D3" presStyleIdx="4" presStyleCnt="7"/>
      <dgm:spPr/>
    </dgm:pt>
    <dgm:pt modelId="{8AED99C6-B1B7-BB44-8A0A-8BE67E887BE6}" type="pres">
      <dgm:prSet presAssocID="{0C2AE71F-C64E-CD48-A395-7EB1B4B2D880}" presName="hierRoot3" presStyleCnt="0"/>
      <dgm:spPr/>
    </dgm:pt>
    <dgm:pt modelId="{A3A4B1B6-1267-F346-9F33-5F11CC38C9DD}" type="pres">
      <dgm:prSet presAssocID="{0C2AE71F-C64E-CD48-A395-7EB1B4B2D880}" presName="composite3" presStyleCnt="0"/>
      <dgm:spPr/>
    </dgm:pt>
    <dgm:pt modelId="{D04A270E-2DED-C643-BA03-DEEABF204EAC}" type="pres">
      <dgm:prSet presAssocID="{0C2AE71F-C64E-CD48-A395-7EB1B4B2D880}" presName="background3" presStyleLbl="node3" presStyleIdx="4" presStyleCnt="7"/>
      <dgm:spPr/>
    </dgm:pt>
    <dgm:pt modelId="{C838DA94-38C8-9144-AEB2-EFA4FEA5ED7E}" type="pres">
      <dgm:prSet presAssocID="{0C2AE71F-C64E-CD48-A395-7EB1B4B2D880}" presName="text3" presStyleLbl="fgAcc3" presStyleIdx="4" presStyleCnt="7">
        <dgm:presLayoutVars>
          <dgm:chPref val="3"/>
        </dgm:presLayoutVars>
      </dgm:prSet>
      <dgm:spPr/>
    </dgm:pt>
    <dgm:pt modelId="{06E3C029-37C2-F14B-9687-F0D325654C97}" type="pres">
      <dgm:prSet presAssocID="{0C2AE71F-C64E-CD48-A395-7EB1B4B2D880}" presName="hierChild4" presStyleCnt="0"/>
      <dgm:spPr/>
    </dgm:pt>
    <dgm:pt modelId="{6B2C514A-6074-DC44-BE19-6789BCA6FC18}" type="pres">
      <dgm:prSet presAssocID="{E9CB3490-C333-AF44-991D-A981F0EEE726}" presName="Name23" presStyleLbl="parChTrans1D4" presStyleIdx="22" presStyleCnt="34"/>
      <dgm:spPr/>
    </dgm:pt>
    <dgm:pt modelId="{AD9DCC7A-F2E7-7F49-9984-92973BD1CE32}" type="pres">
      <dgm:prSet presAssocID="{86253F77-018D-5244-95DA-2507959CF1E9}" presName="hierRoot4" presStyleCnt="0"/>
      <dgm:spPr/>
    </dgm:pt>
    <dgm:pt modelId="{D405369E-AD68-5E40-AE1C-F3AABB60FF7C}" type="pres">
      <dgm:prSet presAssocID="{86253F77-018D-5244-95DA-2507959CF1E9}" presName="composite4" presStyleCnt="0"/>
      <dgm:spPr/>
    </dgm:pt>
    <dgm:pt modelId="{E7111C6C-1082-9B44-96AC-7DD911063CE6}" type="pres">
      <dgm:prSet presAssocID="{86253F77-018D-5244-95DA-2507959CF1E9}" presName="background4" presStyleLbl="node4" presStyleIdx="22" presStyleCnt="34"/>
      <dgm:spPr/>
    </dgm:pt>
    <dgm:pt modelId="{D80D516F-DF09-204D-9A4F-B81CD27EC6DB}" type="pres">
      <dgm:prSet presAssocID="{86253F77-018D-5244-95DA-2507959CF1E9}" presName="text4" presStyleLbl="fgAcc4" presStyleIdx="22" presStyleCnt="34">
        <dgm:presLayoutVars>
          <dgm:chPref val="3"/>
        </dgm:presLayoutVars>
      </dgm:prSet>
      <dgm:spPr/>
    </dgm:pt>
    <dgm:pt modelId="{2A4743B7-5588-9B4F-B08E-099F2A52ED4E}" type="pres">
      <dgm:prSet presAssocID="{86253F77-018D-5244-95DA-2507959CF1E9}" presName="hierChild5" presStyleCnt="0"/>
      <dgm:spPr/>
    </dgm:pt>
    <dgm:pt modelId="{19D79C46-8D49-554B-BFFB-9AD9FEED5106}" type="pres">
      <dgm:prSet presAssocID="{B4CCF2F1-DBEB-824A-8AEE-DB6C6C8181D8}" presName="Name23" presStyleLbl="parChTrans1D4" presStyleIdx="23" presStyleCnt="34"/>
      <dgm:spPr/>
    </dgm:pt>
    <dgm:pt modelId="{5C0AD65D-90F0-1744-996F-117E42B684B1}" type="pres">
      <dgm:prSet presAssocID="{9B31E2D9-BDA5-EA40-9537-64C2D85A4725}" presName="hierRoot4" presStyleCnt="0"/>
      <dgm:spPr/>
    </dgm:pt>
    <dgm:pt modelId="{2D935EF5-96CD-6E42-B64C-F0399E5E4446}" type="pres">
      <dgm:prSet presAssocID="{9B31E2D9-BDA5-EA40-9537-64C2D85A4725}" presName="composite4" presStyleCnt="0"/>
      <dgm:spPr/>
    </dgm:pt>
    <dgm:pt modelId="{A046B692-32DC-EE4B-8910-A94310E62901}" type="pres">
      <dgm:prSet presAssocID="{9B31E2D9-BDA5-EA40-9537-64C2D85A4725}" presName="background4" presStyleLbl="node4" presStyleIdx="23" presStyleCnt="34"/>
      <dgm:spPr/>
    </dgm:pt>
    <dgm:pt modelId="{14D642BD-C4F2-F548-8E45-D92C8FCCBAD5}" type="pres">
      <dgm:prSet presAssocID="{9B31E2D9-BDA5-EA40-9537-64C2D85A4725}" presName="text4" presStyleLbl="fgAcc4" presStyleIdx="23" presStyleCnt="34">
        <dgm:presLayoutVars>
          <dgm:chPref val="3"/>
        </dgm:presLayoutVars>
      </dgm:prSet>
      <dgm:spPr/>
    </dgm:pt>
    <dgm:pt modelId="{BF77F9F8-A3A6-EC45-97D9-1633A6207543}" type="pres">
      <dgm:prSet presAssocID="{9B31E2D9-BDA5-EA40-9537-64C2D85A4725}" presName="hierChild5" presStyleCnt="0"/>
      <dgm:spPr/>
    </dgm:pt>
    <dgm:pt modelId="{F57F3144-C10A-224B-A9F1-8C57A30C0454}" type="pres">
      <dgm:prSet presAssocID="{E6DBC307-17C0-924F-98B2-E035A8DB7882}" presName="Name23" presStyleLbl="parChTrans1D4" presStyleIdx="24" presStyleCnt="34"/>
      <dgm:spPr/>
    </dgm:pt>
    <dgm:pt modelId="{09272D60-44D4-FA4B-9FED-E11A6E0255B5}" type="pres">
      <dgm:prSet presAssocID="{75C9AD3F-C9F4-3049-A094-7EE937B33E18}" presName="hierRoot4" presStyleCnt="0"/>
      <dgm:spPr/>
    </dgm:pt>
    <dgm:pt modelId="{D241D1BF-397C-1845-8189-78CE9487B55F}" type="pres">
      <dgm:prSet presAssocID="{75C9AD3F-C9F4-3049-A094-7EE937B33E18}" presName="composite4" presStyleCnt="0"/>
      <dgm:spPr/>
    </dgm:pt>
    <dgm:pt modelId="{E247D4BE-BA3B-7149-B5EF-7F8D463D3438}" type="pres">
      <dgm:prSet presAssocID="{75C9AD3F-C9F4-3049-A094-7EE937B33E18}" presName="background4" presStyleLbl="node4" presStyleIdx="24" presStyleCnt="34"/>
      <dgm:spPr/>
    </dgm:pt>
    <dgm:pt modelId="{3F661340-D7E6-764E-B726-ED9B28203CB0}" type="pres">
      <dgm:prSet presAssocID="{75C9AD3F-C9F4-3049-A094-7EE937B33E18}" presName="text4" presStyleLbl="fgAcc4" presStyleIdx="24" presStyleCnt="34">
        <dgm:presLayoutVars>
          <dgm:chPref val="3"/>
        </dgm:presLayoutVars>
      </dgm:prSet>
      <dgm:spPr/>
    </dgm:pt>
    <dgm:pt modelId="{CFAE9F0B-4691-9F41-BDB1-387742696D44}" type="pres">
      <dgm:prSet presAssocID="{75C9AD3F-C9F4-3049-A094-7EE937B33E18}" presName="hierChild5" presStyleCnt="0"/>
      <dgm:spPr/>
    </dgm:pt>
    <dgm:pt modelId="{5680A9E4-80AE-534F-B6F2-C526A80D1DCB}" type="pres">
      <dgm:prSet presAssocID="{53149346-7F89-1944-A32F-018FBB6770C5}" presName="Name10" presStyleLbl="parChTrans1D2" presStyleIdx="5" presStyleCnt="7"/>
      <dgm:spPr/>
    </dgm:pt>
    <dgm:pt modelId="{3A003965-6BF7-B14F-A99E-C92691C6BDB6}" type="pres">
      <dgm:prSet presAssocID="{1D3A2297-6FC4-BA49-8F2B-8D5302673B5D}" presName="hierRoot2" presStyleCnt="0"/>
      <dgm:spPr/>
    </dgm:pt>
    <dgm:pt modelId="{B29458E8-4E9D-A740-B376-3896EA5D077E}" type="pres">
      <dgm:prSet presAssocID="{1D3A2297-6FC4-BA49-8F2B-8D5302673B5D}" presName="composite2" presStyleCnt="0"/>
      <dgm:spPr/>
    </dgm:pt>
    <dgm:pt modelId="{21C3221B-4B11-E34E-90A0-FA1C2BA1639A}" type="pres">
      <dgm:prSet presAssocID="{1D3A2297-6FC4-BA49-8F2B-8D5302673B5D}" presName="background2" presStyleLbl="node2" presStyleIdx="5" presStyleCnt="7"/>
      <dgm:spPr/>
    </dgm:pt>
    <dgm:pt modelId="{A5713588-D6A6-F242-81DD-322CFB66183B}" type="pres">
      <dgm:prSet presAssocID="{1D3A2297-6FC4-BA49-8F2B-8D5302673B5D}" presName="text2" presStyleLbl="fgAcc2" presStyleIdx="5" presStyleCnt="7">
        <dgm:presLayoutVars>
          <dgm:chPref val="3"/>
        </dgm:presLayoutVars>
      </dgm:prSet>
      <dgm:spPr/>
    </dgm:pt>
    <dgm:pt modelId="{857A2A7F-1A82-F249-88F6-A9BB2601A7EA}" type="pres">
      <dgm:prSet presAssocID="{1D3A2297-6FC4-BA49-8F2B-8D5302673B5D}" presName="hierChild3" presStyleCnt="0"/>
      <dgm:spPr/>
    </dgm:pt>
    <dgm:pt modelId="{FA618B50-4C21-F74B-8396-BFEFB5C20D9A}" type="pres">
      <dgm:prSet presAssocID="{33AA4874-790D-B447-98F3-A966569E5B37}" presName="Name17" presStyleLbl="parChTrans1D3" presStyleIdx="5" presStyleCnt="7"/>
      <dgm:spPr/>
    </dgm:pt>
    <dgm:pt modelId="{DBBCC73E-EFED-7B42-B7BF-9A026EBB4FF7}" type="pres">
      <dgm:prSet presAssocID="{8297D6F8-C994-7841-8891-168C64B763D0}" presName="hierRoot3" presStyleCnt="0"/>
      <dgm:spPr/>
    </dgm:pt>
    <dgm:pt modelId="{AB8CC1D9-A7EC-3D45-BC93-EA1C22534195}" type="pres">
      <dgm:prSet presAssocID="{8297D6F8-C994-7841-8891-168C64B763D0}" presName="composite3" presStyleCnt="0"/>
      <dgm:spPr/>
    </dgm:pt>
    <dgm:pt modelId="{5BFAA1D8-E17F-9A4D-A8E5-249EC6AD0AD2}" type="pres">
      <dgm:prSet presAssocID="{8297D6F8-C994-7841-8891-168C64B763D0}" presName="background3" presStyleLbl="node3" presStyleIdx="5" presStyleCnt="7"/>
      <dgm:spPr/>
    </dgm:pt>
    <dgm:pt modelId="{533DE543-E6C7-634C-8119-6C2C96437C04}" type="pres">
      <dgm:prSet presAssocID="{8297D6F8-C994-7841-8891-168C64B763D0}" presName="text3" presStyleLbl="fgAcc3" presStyleIdx="5" presStyleCnt="7">
        <dgm:presLayoutVars>
          <dgm:chPref val="3"/>
        </dgm:presLayoutVars>
      </dgm:prSet>
      <dgm:spPr/>
    </dgm:pt>
    <dgm:pt modelId="{1D5F0A2A-8579-BE41-A1AD-C433E174CB44}" type="pres">
      <dgm:prSet presAssocID="{8297D6F8-C994-7841-8891-168C64B763D0}" presName="hierChild4" presStyleCnt="0"/>
      <dgm:spPr/>
    </dgm:pt>
    <dgm:pt modelId="{F4A7BDA8-3CB8-5842-B1A2-86F1EE460264}" type="pres">
      <dgm:prSet presAssocID="{512581F8-93E9-B445-B076-CC80112C4569}" presName="Name23" presStyleLbl="parChTrans1D4" presStyleIdx="25" presStyleCnt="34"/>
      <dgm:spPr/>
    </dgm:pt>
    <dgm:pt modelId="{9C3CE973-8ACC-6842-BAA5-5DA3F78AE2EA}" type="pres">
      <dgm:prSet presAssocID="{819C5FBB-39A1-864E-B6F0-2A664335D3FA}" presName="hierRoot4" presStyleCnt="0"/>
      <dgm:spPr/>
    </dgm:pt>
    <dgm:pt modelId="{5D5F1745-D6AC-6947-81AD-D3104C6C4414}" type="pres">
      <dgm:prSet presAssocID="{819C5FBB-39A1-864E-B6F0-2A664335D3FA}" presName="composite4" presStyleCnt="0"/>
      <dgm:spPr/>
    </dgm:pt>
    <dgm:pt modelId="{6549BE55-151E-CD4C-8DAF-59D26F13AC1E}" type="pres">
      <dgm:prSet presAssocID="{819C5FBB-39A1-864E-B6F0-2A664335D3FA}" presName="background4" presStyleLbl="node4" presStyleIdx="25" presStyleCnt="34"/>
      <dgm:spPr/>
    </dgm:pt>
    <dgm:pt modelId="{9DFF9451-A090-6E41-83F0-6B045351750F}" type="pres">
      <dgm:prSet presAssocID="{819C5FBB-39A1-864E-B6F0-2A664335D3FA}" presName="text4" presStyleLbl="fgAcc4" presStyleIdx="25" presStyleCnt="34">
        <dgm:presLayoutVars>
          <dgm:chPref val="3"/>
        </dgm:presLayoutVars>
      </dgm:prSet>
      <dgm:spPr/>
    </dgm:pt>
    <dgm:pt modelId="{12A1C557-D226-DC4E-94C6-E56CCB7C4676}" type="pres">
      <dgm:prSet presAssocID="{819C5FBB-39A1-864E-B6F0-2A664335D3FA}" presName="hierChild5" presStyleCnt="0"/>
      <dgm:spPr/>
    </dgm:pt>
    <dgm:pt modelId="{F7B8E9F6-FD42-284E-A6E5-428FC860DBAD}" type="pres">
      <dgm:prSet presAssocID="{07E1F2DD-4A7A-4C4B-A2D8-1F27202A6D57}" presName="Name23" presStyleLbl="parChTrans1D4" presStyleIdx="26" presStyleCnt="34"/>
      <dgm:spPr/>
    </dgm:pt>
    <dgm:pt modelId="{5F00DF12-4278-AC4E-8D9D-ED724337B63D}" type="pres">
      <dgm:prSet presAssocID="{C7358CB8-85BE-1E43-A541-8356603596BD}" presName="hierRoot4" presStyleCnt="0"/>
      <dgm:spPr/>
    </dgm:pt>
    <dgm:pt modelId="{2B00F06D-EBED-764B-A04D-F734DD71AA1D}" type="pres">
      <dgm:prSet presAssocID="{C7358CB8-85BE-1E43-A541-8356603596BD}" presName="composite4" presStyleCnt="0"/>
      <dgm:spPr/>
    </dgm:pt>
    <dgm:pt modelId="{CBDDEB99-5DC2-284C-8076-E13125715CA6}" type="pres">
      <dgm:prSet presAssocID="{C7358CB8-85BE-1E43-A541-8356603596BD}" presName="background4" presStyleLbl="node4" presStyleIdx="26" presStyleCnt="34"/>
      <dgm:spPr/>
    </dgm:pt>
    <dgm:pt modelId="{57026838-5B89-F04C-A105-AB60D1AAE372}" type="pres">
      <dgm:prSet presAssocID="{C7358CB8-85BE-1E43-A541-8356603596BD}" presName="text4" presStyleLbl="fgAcc4" presStyleIdx="26" presStyleCnt="34">
        <dgm:presLayoutVars>
          <dgm:chPref val="3"/>
        </dgm:presLayoutVars>
      </dgm:prSet>
      <dgm:spPr/>
    </dgm:pt>
    <dgm:pt modelId="{50EF86C2-6F89-574B-B39E-869239E71375}" type="pres">
      <dgm:prSet presAssocID="{C7358CB8-85BE-1E43-A541-8356603596BD}" presName="hierChild5" presStyleCnt="0"/>
      <dgm:spPr/>
    </dgm:pt>
    <dgm:pt modelId="{007345A2-1665-8442-92B4-3505A325924B}" type="pres">
      <dgm:prSet presAssocID="{44807BCB-8325-0C44-B0EB-7EA18EBC1AE6}" presName="Name23" presStyleLbl="parChTrans1D4" presStyleIdx="27" presStyleCnt="34"/>
      <dgm:spPr/>
    </dgm:pt>
    <dgm:pt modelId="{414A87C4-CBCC-744B-BCFE-1E5F21ABEB74}" type="pres">
      <dgm:prSet presAssocID="{15C0000D-3CD5-0943-A6D8-F2F8681A8B6B}" presName="hierRoot4" presStyleCnt="0"/>
      <dgm:spPr/>
    </dgm:pt>
    <dgm:pt modelId="{867F4F30-EC1D-4040-95B9-4E1164C2FC94}" type="pres">
      <dgm:prSet presAssocID="{15C0000D-3CD5-0943-A6D8-F2F8681A8B6B}" presName="composite4" presStyleCnt="0"/>
      <dgm:spPr/>
    </dgm:pt>
    <dgm:pt modelId="{154FC934-0826-AA49-ACE6-2A8FF572A323}" type="pres">
      <dgm:prSet presAssocID="{15C0000D-3CD5-0943-A6D8-F2F8681A8B6B}" presName="background4" presStyleLbl="node4" presStyleIdx="27" presStyleCnt="34"/>
      <dgm:spPr/>
    </dgm:pt>
    <dgm:pt modelId="{DB5D63E3-0677-2E41-A9A5-23118DD69650}" type="pres">
      <dgm:prSet presAssocID="{15C0000D-3CD5-0943-A6D8-F2F8681A8B6B}" presName="text4" presStyleLbl="fgAcc4" presStyleIdx="27" presStyleCnt="34">
        <dgm:presLayoutVars>
          <dgm:chPref val="3"/>
        </dgm:presLayoutVars>
      </dgm:prSet>
      <dgm:spPr/>
    </dgm:pt>
    <dgm:pt modelId="{2AC44770-B94D-A042-A36C-CFA24BA0B198}" type="pres">
      <dgm:prSet presAssocID="{15C0000D-3CD5-0943-A6D8-F2F8681A8B6B}" presName="hierChild5" presStyleCnt="0"/>
      <dgm:spPr/>
    </dgm:pt>
    <dgm:pt modelId="{5BAC1E72-6783-E84D-B765-2E02BC6C3A6F}" type="pres">
      <dgm:prSet presAssocID="{53774F07-FC33-9D44-B243-B33B02D51431}" presName="Name23" presStyleLbl="parChTrans1D4" presStyleIdx="28" presStyleCnt="34"/>
      <dgm:spPr/>
    </dgm:pt>
    <dgm:pt modelId="{6C141C99-FEF0-964E-BFAA-D603F64285FA}" type="pres">
      <dgm:prSet presAssocID="{6F448142-B657-FC4E-922D-043506024E3C}" presName="hierRoot4" presStyleCnt="0"/>
      <dgm:spPr/>
    </dgm:pt>
    <dgm:pt modelId="{2585C2E1-45DD-F94A-9E22-3C1D21C0553A}" type="pres">
      <dgm:prSet presAssocID="{6F448142-B657-FC4E-922D-043506024E3C}" presName="composite4" presStyleCnt="0"/>
      <dgm:spPr/>
    </dgm:pt>
    <dgm:pt modelId="{8DB39D56-667B-9B4B-B24A-3127BD632B11}" type="pres">
      <dgm:prSet presAssocID="{6F448142-B657-FC4E-922D-043506024E3C}" presName="background4" presStyleLbl="node4" presStyleIdx="28" presStyleCnt="34"/>
      <dgm:spPr/>
    </dgm:pt>
    <dgm:pt modelId="{19F2F986-DE87-DD49-8AD0-9A87C029E653}" type="pres">
      <dgm:prSet presAssocID="{6F448142-B657-FC4E-922D-043506024E3C}" presName="text4" presStyleLbl="fgAcc4" presStyleIdx="28" presStyleCnt="34">
        <dgm:presLayoutVars>
          <dgm:chPref val="3"/>
        </dgm:presLayoutVars>
      </dgm:prSet>
      <dgm:spPr/>
    </dgm:pt>
    <dgm:pt modelId="{89549E22-48BB-7041-9444-D7536D3672D4}" type="pres">
      <dgm:prSet presAssocID="{6F448142-B657-FC4E-922D-043506024E3C}" presName="hierChild5" presStyleCnt="0"/>
      <dgm:spPr/>
    </dgm:pt>
    <dgm:pt modelId="{F1401C97-8FAD-2848-875E-A10CF18E3208}" type="pres">
      <dgm:prSet presAssocID="{6471C825-AC1E-D148-A68C-15E55DA31AE0}" presName="Name10" presStyleLbl="parChTrans1D2" presStyleIdx="6" presStyleCnt="7"/>
      <dgm:spPr/>
    </dgm:pt>
    <dgm:pt modelId="{2D88EDC8-3ECE-B243-B2CB-409331558E79}" type="pres">
      <dgm:prSet presAssocID="{2A67FE44-5FAF-E145-B9C8-AD106A0B1907}" presName="hierRoot2" presStyleCnt="0"/>
      <dgm:spPr/>
    </dgm:pt>
    <dgm:pt modelId="{2A34F609-3384-024F-822C-2D23EE745996}" type="pres">
      <dgm:prSet presAssocID="{2A67FE44-5FAF-E145-B9C8-AD106A0B1907}" presName="composite2" presStyleCnt="0"/>
      <dgm:spPr/>
    </dgm:pt>
    <dgm:pt modelId="{49C6A6AC-081F-DD4C-81BE-A55B35EA7306}" type="pres">
      <dgm:prSet presAssocID="{2A67FE44-5FAF-E145-B9C8-AD106A0B1907}" presName="background2" presStyleLbl="node2" presStyleIdx="6" presStyleCnt="7"/>
      <dgm:spPr/>
    </dgm:pt>
    <dgm:pt modelId="{FF13CEE1-CAD4-A246-9B3F-6F161BE436CA}" type="pres">
      <dgm:prSet presAssocID="{2A67FE44-5FAF-E145-B9C8-AD106A0B1907}" presName="text2" presStyleLbl="fgAcc2" presStyleIdx="6" presStyleCnt="7">
        <dgm:presLayoutVars>
          <dgm:chPref val="3"/>
        </dgm:presLayoutVars>
      </dgm:prSet>
      <dgm:spPr/>
    </dgm:pt>
    <dgm:pt modelId="{417DCEDF-1738-8B41-9813-9CC3D4B0AE43}" type="pres">
      <dgm:prSet presAssocID="{2A67FE44-5FAF-E145-B9C8-AD106A0B1907}" presName="hierChild3" presStyleCnt="0"/>
      <dgm:spPr/>
    </dgm:pt>
    <dgm:pt modelId="{1298F6FE-3119-8840-954E-52B37C1AD6B7}" type="pres">
      <dgm:prSet presAssocID="{E29E1C63-EFE1-0343-AB25-C3727E39ADD6}" presName="Name17" presStyleLbl="parChTrans1D3" presStyleIdx="6" presStyleCnt="7"/>
      <dgm:spPr/>
    </dgm:pt>
    <dgm:pt modelId="{2E60FB22-9041-E745-9703-A65B55967FF8}" type="pres">
      <dgm:prSet presAssocID="{6B935DC7-97B1-6844-9CBB-F5B9C11E7C36}" presName="hierRoot3" presStyleCnt="0"/>
      <dgm:spPr/>
    </dgm:pt>
    <dgm:pt modelId="{028C4E10-C1FB-B244-AF5E-4BE87B8A5700}" type="pres">
      <dgm:prSet presAssocID="{6B935DC7-97B1-6844-9CBB-F5B9C11E7C36}" presName="composite3" presStyleCnt="0"/>
      <dgm:spPr/>
    </dgm:pt>
    <dgm:pt modelId="{AF277444-2FD9-6449-9092-652E8DCD3A90}" type="pres">
      <dgm:prSet presAssocID="{6B935DC7-97B1-6844-9CBB-F5B9C11E7C36}" presName="background3" presStyleLbl="node3" presStyleIdx="6" presStyleCnt="7"/>
      <dgm:spPr/>
    </dgm:pt>
    <dgm:pt modelId="{158259D4-2439-C445-BE00-7CA146560E06}" type="pres">
      <dgm:prSet presAssocID="{6B935DC7-97B1-6844-9CBB-F5B9C11E7C36}" presName="text3" presStyleLbl="fgAcc3" presStyleIdx="6" presStyleCnt="7">
        <dgm:presLayoutVars>
          <dgm:chPref val="3"/>
        </dgm:presLayoutVars>
      </dgm:prSet>
      <dgm:spPr/>
    </dgm:pt>
    <dgm:pt modelId="{6221AFB8-E34A-1F45-95D5-B62D3712546C}" type="pres">
      <dgm:prSet presAssocID="{6B935DC7-97B1-6844-9CBB-F5B9C11E7C36}" presName="hierChild4" presStyleCnt="0"/>
      <dgm:spPr/>
    </dgm:pt>
    <dgm:pt modelId="{9C225D59-90CC-3C47-9C33-904AC42726DE}" type="pres">
      <dgm:prSet presAssocID="{233C6366-B68D-8145-8B03-307AD211D3F7}" presName="Name23" presStyleLbl="parChTrans1D4" presStyleIdx="29" presStyleCnt="34"/>
      <dgm:spPr/>
    </dgm:pt>
    <dgm:pt modelId="{E8F748FC-0BC0-FD46-B2B0-CF74497E18AA}" type="pres">
      <dgm:prSet presAssocID="{F21FC8C2-DE0A-094F-8E8D-E9E21C3D7B43}" presName="hierRoot4" presStyleCnt="0"/>
      <dgm:spPr/>
    </dgm:pt>
    <dgm:pt modelId="{824BAB75-D83D-6C41-802E-5C2EEE8D4214}" type="pres">
      <dgm:prSet presAssocID="{F21FC8C2-DE0A-094F-8E8D-E9E21C3D7B43}" presName="composite4" presStyleCnt="0"/>
      <dgm:spPr/>
    </dgm:pt>
    <dgm:pt modelId="{316CD691-355F-A742-9252-88538E5E9A78}" type="pres">
      <dgm:prSet presAssocID="{F21FC8C2-DE0A-094F-8E8D-E9E21C3D7B43}" presName="background4" presStyleLbl="node4" presStyleIdx="29" presStyleCnt="34"/>
      <dgm:spPr/>
    </dgm:pt>
    <dgm:pt modelId="{2AE276CF-0859-9A4E-9602-CB05769ED12C}" type="pres">
      <dgm:prSet presAssocID="{F21FC8C2-DE0A-094F-8E8D-E9E21C3D7B43}" presName="text4" presStyleLbl="fgAcc4" presStyleIdx="29" presStyleCnt="34">
        <dgm:presLayoutVars>
          <dgm:chPref val="3"/>
        </dgm:presLayoutVars>
      </dgm:prSet>
      <dgm:spPr/>
    </dgm:pt>
    <dgm:pt modelId="{28CD558B-84FD-624A-9476-8264AEA0094C}" type="pres">
      <dgm:prSet presAssocID="{F21FC8C2-DE0A-094F-8E8D-E9E21C3D7B43}" presName="hierChild5" presStyleCnt="0"/>
      <dgm:spPr/>
    </dgm:pt>
    <dgm:pt modelId="{B141A3B8-7CE6-9C4E-9118-FEF5F7F26026}" type="pres">
      <dgm:prSet presAssocID="{4EE2C0E2-3F21-994F-B464-C93E46B97FF2}" presName="Name23" presStyleLbl="parChTrans1D4" presStyleIdx="30" presStyleCnt="34"/>
      <dgm:spPr/>
    </dgm:pt>
    <dgm:pt modelId="{C2DFB708-7278-354C-B8AE-C66582124966}" type="pres">
      <dgm:prSet presAssocID="{6A8205A9-AFF4-7945-8BE8-77E030111BF1}" presName="hierRoot4" presStyleCnt="0"/>
      <dgm:spPr/>
    </dgm:pt>
    <dgm:pt modelId="{A7B7A1B3-5486-B841-875C-4A1A68B56209}" type="pres">
      <dgm:prSet presAssocID="{6A8205A9-AFF4-7945-8BE8-77E030111BF1}" presName="composite4" presStyleCnt="0"/>
      <dgm:spPr/>
    </dgm:pt>
    <dgm:pt modelId="{A91BBC72-4B5A-9E4B-8130-D4E05EC42486}" type="pres">
      <dgm:prSet presAssocID="{6A8205A9-AFF4-7945-8BE8-77E030111BF1}" presName="background4" presStyleLbl="node4" presStyleIdx="30" presStyleCnt="34"/>
      <dgm:spPr/>
    </dgm:pt>
    <dgm:pt modelId="{825EAFDC-FC16-E840-B69F-F659EB06999B}" type="pres">
      <dgm:prSet presAssocID="{6A8205A9-AFF4-7945-8BE8-77E030111BF1}" presName="text4" presStyleLbl="fgAcc4" presStyleIdx="30" presStyleCnt="34">
        <dgm:presLayoutVars>
          <dgm:chPref val="3"/>
        </dgm:presLayoutVars>
      </dgm:prSet>
      <dgm:spPr/>
    </dgm:pt>
    <dgm:pt modelId="{0F4721E4-B62D-DC44-BE9C-0F634B14F3C6}" type="pres">
      <dgm:prSet presAssocID="{6A8205A9-AFF4-7945-8BE8-77E030111BF1}" presName="hierChild5" presStyleCnt="0"/>
      <dgm:spPr/>
    </dgm:pt>
    <dgm:pt modelId="{24C1B19C-2A82-7945-A430-BF98C9A4A756}" type="pres">
      <dgm:prSet presAssocID="{74F4B14C-E62F-8346-BE91-33ED04FD5974}" presName="Name23" presStyleLbl="parChTrans1D4" presStyleIdx="31" presStyleCnt="34"/>
      <dgm:spPr/>
    </dgm:pt>
    <dgm:pt modelId="{E2D3B2E3-3BAE-9547-B84A-D9C05B6D49A8}" type="pres">
      <dgm:prSet presAssocID="{1B13D592-C50A-A649-8AC3-E7C869C6F333}" presName="hierRoot4" presStyleCnt="0"/>
      <dgm:spPr/>
    </dgm:pt>
    <dgm:pt modelId="{9BCC29D0-36BC-0D44-8CC9-F579198CE7D9}" type="pres">
      <dgm:prSet presAssocID="{1B13D592-C50A-A649-8AC3-E7C869C6F333}" presName="composite4" presStyleCnt="0"/>
      <dgm:spPr/>
    </dgm:pt>
    <dgm:pt modelId="{D03F6A04-C523-6A4C-9B26-39C5555FFA1E}" type="pres">
      <dgm:prSet presAssocID="{1B13D592-C50A-A649-8AC3-E7C869C6F333}" presName="background4" presStyleLbl="node4" presStyleIdx="31" presStyleCnt="34"/>
      <dgm:spPr/>
    </dgm:pt>
    <dgm:pt modelId="{8907E771-6AA6-F44C-ACDE-4533CDA809CC}" type="pres">
      <dgm:prSet presAssocID="{1B13D592-C50A-A649-8AC3-E7C869C6F333}" presName="text4" presStyleLbl="fgAcc4" presStyleIdx="31" presStyleCnt="34">
        <dgm:presLayoutVars>
          <dgm:chPref val="3"/>
        </dgm:presLayoutVars>
      </dgm:prSet>
      <dgm:spPr/>
    </dgm:pt>
    <dgm:pt modelId="{911DD068-79B6-E54B-A362-B4EC1C9050F1}" type="pres">
      <dgm:prSet presAssocID="{1B13D592-C50A-A649-8AC3-E7C869C6F333}" presName="hierChild5" presStyleCnt="0"/>
      <dgm:spPr/>
    </dgm:pt>
    <dgm:pt modelId="{22D7A637-A254-3C40-B775-8C309921099F}" type="pres">
      <dgm:prSet presAssocID="{44BEA7C4-64D9-124A-BAD9-A579069B7250}" presName="Name23" presStyleLbl="parChTrans1D4" presStyleIdx="32" presStyleCnt="34"/>
      <dgm:spPr/>
    </dgm:pt>
    <dgm:pt modelId="{46B544B2-BCC6-D746-9D77-C97D31AB7245}" type="pres">
      <dgm:prSet presAssocID="{6DF4024B-CC42-0D49-8BDC-0F46A7ACE5E9}" presName="hierRoot4" presStyleCnt="0"/>
      <dgm:spPr/>
    </dgm:pt>
    <dgm:pt modelId="{40B61F9A-BB74-DC41-BA07-E5815D8AF208}" type="pres">
      <dgm:prSet presAssocID="{6DF4024B-CC42-0D49-8BDC-0F46A7ACE5E9}" presName="composite4" presStyleCnt="0"/>
      <dgm:spPr/>
    </dgm:pt>
    <dgm:pt modelId="{445E6A0B-AB16-CD4E-B9A7-6CD71D24015B}" type="pres">
      <dgm:prSet presAssocID="{6DF4024B-CC42-0D49-8BDC-0F46A7ACE5E9}" presName="background4" presStyleLbl="node4" presStyleIdx="32" presStyleCnt="34"/>
      <dgm:spPr/>
    </dgm:pt>
    <dgm:pt modelId="{540860A7-7931-AA44-AD65-15CE7D91A57A}" type="pres">
      <dgm:prSet presAssocID="{6DF4024B-CC42-0D49-8BDC-0F46A7ACE5E9}" presName="text4" presStyleLbl="fgAcc4" presStyleIdx="32" presStyleCnt="34">
        <dgm:presLayoutVars>
          <dgm:chPref val="3"/>
        </dgm:presLayoutVars>
      </dgm:prSet>
      <dgm:spPr/>
    </dgm:pt>
    <dgm:pt modelId="{0AF51AC4-0619-DA4E-9D91-2904F8899594}" type="pres">
      <dgm:prSet presAssocID="{6DF4024B-CC42-0D49-8BDC-0F46A7ACE5E9}" presName="hierChild5" presStyleCnt="0"/>
      <dgm:spPr/>
    </dgm:pt>
    <dgm:pt modelId="{83216F95-001C-7B40-A068-5CF9E4C19B66}" type="pres">
      <dgm:prSet presAssocID="{F06DFC62-B3CA-1147-9791-A50E514CB781}" presName="Name23" presStyleLbl="parChTrans1D4" presStyleIdx="33" presStyleCnt="34"/>
      <dgm:spPr/>
    </dgm:pt>
    <dgm:pt modelId="{D31E8172-B345-E345-8847-6B25210313A1}" type="pres">
      <dgm:prSet presAssocID="{748A5E5F-C8A1-494D-9D50-8A06370D17D5}" presName="hierRoot4" presStyleCnt="0"/>
      <dgm:spPr/>
    </dgm:pt>
    <dgm:pt modelId="{1CED926F-6518-CD48-8C9E-F7F796B45814}" type="pres">
      <dgm:prSet presAssocID="{748A5E5F-C8A1-494D-9D50-8A06370D17D5}" presName="composite4" presStyleCnt="0"/>
      <dgm:spPr/>
    </dgm:pt>
    <dgm:pt modelId="{616FC712-CC7A-F447-B1CD-E376FF980A1C}" type="pres">
      <dgm:prSet presAssocID="{748A5E5F-C8A1-494D-9D50-8A06370D17D5}" presName="background4" presStyleLbl="node4" presStyleIdx="33" presStyleCnt="34"/>
      <dgm:spPr/>
    </dgm:pt>
    <dgm:pt modelId="{9FC5A3E8-D9D0-864C-9B5F-55DBB9AD4F12}" type="pres">
      <dgm:prSet presAssocID="{748A5E5F-C8A1-494D-9D50-8A06370D17D5}" presName="text4" presStyleLbl="fgAcc4" presStyleIdx="33" presStyleCnt="34">
        <dgm:presLayoutVars>
          <dgm:chPref val="3"/>
        </dgm:presLayoutVars>
      </dgm:prSet>
      <dgm:spPr/>
    </dgm:pt>
    <dgm:pt modelId="{6D850115-8E0A-F04C-B17C-7AB47FC9003B}" type="pres">
      <dgm:prSet presAssocID="{748A5E5F-C8A1-494D-9D50-8A06370D17D5}" presName="hierChild5" presStyleCnt="0"/>
      <dgm:spPr/>
    </dgm:pt>
  </dgm:ptLst>
  <dgm:cxnLst>
    <dgm:cxn modelId="{EE6D4600-85B7-2145-B03D-57A904F6017C}" type="presOf" srcId="{9B31E2D9-BDA5-EA40-9537-64C2D85A4725}" destId="{14D642BD-C4F2-F548-8E45-D92C8FCCBAD5}" srcOrd="0" destOrd="0" presId="urn:microsoft.com/office/officeart/2005/8/layout/hierarchy1"/>
    <dgm:cxn modelId="{F1EB4503-3EDE-194C-AD4A-DDC43F5FD111}" type="presOf" srcId="{6295B4AB-B63F-374C-BE12-59BBB40091DF}" destId="{F03B8B07-BCBC-0145-A2ED-E40F25D4B270}" srcOrd="0" destOrd="0" presId="urn:microsoft.com/office/officeart/2005/8/layout/hierarchy1"/>
    <dgm:cxn modelId="{45429D03-C62B-8B4A-95E1-50D61C8E8BD8}" srcId="{53418205-F7BB-9A46-91EC-5AF1CA25209B}" destId="{9255ECE5-5922-7243-B29A-68F155FB237A}" srcOrd="0" destOrd="0" parTransId="{98A7BEA0-2F11-8A47-BB96-0D5C95B86C9A}" sibTransId="{E0293D56-0E25-AD43-B41C-3B7C99D7C80A}"/>
    <dgm:cxn modelId="{6973B003-A66C-9C43-9662-D107A89B40DB}" type="presOf" srcId="{74F4B14C-E62F-8346-BE91-33ED04FD5974}" destId="{24C1B19C-2A82-7945-A430-BF98C9A4A756}" srcOrd="0" destOrd="0" presId="urn:microsoft.com/office/officeart/2005/8/layout/hierarchy1"/>
    <dgm:cxn modelId="{DBC86A05-6130-904F-868A-489E785CF26E}" srcId="{AB78452F-CCE9-3943-8ABC-345AE4D31308}" destId="{EAA11710-CBEF-A141-BC21-D42BC9D024E2}" srcOrd="0" destOrd="0" parTransId="{228C2525-1DA7-6141-A400-7B4722E07A93}" sibTransId="{3FC70F91-5016-074C-B441-8A79E466911E}"/>
    <dgm:cxn modelId="{3025E405-A657-2643-AE11-7F4A8D360CDD}" srcId="{EA458F35-9F66-CA4B-A068-D414721B67F7}" destId="{9D7EA0FB-BC5D-0945-B4CE-14D69AC85754}" srcOrd="0" destOrd="0" parTransId="{0F9EB10E-24AF-4947-B009-67C6CFB03B27}" sibTransId="{F1E8F1D4-6BBD-7145-8CD2-C7BCE4303BF5}"/>
    <dgm:cxn modelId="{1E4F5006-F09B-774D-B70D-075238684D3C}" type="presOf" srcId="{228C2525-1DA7-6141-A400-7B4722E07A93}" destId="{9EE5B9BB-327E-9F48-B943-02E3D5C88655}" srcOrd="0" destOrd="0" presId="urn:microsoft.com/office/officeart/2005/8/layout/hierarchy1"/>
    <dgm:cxn modelId="{90818106-54BC-004B-A417-E87FA54D863E}" srcId="{AEE77570-AE42-714F-8DD7-A34282DCB17F}" destId="{030705EF-6B93-D241-BECD-7A7131057C2D}" srcOrd="0" destOrd="0" parTransId="{A2B467C4-E8F9-2542-A961-904611D91C43}" sibTransId="{D5EDA37F-A967-4C4F-A594-9ED76B4C3E29}"/>
    <dgm:cxn modelId="{6AADFD06-EF81-9945-B7D6-AAFFF4110BAE}" type="presOf" srcId="{6F448142-B657-FC4E-922D-043506024E3C}" destId="{19F2F986-DE87-DD49-8AD0-9A87C029E653}" srcOrd="0" destOrd="0" presId="urn:microsoft.com/office/officeart/2005/8/layout/hierarchy1"/>
    <dgm:cxn modelId="{C09A020A-08AB-F448-B23D-5B50789E468A}" type="presOf" srcId="{5C9A9F01-6A4D-DE41-AF17-FE908FF5B5EF}" destId="{37BD2805-0008-2948-9DC5-7BFB04963381}" srcOrd="0" destOrd="0" presId="urn:microsoft.com/office/officeart/2005/8/layout/hierarchy1"/>
    <dgm:cxn modelId="{3AC0CE0F-0E1F-354A-8AEE-B80F245D9A20}" type="presOf" srcId="{15C0000D-3CD5-0943-A6D8-F2F8681A8B6B}" destId="{DB5D63E3-0677-2E41-A9A5-23118DD69650}" srcOrd="0" destOrd="0" presId="urn:microsoft.com/office/officeart/2005/8/layout/hierarchy1"/>
    <dgm:cxn modelId="{C854C111-EAA4-474F-BBEF-249505BDA764}" srcId="{15C0000D-3CD5-0943-A6D8-F2F8681A8B6B}" destId="{6F448142-B657-FC4E-922D-043506024E3C}" srcOrd="0" destOrd="0" parTransId="{53774F07-FC33-9D44-B243-B33B02D51431}" sibTransId="{1F581BA2-FDB7-7D48-AF8B-1F117B137A4F}"/>
    <dgm:cxn modelId="{7E3F8512-3B3E-8D42-94E5-60B867EE3AA4}" type="presOf" srcId="{4EE2C0E2-3F21-994F-B464-C93E46B97FF2}" destId="{B141A3B8-7CE6-9C4E-9118-FEF5F7F26026}" srcOrd="0" destOrd="0" presId="urn:microsoft.com/office/officeart/2005/8/layout/hierarchy1"/>
    <dgm:cxn modelId="{1BB0A314-312A-D849-8FD4-7AFAE20FFB1B}" srcId="{985587D5-CEE7-0D4B-A895-B46E7E78A355}" destId="{53418205-F7BB-9A46-91EC-5AF1CA25209B}" srcOrd="0" destOrd="0" parTransId="{63B205A6-63EF-F24D-A0E8-B8E192B7F827}" sibTransId="{CA4DBE37-BB0D-9848-9F67-97E1B82A050E}"/>
    <dgm:cxn modelId="{D372B115-4EAB-9640-B1EE-6F70ED8007CD}" type="presOf" srcId="{E9CB3490-C333-AF44-991D-A981F0EEE726}" destId="{6B2C514A-6074-DC44-BE19-6789BCA6FC18}" srcOrd="0" destOrd="0" presId="urn:microsoft.com/office/officeart/2005/8/layout/hierarchy1"/>
    <dgm:cxn modelId="{44DA0118-4EAF-EA4A-9DA5-6E33782BBEAA}" type="presOf" srcId="{B4CCF2F1-DBEB-824A-8AEE-DB6C6C8181D8}" destId="{19D79C46-8D49-554B-BFFB-9AD9FEED5106}" srcOrd="0" destOrd="0" presId="urn:microsoft.com/office/officeart/2005/8/layout/hierarchy1"/>
    <dgm:cxn modelId="{9477B018-1E9D-9643-B8C0-3ED41915DF76}" type="presOf" srcId="{9255ECE5-5922-7243-B29A-68F155FB237A}" destId="{177CA9C2-5031-7E41-8264-9CE781A49062}" srcOrd="0" destOrd="0" presId="urn:microsoft.com/office/officeart/2005/8/layout/hierarchy1"/>
    <dgm:cxn modelId="{A67D7319-4A2F-E448-B939-2DA38EF81ADD}" srcId="{9801FDAB-B1F2-644E-B870-B558B8B2DF26}" destId="{167FD188-0472-1C45-8DA7-27C65178327D}" srcOrd="0" destOrd="0" parTransId="{11B6F619-354A-A743-9CA8-E517BA2418A4}" sibTransId="{11F71BD1-901B-9C4B-B47D-7A6E3F4AF0F6}"/>
    <dgm:cxn modelId="{E2EF391B-A658-B449-B42F-B18C10AE542E}" srcId="{CF857E17-267E-714E-B7E4-D1CC392C7A5F}" destId="{87BABC8E-D963-F94D-940B-957AA8BDC8DE}" srcOrd="0" destOrd="0" parTransId="{55AE0831-F6EA-1840-AD82-5DFA14A355B7}" sibTransId="{DEF4BFCD-D025-CA42-ABB9-26E1854756AD}"/>
    <dgm:cxn modelId="{3BD8591B-D264-2744-B32D-EDDCD4CD4006}" type="presOf" srcId="{1C489095-D1D0-4249-8363-FD713E1CB80C}" destId="{68297C0D-59C4-6C47-A962-C76CCAD6ACA6}" srcOrd="0" destOrd="0" presId="urn:microsoft.com/office/officeart/2005/8/layout/hierarchy1"/>
    <dgm:cxn modelId="{ADFB7C1B-D756-C140-9CEC-46D2C1100A84}" type="presOf" srcId="{87BABC8E-D963-F94D-940B-957AA8BDC8DE}" destId="{F0E5F2CB-93B2-4345-95E2-8E37741E8F3E}" srcOrd="0" destOrd="0" presId="urn:microsoft.com/office/officeart/2005/8/layout/hierarchy1"/>
    <dgm:cxn modelId="{E545BF1B-AB2B-8E4C-8FCF-94AAD0AE3580}" type="presOf" srcId="{E29E1C63-EFE1-0343-AB25-C3727E39ADD6}" destId="{1298F6FE-3119-8840-954E-52B37C1AD6B7}" srcOrd="0" destOrd="0" presId="urn:microsoft.com/office/officeart/2005/8/layout/hierarchy1"/>
    <dgm:cxn modelId="{4C58AC22-7F91-5846-A525-0DFF048488C7}" type="presOf" srcId="{6DCAFE6D-0776-7845-980C-D06BE6089C87}" destId="{0BEB0BE4-3414-F145-AA4A-2A5EBFF387D7}" srcOrd="0" destOrd="0" presId="urn:microsoft.com/office/officeart/2005/8/layout/hierarchy1"/>
    <dgm:cxn modelId="{99A2E122-00F4-4444-BA50-BF9226C35CC8}" srcId="{D65A8B25-002A-074E-A6AB-084E9096502C}" destId="{CF857E17-267E-714E-B7E4-D1CC392C7A5F}" srcOrd="0" destOrd="0" parTransId="{B55FB182-6AA5-0A4E-82BC-D07468629FFB}" sibTransId="{8EBBCD6F-28CC-5B45-9C14-61BA055941E1}"/>
    <dgm:cxn modelId="{FCA81C24-979B-0941-93A8-2EE4EC130A5B}" srcId="{3C16A87F-0143-C546-80D0-F458148912FD}" destId="{C7D68C44-CAF2-CD45-B970-D657BE2C183C}" srcOrd="4" destOrd="0" parTransId="{8F5351FB-1E6D-5747-BA8F-AF1AA70A8B46}" sibTransId="{CDFE35A1-9869-A84A-9E34-CA469BF16A7F}"/>
    <dgm:cxn modelId="{89A71C26-32E5-4C4B-8A36-3FE0564868B5}" type="presOf" srcId="{D8772599-831B-654B-8764-A49069D074B7}" destId="{854E8219-F5EB-5C4B-A41A-A45473E32550}" srcOrd="0" destOrd="0" presId="urn:microsoft.com/office/officeart/2005/8/layout/hierarchy1"/>
    <dgm:cxn modelId="{E805F526-1D3A-9145-9BE7-8FF1D7B3D9F3}" type="presOf" srcId="{44876EB4-8128-964B-BCB4-E82A8A47FC27}" destId="{1AEBDBE8-1F3C-2648-B988-228B8E02D6C0}" srcOrd="0" destOrd="0" presId="urn:microsoft.com/office/officeart/2005/8/layout/hierarchy1"/>
    <dgm:cxn modelId="{45E22529-2E0A-5F4E-9C09-F12F7E95BB42}" type="presOf" srcId="{9801FDAB-B1F2-644E-B870-B558B8B2DF26}" destId="{1B42D304-3349-A140-BF25-5618DB3C3EB0}" srcOrd="0" destOrd="0" presId="urn:microsoft.com/office/officeart/2005/8/layout/hierarchy1"/>
    <dgm:cxn modelId="{DA1F272C-A959-7043-86B6-C7388B60EFD0}" type="presOf" srcId="{032C8A5E-4CF9-D64B-96A6-BF69FA1D486A}" destId="{822D93FC-81D7-9D42-B4A0-F7AD165D5118}" srcOrd="0" destOrd="0" presId="urn:microsoft.com/office/officeart/2005/8/layout/hierarchy1"/>
    <dgm:cxn modelId="{04015D2C-2141-3942-9E0E-D406D88FAF6F}" type="presOf" srcId="{D93D9678-3466-9F4B-BD00-87FFB7E8A0DD}" destId="{A5C49392-95CE-754B-A453-56B8F4ED2F3F}" srcOrd="0" destOrd="0" presId="urn:microsoft.com/office/officeart/2005/8/layout/hierarchy1"/>
    <dgm:cxn modelId="{BABFC92F-8DCC-9149-9FFF-E9488F5FD8F9}" type="presOf" srcId="{9D7EA0FB-BC5D-0945-B4CE-14D69AC85754}" destId="{4A5C4322-2E97-3B4B-8010-0C336BF5F62F}" srcOrd="0" destOrd="0" presId="urn:microsoft.com/office/officeart/2005/8/layout/hierarchy1"/>
    <dgm:cxn modelId="{AEB13930-57C2-DB47-B86F-80C9A2ABA8C5}" srcId="{6DF4024B-CC42-0D49-8BDC-0F46A7ACE5E9}" destId="{748A5E5F-C8A1-494D-9D50-8A06370D17D5}" srcOrd="0" destOrd="0" parTransId="{F06DFC62-B3CA-1147-9791-A50E514CB781}" sibTransId="{BBB38925-788D-A140-A872-43A18C2A27FE}"/>
    <dgm:cxn modelId="{261B6735-865D-3A43-9B52-9B965D4C1576}" type="presOf" srcId="{40133489-CD61-8D42-ABF8-200E3B3BFFA8}" destId="{C9DB6C5B-06B1-C142-BF34-53467A3112BF}" srcOrd="0" destOrd="0" presId="urn:microsoft.com/office/officeart/2005/8/layout/hierarchy1"/>
    <dgm:cxn modelId="{459EA436-7213-7C46-B87E-9FAFFE4E15B9}" type="presOf" srcId="{86253F77-018D-5244-95DA-2507959CF1E9}" destId="{D80D516F-DF09-204D-9A4F-B81CD27EC6DB}" srcOrd="0" destOrd="0" presId="urn:microsoft.com/office/officeart/2005/8/layout/hierarchy1"/>
    <dgm:cxn modelId="{502DED36-1D24-544E-A52D-0297FC836CEC}" type="presOf" srcId="{167FD188-0472-1C45-8DA7-27C65178327D}" destId="{81718E5A-21FD-B842-843F-8652EE057EE5}" srcOrd="0" destOrd="0" presId="urn:microsoft.com/office/officeart/2005/8/layout/hierarchy1"/>
    <dgm:cxn modelId="{AA14A639-3225-1643-B841-71F21CA4D574}" type="presOf" srcId="{75C9AD3F-C9F4-3049-A094-7EE937B33E18}" destId="{3F661340-D7E6-764E-B726-ED9B28203CB0}" srcOrd="0" destOrd="0" presId="urn:microsoft.com/office/officeart/2005/8/layout/hierarchy1"/>
    <dgm:cxn modelId="{84E6A639-06FA-E84B-8C70-B250048057B5}" type="presOf" srcId="{1B13D592-C50A-A649-8AC3-E7C869C6F333}" destId="{8907E771-6AA6-F44C-ACDE-4533CDA809CC}" srcOrd="0" destOrd="0" presId="urn:microsoft.com/office/officeart/2005/8/layout/hierarchy1"/>
    <dgm:cxn modelId="{50530E41-00A3-6A4C-BF8A-DAB034A05C58}" srcId="{032C8A5E-4CF9-D64B-96A6-BF69FA1D486A}" destId="{3C16A87F-0143-C546-80D0-F458148912FD}" srcOrd="0" destOrd="0" parTransId="{3535C1BC-0C5B-EA45-A1A3-F1155A46973B}" sibTransId="{602A6B32-74CC-2F45-A8C5-243D884DCE6A}"/>
    <dgm:cxn modelId="{273D5941-C995-1641-BB17-2B8D08784A7C}" type="presOf" srcId="{0F9EB10E-24AF-4947-B009-67C6CFB03B27}" destId="{D6FADCCC-5902-0342-9894-B22B5F237715}" srcOrd="0" destOrd="0" presId="urn:microsoft.com/office/officeart/2005/8/layout/hierarchy1"/>
    <dgm:cxn modelId="{13AD6041-7AC8-CB4E-9983-CB718E6D523C}" srcId="{C7358CB8-85BE-1E43-A541-8356603596BD}" destId="{15C0000D-3CD5-0943-A6D8-F2F8681A8B6B}" srcOrd="0" destOrd="0" parTransId="{44807BCB-8325-0C44-B0EB-7EA18EBC1AE6}" sibTransId="{9EEB3F58-B8CC-8540-A76A-CC42F9CC40DE}"/>
    <dgm:cxn modelId="{57423042-D195-F742-B5FC-00550AA0A654}" type="presOf" srcId="{F2F5C86E-061E-B44B-9713-AC99D97427C1}" destId="{6799FC78-CB28-9E4A-B6EC-748E7B8445C9}" srcOrd="0" destOrd="0" presId="urn:microsoft.com/office/officeart/2005/8/layout/hierarchy1"/>
    <dgm:cxn modelId="{51E79243-5727-8A41-A65B-5F22515EA5CC}" srcId="{8297D6F8-C994-7841-8891-168C64B763D0}" destId="{819C5FBB-39A1-864E-B6F0-2A664335D3FA}" srcOrd="0" destOrd="0" parTransId="{512581F8-93E9-B445-B076-CC80112C4569}" sibTransId="{C02A04B1-569E-D648-83AD-76DE42471BFB}"/>
    <dgm:cxn modelId="{C2B9DA43-2CB4-3B49-9455-8168C5F147E5}" type="presOf" srcId="{030705EF-6B93-D241-BECD-7A7131057C2D}" destId="{C5080583-99E8-6547-9E6D-34742D2C58A5}" srcOrd="0" destOrd="0" presId="urn:microsoft.com/office/officeart/2005/8/layout/hierarchy1"/>
    <dgm:cxn modelId="{CF8BF243-6AB2-4644-BADC-0819A0D56DFC}" srcId="{3C16A87F-0143-C546-80D0-F458148912FD}" destId="{E056F78A-979D-F746-926D-73B65E3A21F9}" srcOrd="2" destOrd="0" parTransId="{AF6F88F9-8759-ED44-9FE9-B55E8A69AF0C}" sibTransId="{E1BC4CC4-DB90-8C48-A2C4-12373DBE4B14}"/>
    <dgm:cxn modelId="{7B05B047-E648-0145-B9AD-0E64CF8D81A0}" type="presOf" srcId="{2E15342F-073A-EF45-8808-B06C9AEFE883}" destId="{F355FD19-5703-B74F-B28B-C643533E6B8C}" srcOrd="0" destOrd="0" presId="urn:microsoft.com/office/officeart/2005/8/layout/hierarchy1"/>
    <dgm:cxn modelId="{347AC049-CA8A-A84F-9065-2551AA92C4DE}" srcId="{3C16A87F-0143-C546-80D0-F458148912FD}" destId="{EA458F35-9F66-CA4B-A068-D414721B67F7}" srcOrd="1" destOrd="0" parTransId="{2A5204B9-A30A-3C4C-8546-FCCD93226B23}" sibTransId="{2BB54AB6-133C-C241-90DE-C48767EDA130}"/>
    <dgm:cxn modelId="{3D661E4B-8494-9447-AE88-5D3517CDAE8A}" type="presOf" srcId="{8F5351FB-1E6D-5747-BA8F-AF1AA70A8B46}" destId="{C52BB388-7FD1-4246-A9AD-16E3D9977B16}" srcOrd="0" destOrd="0" presId="urn:microsoft.com/office/officeart/2005/8/layout/hierarchy1"/>
    <dgm:cxn modelId="{E1AB004E-480B-C445-B259-4CF79B26FAF4}" srcId="{3C16A87F-0143-C546-80D0-F458148912FD}" destId="{DD544FD4-C748-7E40-BAAD-5EE539AC0E0E}" srcOrd="0" destOrd="0" parTransId="{2E15342F-073A-EF45-8808-B06C9AEFE883}" sibTransId="{D9A0FC68-C08E-6F43-8A80-CF748176DEA9}"/>
    <dgm:cxn modelId="{B617254F-C129-A04F-A53D-40B271B8DCE9}" type="presOf" srcId="{78FF43B8-2B38-6E49-B960-8D2192243F61}" destId="{4C7163D9-EFB8-914F-B356-9FE7CB41D522}" srcOrd="0" destOrd="0" presId="urn:microsoft.com/office/officeart/2005/8/layout/hierarchy1"/>
    <dgm:cxn modelId="{75101250-7E64-0C4B-89D0-151E1D2BAA94}" srcId="{F21FC8C2-DE0A-094F-8E8D-E9E21C3D7B43}" destId="{6A8205A9-AFF4-7945-8BE8-77E030111BF1}" srcOrd="0" destOrd="0" parTransId="{4EE2C0E2-3F21-994F-B464-C93E46B97FF2}" sibTransId="{E7917F61-F8A4-7547-9803-2A46B6E84608}"/>
    <dgm:cxn modelId="{E4B55053-0DD1-AD4E-9B69-B86D397EB699}" srcId="{9D7EA0FB-BC5D-0945-B4CE-14D69AC85754}" destId="{24E10CC1-C8FD-F34A-A3F7-056611239082}" srcOrd="0" destOrd="0" parTransId="{B09E901F-4726-9041-BDC2-99679B7EB06B}" sibTransId="{6AD1106D-6C02-E346-BFA2-0DC7D9E73EC4}"/>
    <dgm:cxn modelId="{00967453-8D3D-554F-AF51-329AA708A872}" type="presOf" srcId="{6B935DC7-97B1-6844-9CBB-F5B9C11E7C36}" destId="{158259D4-2439-C445-BE00-7CA146560E06}" srcOrd="0" destOrd="0" presId="urn:microsoft.com/office/officeart/2005/8/layout/hierarchy1"/>
    <dgm:cxn modelId="{FB3B2756-1236-644D-AF99-CD8369D62D0B}" type="presOf" srcId="{55AE0831-F6EA-1840-AD82-5DFA14A355B7}" destId="{D1C8A2E8-178B-3246-A1ED-86E3B821F21B}" srcOrd="0" destOrd="0" presId="urn:microsoft.com/office/officeart/2005/8/layout/hierarchy1"/>
    <dgm:cxn modelId="{8A381F58-6DC5-7A48-86BE-31CA010DC4E9}" type="presOf" srcId="{EC2690CB-A2E8-344B-A7D4-C4E8E160E79A}" destId="{A017DEA0-35FD-2C40-81C3-72C19B3A6A0D}" srcOrd="0" destOrd="0" presId="urn:microsoft.com/office/officeart/2005/8/layout/hierarchy1"/>
    <dgm:cxn modelId="{41BC4C59-E6C0-8245-BF7E-DAE8A361CCE2}" type="presOf" srcId="{2A5204B9-A30A-3C4C-8546-FCCD93226B23}" destId="{4C4F90AB-B4B0-CB4A-BBCA-396CD23E8B84}" srcOrd="0" destOrd="0" presId="urn:microsoft.com/office/officeart/2005/8/layout/hierarchy1"/>
    <dgm:cxn modelId="{72C48959-F020-4A4F-A4DD-B316EE3B4097}" type="presOf" srcId="{233C6366-B68D-8145-8B03-307AD211D3F7}" destId="{9C225D59-90CC-3C47-9C33-904AC42726DE}" srcOrd="0" destOrd="0" presId="urn:microsoft.com/office/officeart/2005/8/layout/hierarchy1"/>
    <dgm:cxn modelId="{36D7D95C-36F2-0248-8914-6DE72D6D4038}" type="presOf" srcId="{F06DFC62-B3CA-1147-9791-A50E514CB781}" destId="{83216F95-001C-7B40-A068-5CF9E4C19B66}" srcOrd="0" destOrd="0" presId="urn:microsoft.com/office/officeart/2005/8/layout/hierarchy1"/>
    <dgm:cxn modelId="{9477A45D-5920-E44F-857F-2761CA178AC0}" type="presOf" srcId="{EAA11710-CBEF-A141-BC21-D42BC9D024E2}" destId="{2957C0AE-CAB0-F049-90A7-D7120B101A55}" srcOrd="0" destOrd="0" presId="urn:microsoft.com/office/officeart/2005/8/layout/hierarchy1"/>
    <dgm:cxn modelId="{F7B7B060-2F6F-1440-B697-7A28B4C14375}" srcId="{DD544FD4-C748-7E40-BAAD-5EE539AC0E0E}" destId="{BDE4821A-41FB-A542-8453-A36F5FD3855C}" srcOrd="0" destOrd="0" parTransId="{EAE8EC3F-BF96-CE4A-9DD0-65E4BFB83CAD}" sibTransId="{10143A99-57CE-2541-9912-DFDF60DE1A87}"/>
    <dgm:cxn modelId="{0D450461-292F-8741-B58B-74F636E135D1}" type="presOf" srcId="{03FCF620-19D7-B542-B957-3DCF9BF955C9}" destId="{551775A3-2CB7-6948-AD57-92F71613C11D}" srcOrd="0" destOrd="0" presId="urn:microsoft.com/office/officeart/2005/8/layout/hierarchy1"/>
    <dgm:cxn modelId="{58044062-F664-D941-92AF-FED6A7B36FA4}" srcId="{1D3A2297-6FC4-BA49-8F2B-8D5302673B5D}" destId="{8297D6F8-C994-7841-8891-168C64B763D0}" srcOrd="0" destOrd="0" parTransId="{33AA4874-790D-B447-98F3-A966569E5B37}" sibTransId="{82652D49-C58E-C74B-A0A7-CE9AF0D9A85E}"/>
    <dgm:cxn modelId="{112DB962-6D1B-BA45-A8E1-00026338036C}" srcId="{C7D68C44-CAF2-CD45-B970-D657BE2C183C}" destId="{0C2AE71F-C64E-CD48-A395-7EB1B4B2D880}" srcOrd="0" destOrd="0" parTransId="{9560EF61-A313-A448-B1ED-769EC6C73388}" sibTransId="{372B88EE-E448-C048-A99E-275DCF6AAD63}"/>
    <dgm:cxn modelId="{50A2D162-00FA-904C-BC53-15C17004B9C9}" type="presOf" srcId="{A0E0ADC1-081E-BC40-BA0A-3BB313110F1D}" destId="{3694E37D-12AE-804D-9C3E-DA7F4FFFF4FA}" srcOrd="0" destOrd="0" presId="urn:microsoft.com/office/officeart/2005/8/layout/hierarchy1"/>
    <dgm:cxn modelId="{689D0866-2D51-EC4E-AAB2-1D0F3214EF60}" type="presOf" srcId="{EA458F35-9F66-CA4B-A068-D414721B67F7}" destId="{625A9F63-B4C6-034D-AEE0-C7810CD0D700}" srcOrd="0" destOrd="0" presId="urn:microsoft.com/office/officeart/2005/8/layout/hierarchy1"/>
    <dgm:cxn modelId="{26C6C867-1145-BC46-9D74-03F7946C8481}" srcId="{3C16A87F-0143-C546-80D0-F458148912FD}" destId="{1D3A2297-6FC4-BA49-8F2B-8D5302673B5D}" srcOrd="5" destOrd="0" parTransId="{53149346-7F89-1944-A32F-018FBB6770C5}" sibTransId="{6C36FAAD-41F7-214D-A190-50CF4862E419}"/>
    <dgm:cxn modelId="{F3E97869-F0A7-4B45-83B8-594B0AC91ECF}" srcId="{1B13D592-C50A-A649-8AC3-E7C869C6F333}" destId="{6DF4024B-CC42-0D49-8BDC-0F46A7ACE5E9}" srcOrd="0" destOrd="0" parTransId="{44BEA7C4-64D9-124A-BAD9-A579069B7250}" sibTransId="{B73E6D79-CEC2-4545-8F06-45B087BB0BC5}"/>
    <dgm:cxn modelId="{1F46D569-13A4-6843-A2C1-D5489C5DC67C}" srcId="{88DA90FB-03CE-F446-BE39-0DE27D648BC2}" destId="{A0E0ADC1-081E-BC40-BA0A-3BB313110F1D}" srcOrd="0" destOrd="0" parTransId="{EC2D8DAF-CD00-E244-A7AA-B7EBC94FB0D1}" sibTransId="{4246914F-67AD-BB48-BE67-B4CD38E1B385}"/>
    <dgm:cxn modelId="{02B7C46A-B146-4A4B-9C14-CC4A738FBAE9}" type="presOf" srcId="{4B6FF209-00C0-BB46-AD9A-F37741E78B3F}" destId="{447877DA-1783-2749-97C5-12BEC24C2F8D}" srcOrd="0" destOrd="0" presId="urn:microsoft.com/office/officeart/2005/8/layout/hierarchy1"/>
    <dgm:cxn modelId="{FFAD9F6C-D6FC-1C4E-903E-9E22694A9222}" srcId="{6B935DC7-97B1-6844-9CBB-F5B9C11E7C36}" destId="{F21FC8C2-DE0A-094F-8E8D-E9E21C3D7B43}" srcOrd="0" destOrd="0" parTransId="{233C6366-B68D-8145-8B03-307AD211D3F7}" sibTransId="{402484C7-2857-974F-B5BB-DFF8A577DF36}"/>
    <dgm:cxn modelId="{EB230D6E-B650-F049-A0A0-151C80105316}" type="presOf" srcId="{BDE4821A-41FB-A542-8453-A36F5FD3855C}" destId="{EE9CB96B-528B-174C-A493-2F71160C3198}" srcOrd="0" destOrd="0" presId="urn:microsoft.com/office/officeart/2005/8/layout/hierarchy1"/>
    <dgm:cxn modelId="{177A3971-2579-EF48-B5E9-927E97FC1558}" type="presOf" srcId="{53418205-F7BB-9A46-91EC-5AF1CA25209B}" destId="{5E3A243A-43AF-2E43-9DE5-65856F7E34A6}" srcOrd="0" destOrd="0" presId="urn:microsoft.com/office/officeart/2005/8/layout/hierarchy1"/>
    <dgm:cxn modelId="{496FB573-F72A-1644-8763-51814FE2D5A6}" type="presOf" srcId="{6A8205A9-AFF4-7945-8BE8-77E030111BF1}" destId="{825EAFDC-FC16-E840-B69F-F659EB06999B}" srcOrd="0" destOrd="0" presId="urn:microsoft.com/office/officeart/2005/8/layout/hierarchy1"/>
    <dgm:cxn modelId="{88BF8475-11E4-8042-8871-76075B62F3CB}" srcId="{78FF43B8-2B38-6E49-B960-8D2192243F61}" destId="{AEE77570-AE42-714F-8DD7-A34282DCB17F}" srcOrd="0" destOrd="0" parTransId="{03FCF620-19D7-B542-B957-3DCF9BF955C9}" sibTransId="{9C9FA4BB-285D-214A-8528-32F590416EEB}"/>
    <dgm:cxn modelId="{F7DF0D76-D200-3849-8B5B-CE9622587D25}" type="presOf" srcId="{53297DC7-D4A2-6849-87FD-4240F517A37B}" destId="{9098BD8D-8EE4-354A-943E-2906F1378E40}" srcOrd="0" destOrd="0" presId="urn:microsoft.com/office/officeart/2005/8/layout/hierarchy1"/>
    <dgm:cxn modelId="{B217AD76-ED03-F743-B4D3-7ADD3F15E035}" type="presOf" srcId="{512581F8-93E9-B445-B076-CC80112C4569}" destId="{F4A7BDA8-3CB8-5842-B1A2-86F1EE460264}" srcOrd="0" destOrd="0" presId="urn:microsoft.com/office/officeart/2005/8/layout/hierarchy1"/>
    <dgm:cxn modelId="{B04F267B-E9C2-384F-B87A-11A60DD66F3D}" type="presOf" srcId="{EAE8EC3F-BF96-CE4A-9DD0-65E4BFB83CAD}" destId="{0FFDB493-05F0-2346-ADF5-08617FF9DCDA}" srcOrd="0" destOrd="0" presId="urn:microsoft.com/office/officeart/2005/8/layout/hierarchy1"/>
    <dgm:cxn modelId="{84B3B77E-BAC0-AE4B-9557-7DCC36FF5AAA}" type="presOf" srcId="{AEE77570-AE42-714F-8DD7-A34282DCB17F}" destId="{76A29230-8492-F74F-98A8-E46503B59050}" srcOrd="0" destOrd="0" presId="urn:microsoft.com/office/officeart/2005/8/layout/hierarchy1"/>
    <dgm:cxn modelId="{859DB082-6038-304F-B49E-01D2C7E37B78}" type="presOf" srcId="{07E1F2DD-4A7A-4C4B-A2D8-1F27202A6D57}" destId="{F7B8E9F6-FD42-284E-A6E5-428FC860DBAD}" srcOrd="0" destOrd="0" presId="urn:microsoft.com/office/officeart/2005/8/layout/hierarchy1"/>
    <dgm:cxn modelId="{5B21F882-9A4E-5F46-9674-D783F36C3504}" srcId="{819C5FBB-39A1-864E-B6F0-2A664335D3FA}" destId="{C7358CB8-85BE-1E43-A541-8356603596BD}" srcOrd="0" destOrd="0" parTransId="{07E1F2DD-4A7A-4C4B-A2D8-1F27202A6D57}" sibTransId="{2274034F-FC1A-8A4C-AD61-DF10F9F81D5E}"/>
    <dgm:cxn modelId="{54D82584-D2A6-694A-ACAC-39B3359DC14F}" srcId="{79FC9D91-0D20-4A4F-A391-2F7A2B250A66}" destId="{B78B6B39-914D-7D44-AD69-3D93D06F742C}" srcOrd="0" destOrd="0" parTransId="{FF9DC2F6-E164-4147-B141-1F58BA450245}" sibTransId="{F03D091F-D7D7-6346-BC47-7EB5E818B861}"/>
    <dgm:cxn modelId="{E93E2585-ADF5-124E-889C-CB63CDAE83F2}" srcId="{3C16A87F-0143-C546-80D0-F458148912FD}" destId="{2A67FE44-5FAF-E145-B9C8-AD106A0B1907}" srcOrd="6" destOrd="0" parTransId="{6471C825-AC1E-D148-A68C-15E55DA31AE0}" sibTransId="{E0550BDD-34A3-7A4D-8E15-9544B62E3F7D}"/>
    <dgm:cxn modelId="{865BB285-8061-2D45-951A-D540F90EAC5F}" srcId="{3C16A87F-0143-C546-80D0-F458148912FD}" destId="{D93D9678-3466-9F4B-BD00-87FFB7E8A0DD}" srcOrd="3" destOrd="0" parTransId="{EC5B9F5A-376C-5A46-8E78-444B41DDC04F}" sibTransId="{E4B5B6CC-8103-B84C-A0A7-8AA062D8D122}"/>
    <dgm:cxn modelId="{7D395087-44E4-A64A-B4D5-BF3E8D1F4957}" type="presOf" srcId="{EC2D8DAF-CD00-E244-A7AA-B7EBC94FB0D1}" destId="{2802E2B3-0BF4-9F47-A6EA-E8E14FCCCAD3}" srcOrd="0" destOrd="0" presId="urn:microsoft.com/office/officeart/2005/8/layout/hierarchy1"/>
    <dgm:cxn modelId="{7A64E18D-15C3-CE4E-8AED-8AC75F8F9397}" type="presOf" srcId="{79FC9D91-0D20-4A4F-A391-2F7A2B250A66}" destId="{5B9731A1-DC29-DF41-B179-D13626A8C6C9}" srcOrd="0" destOrd="0" presId="urn:microsoft.com/office/officeart/2005/8/layout/hierarchy1"/>
    <dgm:cxn modelId="{C985E58D-B095-4648-B9E5-1367389A2E59}" type="presOf" srcId="{DD544FD4-C748-7E40-BAAD-5EE539AC0E0E}" destId="{3F295882-178B-9449-998B-2A17111D771C}" srcOrd="0" destOrd="0" presId="urn:microsoft.com/office/officeart/2005/8/layout/hierarchy1"/>
    <dgm:cxn modelId="{236DD58E-FCDD-8B4F-A6FF-B01637CD8435}" type="presOf" srcId="{985587D5-CEE7-0D4B-A895-B46E7E78A355}" destId="{34B7C166-E612-C644-BA14-24123ECEB482}" srcOrd="0" destOrd="0" presId="urn:microsoft.com/office/officeart/2005/8/layout/hierarchy1"/>
    <dgm:cxn modelId="{51939291-BF75-DF43-BA1D-5E8A92259E82}" type="presOf" srcId="{081E84C2-8A05-CA47-B773-A51FCBDB183E}" destId="{56915C1C-6428-AF48-A02B-2813F69FD352}" srcOrd="0" destOrd="0" presId="urn:microsoft.com/office/officeart/2005/8/layout/hierarchy1"/>
    <dgm:cxn modelId="{E911849B-9F5E-CC49-98FB-BAF59F6BC061}" type="presOf" srcId="{9138D8AC-889A-0D4E-8FB5-BD1CEB70826E}" destId="{D36DD7F5-ECE7-384F-9F42-063B329970F8}" srcOrd="0" destOrd="0" presId="urn:microsoft.com/office/officeart/2005/8/layout/hierarchy1"/>
    <dgm:cxn modelId="{05DE579D-A20F-C240-9931-CB85B5A00324}" type="presOf" srcId="{2A67FE44-5FAF-E145-B9C8-AD106A0B1907}" destId="{FF13CEE1-CAD4-A246-9B3F-6F161BE436CA}" srcOrd="0" destOrd="0" presId="urn:microsoft.com/office/officeart/2005/8/layout/hierarchy1"/>
    <dgm:cxn modelId="{1345AB9D-75D2-914C-BF5A-18350D0BCE05}" type="presOf" srcId="{0C2AE71F-C64E-CD48-A395-7EB1B4B2D880}" destId="{C838DA94-38C8-9144-AEB2-EFA4FEA5ED7E}" srcOrd="0" destOrd="0" presId="urn:microsoft.com/office/officeart/2005/8/layout/hierarchy1"/>
    <dgm:cxn modelId="{EA86139E-319F-1B40-9548-0F8C99FEA811}" srcId="{081E84C2-8A05-CA47-B773-A51FCBDB183E}" destId="{40133489-CD61-8D42-ABF8-200E3B3BFFA8}" srcOrd="0" destOrd="0" parTransId="{4B6FF209-00C0-BB46-AD9A-F37741E78B3F}" sibTransId="{C838D475-4E3F-7E49-A95C-4A849030C7F9}"/>
    <dgm:cxn modelId="{0E65DA9E-FDD3-5D4D-A692-AF5D33D0D7AF}" type="presOf" srcId="{AF6F88F9-8759-ED44-9FE9-B55E8A69AF0C}" destId="{D44EBF56-3AE8-A54A-BE90-97B9B3286E92}" srcOrd="0" destOrd="0" presId="urn:microsoft.com/office/officeart/2005/8/layout/hierarchy1"/>
    <dgm:cxn modelId="{C033B29F-BD4C-1A46-824B-F24C209DCE3D}" type="presOf" srcId="{B55FB182-6AA5-0A4E-82BC-D07468629FFB}" destId="{1D79D097-6C93-194E-ABE0-E0B4303331E5}" srcOrd="0" destOrd="0" presId="urn:microsoft.com/office/officeart/2005/8/layout/hierarchy1"/>
    <dgm:cxn modelId="{FEC72BA1-EF18-9D4A-8929-3A62E3524361}" type="presOf" srcId="{B09E901F-4726-9041-BDC2-99679B7EB06B}" destId="{4F6914F9-2BDD-3C48-B823-6EF902460C88}" srcOrd="0" destOrd="0" presId="urn:microsoft.com/office/officeart/2005/8/layout/hierarchy1"/>
    <dgm:cxn modelId="{8A1A7DA1-ED93-BD40-8E11-A206BE044BE7}" srcId="{0C2AE71F-C64E-CD48-A395-7EB1B4B2D880}" destId="{86253F77-018D-5244-95DA-2507959CF1E9}" srcOrd="0" destOrd="0" parTransId="{E9CB3490-C333-AF44-991D-A981F0EEE726}" sibTransId="{B88CB2A5-9A90-DE49-9100-7A2288A60896}"/>
    <dgm:cxn modelId="{FFEA72A6-EB8E-F142-BABE-CCB900CD31C0}" srcId="{B78B6B39-914D-7D44-AD69-3D93D06F742C}" destId="{88DA90FB-03CE-F446-BE39-0DE27D648BC2}" srcOrd="0" destOrd="0" parTransId="{83F8D2E3-7165-6B41-9C89-100DA167CDB7}" sibTransId="{0B09EC5F-480C-504A-8351-8F68D2EEF64B}"/>
    <dgm:cxn modelId="{463FCCA8-BDD5-284C-9E3A-76DECB91157A}" type="presOf" srcId="{8CCB2AEB-309E-AF4E-88E3-82D0DF6A8443}" destId="{68925B57-BEA9-A14B-95C5-5641AE370AE5}" srcOrd="0" destOrd="0" presId="urn:microsoft.com/office/officeart/2005/8/layout/hierarchy1"/>
    <dgm:cxn modelId="{F50EB0A9-641D-5F4D-9FD8-7C53AC243873}" srcId="{BDE4821A-41FB-A542-8453-A36F5FD3855C}" destId="{985587D5-CEE7-0D4B-A895-B46E7E78A355}" srcOrd="0" destOrd="0" parTransId="{EC2690CB-A2E8-344B-A7D4-C4E8E160E79A}" sibTransId="{603579DF-DB8E-5C4C-9A97-0231EFA14554}"/>
    <dgm:cxn modelId="{82FFC1B0-1932-3C4F-B883-9A301D497CBF}" type="presOf" srcId="{F423ED99-D6B0-8744-A804-770B56BE280D}" destId="{9AAF06D3-9946-D249-B623-FC286100A915}" srcOrd="0" destOrd="0" presId="urn:microsoft.com/office/officeart/2005/8/layout/hierarchy1"/>
    <dgm:cxn modelId="{5FEA3EB5-61B0-3E40-B8D1-32452E25FBBB}" type="presOf" srcId="{C7358CB8-85BE-1E43-A541-8356603596BD}" destId="{57026838-5B89-F04C-A105-AB60D1AAE372}" srcOrd="0" destOrd="0" presId="urn:microsoft.com/office/officeart/2005/8/layout/hierarchy1"/>
    <dgm:cxn modelId="{C7F2D7B5-36D2-044D-8575-10E7B09B8C1D}" type="presOf" srcId="{53149346-7F89-1944-A32F-018FBB6770C5}" destId="{5680A9E4-80AE-534F-B6F2-C526A80D1DCB}" srcOrd="0" destOrd="0" presId="urn:microsoft.com/office/officeart/2005/8/layout/hierarchy1"/>
    <dgm:cxn modelId="{84D17FB6-77EF-3F44-BF4B-D77719932E41}" type="presOf" srcId="{6DF4024B-CC42-0D49-8BDC-0F46A7ACE5E9}" destId="{540860A7-7931-AA44-AD65-15CE7D91A57A}" srcOrd="0" destOrd="0" presId="urn:microsoft.com/office/officeart/2005/8/layout/hierarchy1"/>
    <dgm:cxn modelId="{2F55E8B6-9FA4-EC4E-9F38-5C5DBC65AFE5}" type="presOf" srcId="{B78B6B39-914D-7D44-AD69-3D93D06F742C}" destId="{B458862F-35DB-A449-8BBA-E8514413A9D2}" srcOrd="0" destOrd="0" presId="urn:microsoft.com/office/officeart/2005/8/layout/hierarchy1"/>
    <dgm:cxn modelId="{667C21B7-FC92-AF4C-B9F2-1CD636C6FEFE}" type="presOf" srcId="{1D3A2297-6FC4-BA49-8F2B-8D5302673B5D}" destId="{A5713588-D6A6-F242-81DD-322CFB66183B}" srcOrd="0" destOrd="0" presId="urn:microsoft.com/office/officeart/2005/8/layout/hierarchy1"/>
    <dgm:cxn modelId="{E104DABB-1543-DD44-9C4B-D5E6157B7444}" type="presOf" srcId="{9560EF61-A313-A448-B1ED-769EC6C73388}" destId="{140BCAA8-585C-8F42-916C-CFAB189693D8}" srcOrd="0" destOrd="0" presId="urn:microsoft.com/office/officeart/2005/8/layout/hierarchy1"/>
    <dgm:cxn modelId="{43AED9BC-8DDB-7A45-B77B-DE5E701A8013}" type="presOf" srcId="{3C16A87F-0143-C546-80D0-F458148912FD}" destId="{954CE81A-40BF-0E48-B56E-FA4E7D6235A6}" srcOrd="0" destOrd="0" presId="urn:microsoft.com/office/officeart/2005/8/layout/hierarchy1"/>
    <dgm:cxn modelId="{7E9EC3BF-A224-DD40-9C05-464DA32778B7}" type="presOf" srcId="{AB78452F-CCE9-3943-8ABC-345AE4D31308}" destId="{A3045D26-ACC7-664C-948A-59C20FC5103F}" srcOrd="0" destOrd="0" presId="urn:microsoft.com/office/officeart/2005/8/layout/hierarchy1"/>
    <dgm:cxn modelId="{B285CFC2-F96B-BB4E-8218-094DFFE6851A}" type="presOf" srcId="{6471C825-AC1E-D148-A68C-15E55DA31AE0}" destId="{F1401C97-8FAD-2848-875E-A10CF18E3208}" srcOrd="0" destOrd="0" presId="urn:microsoft.com/office/officeart/2005/8/layout/hierarchy1"/>
    <dgm:cxn modelId="{AE914FC3-A391-6D48-84BD-F2964408B5CB}" type="presOf" srcId="{D65A8B25-002A-074E-A6AB-084E9096502C}" destId="{7BE01791-D150-C84B-9F09-6EC847280CA4}" srcOrd="0" destOrd="0" presId="urn:microsoft.com/office/officeart/2005/8/layout/hierarchy1"/>
    <dgm:cxn modelId="{DDD821C4-244B-CF41-AB17-FC34C240D4BD}" srcId="{40133489-CD61-8D42-ABF8-200E3B3BFFA8}" destId="{D8772599-831B-654B-8764-A49069D074B7}" srcOrd="0" destOrd="0" parTransId="{6DCAFE6D-0776-7845-980C-D06BE6089C87}" sibTransId="{107E53AB-3081-E34C-BFB9-0478975C03F1}"/>
    <dgm:cxn modelId="{EE795CC7-E477-5E42-9245-B3F5D6A27728}" srcId="{D8772599-831B-654B-8764-A49069D074B7}" destId="{78FF43B8-2B38-6E49-B960-8D2192243F61}" srcOrd="0" destOrd="0" parTransId="{F423ED99-D6B0-8744-A804-770B56BE280D}" sibTransId="{5D30CCFE-620F-DA4D-9D2D-7D4541E1FCAD}"/>
    <dgm:cxn modelId="{507227C9-F3BB-FC4B-A88B-5E3A1A482208}" srcId="{D93D9678-3466-9F4B-BD00-87FFB7E8A0DD}" destId="{79FC9D91-0D20-4A4F-A391-2F7A2B250A66}" srcOrd="0" destOrd="0" parTransId="{F1E53A3F-053C-8440-AF20-E003F5DA1194}" sibTransId="{AE1A80E4-7CBD-544D-8AAE-996A7379FB06}"/>
    <dgm:cxn modelId="{6508A0CC-AB10-444F-B598-9ED246EE38C5}" srcId="{9255ECE5-5922-7243-B29A-68F155FB237A}" destId="{9801FDAB-B1F2-644E-B870-B558B8B2DF26}" srcOrd="0" destOrd="0" parTransId="{44876EB4-8128-964B-BCB4-E82A8A47FC27}" sibTransId="{87B5D849-7D8C-7C44-8504-C96F622A06EB}"/>
    <dgm:cxn modelId="{FFE611CE-3AF3-0846-81BF-E8F0E31C5047}" type="presOf" srcId="{44BEA7C4-64D9-124A-BAD9-A579069B7250}" destId="{22D7A637-A254-3C40-B775-8C309921099F}" srcOrd="0" destOrd="0" presId="urn:microsoft.com/office/officeart/2005/8/layout/hierarchy1"/>
    <dgm:cxn modelId="{333A5FCF-7654-554A-9650-BA7D9C0E2524}" type="presOf" srcId="{11B6F619-354A-A743-9CA8-E517BA2418A4}" destId="{5869A7E9-7890-F84F-874F-FB5109EE6ED3}" srcOrd="0" destOrd="0" presId="urn:microsoft.com/office/officeart/2005/8/layout/hierarchy1"/>
    <dgm:cxn modelId="{E64A01D0-48EE-F341-B4C9-4475DE44BE96}" srcId="{9B31E2D9-BDA5-EA40-9537-64C2D85A4725}" destId="{75C9AD3F-C9F4-3049-A094-7EE937B33E18}" srcOrd="0" destOrd="0" parTransId="{E6DBC307-17C0-924F-98B2-E035A8DB7882}" sibTransId="{0BBDAA97-5FBB-0348-8A82-A9526971783D}"/>
    <dgm:cxn modelId="{5D0161D0-8F94-424C-9CB3-00FCAC1A8E32}" srcId="{2A67FE44-5FAF-E145-B9C8-AD106A0B1907}" destId="{6B935DC7-97B1-6844-9CBB-F5B9C11E7C36}" srcOrd="0" destOrd="0" parTransId="{E29E1C63-EFE1-0343-AB25-C3727E39ADD6}" sibTransId="{C35BD36E-014D-F84B-90B4-A3374224146A}"/>
    <dgm:cxn modelId="{36E6F5D2-4753-F74A-A06B-66DF79450A34}" srcId="{E056F78A-979D-F746-926D-73B65E3A21F9}" destId="{AB78452F-CCE9-3943-8ABC-345AE4D31308}" srcOrd="0" destOrd="0" parTransId="{89BDD228-AF51-5D42-B9F3-70023983C29D}" sibTransId="{273176E5-7654-784D-B152-1FC4BEAA898E}"/>
    <dgm:cxn modelId="{EDC2F6D2-A2CA-5045-B666-A3623A5163B6}" type="presOf" srcId="{FF9DC2F6-E164-4147-B141-1F58BA450245}" destId="{7EBEFFF3-4DE5-074C-AF73-F0BE1FCCC075}" srcOrd="0" destOrd="0" presId="urn:microsoft.com/office/officeart/2005/8/layout/hierarchy1"/>
    <dgm:cxn modelId="{73579FD4-F390-BD46-AABE-CA78CD82E381}" type="presOf" srcId="{24E10CC1-C8FD-F34A-A3F7-056611239082}" destId="{B9F854E6-40F7-304E-B463-D58EF5FFBBC2}" srcOrd="0" destOrd="0" presId="urn:microsoft.com/office/officeart/2005/8/layout/hierarchy1"/>
    <dgm:cxn modelId="{AE9E57D5-7170-684E-809F-626F88F472CF}" type="presOf" srcId="{C7D68C44-CAF2-CD45-B970-D657BE2C183C}" destId="{4232BADD-8274-4246-BAED-3695444F0FC3}" srcOrd="0" destOrd="0" presId="urn:microsoft.com/office/officeart/2005/8/layout/hierarchy1"/>
    <dgm:cxn modelId="{DF7F83D6-6872-B941-A1FB-DA2E9B2D6EAE}" type="presOf" srcId="{F21FC8C2-DE0A-094F-8E8D-E9E21C3D7B43}" destId="{2AE276CF-0859-9A4E-9602-CB05769ED12C}" srcOrd="0" destOrd="0" presId="urn:microsoft.com/office/officeart/2005/8/layout/hierarchy1"/>
    <dgm:cxn modelId="{13B728D8-1E13-444C-8D3D-9E573772E4B4}" type="presOf" srcId="{CF857E17-267E-714E-B7E4-D1CC392C7A5F}" destId="{1C5553E5-CF03-E04C-A3EF-B7BB21F66EF8}" srcOrd="0" destOrd="0" presId="urn:microsoft.com/office/officeart/2005/8/layout/hierarchy1"/>
    <dgm:cxn modelId="{5FF62AD8-6025-4540-A2D9-D833119A81AC}" type="presOf" srcId="{5E6942E0-31BF-3548-A9A2-A6616B5423C0}" destId="{FFA2C39A-B287-2B45-98FF-F4CBBEAD9CB9}" srcOrd="0" destOrd="0" presId="urn:microsoft.com/office/officeart/2005/8/layout/hierarchy1"/>
    <dgm:cxn modelId="{D1F625DA-93E8-2E4D-BAA5-82885C0ABC33}" type="presOf" srcId="{EC5B9F5A-376C-5A46-8E78-444B41DDC04F}" destId="{2E544DB8-59FA-EE44-BF2D-887EF741966C}" srcOrd="0" destOrd="0" presId="urn:microsoft.com/office/officeart/2005/8/layout/hierarchy1"/>
    <dgm:cxn modelId="{65DB3EDB-99C2-7F43-B5E8-BDC6FDA42840}" type="presOf" srcId="{F1E53A3F-053C-8440-AF20-E003F5DA1194}" destId="{7C3E313D-9765-D749-AAF8-412382A7ABBC}" srcOrd="0" destOrd="0" presId="urn:microsoft.com/office/officeart/2005/8/layout/hierarchy1"/>
    <dgm:cxn modelId="{92D985DE-9D43-CF49-A17A-99B43BCBCAF1}" srcId="{EAA11710-CBEF-A141-BC21-D42BC9D024E2}" destId="{9138D8AC-889A-0D4E-8FB5-BD1CEB70826E}" srcOrd="0" destOrd="0" parTransId="{1C489095-D1D0-4249-8363-FD713E1CB80C}" sibTransId="{19563494-79AB-ED49-9B39-DDD7795C07E4}"/>
    <dgm:cxn modelId="{CE22C1E5-013D-6445-81B8-39348C100FEB}" type="presOf" srcId="{A2B467C4-E8F9-2542-A961-904611D91C43}" destId="{5CB31B9D-90B5-5A4D-873E-7F76DC5CD46B}" srcOrd="0" destOrd="0" presId="urn:microsoft.com/office/officeart/2005/8/layout/hierarchy1"/>
    <dgm:cxn modelId="{16B9C5E5-BA6F-854F-98F4-0A2DC56F7410}" type="presOf" srcId="{33AA4874-790D-B447-98F3-A966569E5B37}" destId="{FA618B50-4C21-F74B-8396-BFEFB5C20D9A}" srcOrd="0" destOrd="0" presId="urn:microsoft.com/office/officeart/2005/8/layout/hierarchy1"/>
    <dgm:cxn modelId="{1C68D0E5-FB95-064D-B94F-F0229617E967}" type="presOf" srcId="{44807BCB-8325-0C44-B0EB-7EA18EBC1AE6}" destId="{007345A2-1665-8442-92B4-3505A325924B}" srcOrd="0" destOrd="0" presId="urn:microsoft.com/office/officeart/2005/8/layout/hierarchy1"/>
    <dgm:cxn modelId="{4DE983E6-A04E-3245-B348-1E8B80CB0A42}" srcId="{86253F77-018D-5244-95DA-2507959CF1E9}" destId="{9B31E2D9-BDA5-EA40-9537-64C2D85A4725}" srcOrd="0" destOrd="0" parTransId="{B4CCF2F1-DBEB-824A-8AEE-DB6C6C8181D8}" sibTransId="{3F6953BA-C353-F544-96DC-C42D1C6DD190}"/>
    <dgm:cxn modelId="{7C5A1AEA-0CCC-5A49-84C7-85962AA3C642}" type="presOf" srcId="{819C5FBB-39A1-864E-B6F0-2A664335D3FA}" destId="{9DFF9451-A090-6E41-83F0-6B045351750F}" srcOrd="0" destOrd="0" presId="urn:microsoft.com/office/officeart/2005/8/layout/hierarchy1"/>
    <dgm:cxn modelId="{9FBCE2EA-50DC-4448-B79F-9E9D64100B14}" type="presOf" srcId="{E6DBC307-17C0-924F-98B2-E035A8DB7882}" destId="{F57F3144-C10A-224B-A9F1-8C57A30C0454}" srcOrd="0" destOrd="0" presId="urn:microsoft.com/office/officeart/2005/8/layout/hierarchy1"/>
    <dgm:cxn modelId="{2223DCEB-6982-9345-A0E6-17D1839FDF4F}" type="presOf" srcId="{88DA90FB-03CE-F446-BE39-0DE27D648BC2}" destId="{67F6DF39-E669-A242-9D48-1C789B4F9E72}" srcOrd="0" destOrd="0" presId="urn:microsoft.com/office/officeart/2005/8/layout/hierarchy1"/>
    <dgm:cxn modelId="{59E8E6EB-B285-E84E-BA0F-0A9A940F61EB}" srcId="{8CCB2AEB-309E-AF4E-88E3-82D0DF6A8443}" destId="{F2F5C86E-061E-B44B-9713-AC99D97427C1}" srcOrd="0" destOrd="0" parTransId="{5E6942E0-31BF-3548-A9A2-A6616B5423C0}" sibTransId="{6F301BAA-6679-CA4F-9D3B-BDABC363C015}"/>
    <dgm:cxn modelId="{F097A8EE-D243-C64F-B475-1E561885DA80}" type="presOf" srcId="{89BDD228-AF51-5D42-B9F3-70023983C29D}" destId="{B06B1196-168F-1B46-8910-9E6D5CA16392}" srcOrd="0" destOrd="0" presId="urn:microsoft.com/office/officeart/2005/8/layout/hierarchy1"/>
    <dgm:cxn modelId="{1DC365F0-5220-B544-98A2-0AEE1290C5C7}" srcId="{9138D8AC-889A-0D4E-8FB5-BD1CEB70826E}" destId="{D65A8B25-002A-074E-A6AB-084E9096502C}" srcOrd="0" destOrd="0" parTransId="{6295B4AB-B63F-374C-BE12-59BBB40091DF}" sibTransId="{067E0968-3971-7B4D-8C8D-937E86653448}"/>
    <dgm:cxn modelId="{EA056FF0-62D1-304C-8985-03D11887DD8F}" type="presOf" srcId="{63B205A6-63EF-F24D-A0E8-B8E192B7F827}" destId="{F5A65B4B-D16C-7B44-9F70-1A3E4DFD06B0}" srcOrd="0" destOrd="0" presId="urn:microsoft.com/office/officeart/2005/8/layout/hierarchy1"/>
    <dgm:cxn modelId="{AD306BF1-A723-134F-925B-1660C7158A8D}" type="presOf" srcId="{98A7BEA0-2F11-8A47-BB96-0D5C95B86C9A}" destId="{A7E035AA-6AE8-C548-9EAE-B830A2AA2CA5}" srcOrd="0" destOrd="0" presId="urn:microsoft.com/office/officeart/2005/8/layout/hierarchy1"/>
    <dgm:cxn modelId="{569B43F2-794C-3747-B023-A6312DDBBB25}" type="presOf" srcId="{53774F07-FC33-9D44-B243-B33B02D51431}" destId="{5BAC1E72-6783-E84D-B765-2E02BC6C3A6F}" srcOrd="0" destOrd="0" presId="urn:microsoft.com/office/officeart/2005/8/layout/hierarchy1"/>
    <dgm:cxn modelId="{B78068F7-9C87-5744-BD3D-29B007FA2062}" type="presOf" srcId="{83F8D2E3-7165-6B41-9C89-100DA167CDB7}" destId="{86999DAD-D30E-884F-BDFD-43AA26BAB8D6}" srcOrd="0" destOrd="0" presId="urn:microsoft.com/office/officeart/2005/8/layout/hierarchy1"/>
    <dgm:cxn modelId="{44E0B0F7-3437-9043-A23B-A1EA75156FF2}" type="presOf" srcId="{8297D6F8-C994-7841-8891-168C64B763D0}" destId="{533DE543-E6C7-634C-8119-6C2C96437C04}" srcOrd="0" destOrd="0" presId="urn:microsoft.com/office/officeart/2005/8/layout/hierarchy1"/>
    <dgm:cxn modelId="{A9C9F6F7-0DB5-3C4E-9E87-724D5E934CF3}" srcId="{A0E0ADC1-081E-BC40-BA0A-3BB313110F1D}" destId="{8CCB2AEB-309E-AF4E-88E3-82D0DF6A8443}" srcOrd="0" destOrd="0" parTransId="{5C9A9F01-6A4D-DE41-AF17-FE908FF5B5EF}" sibTransId="{EF3AB22D-22E1-664C-ADEB-233A08695E52}"/>
    <dgm:cxn modelId="{9E0B7CF9-8125-EE41-BAE7-930AC335421A}" type="presOf" srcId="{E056F78A-979D-F746-926D-73B65E3A21F9}" destId="{0D5C3511-6B99-6442-8094-27E2AE4FBC3F}" srcOrd="0" destOrd="0" presId="urn:microsoft.com/office/officeart/2005/8/layout/hierarchy1"/>
    <dgm:cxn modelId="{C2603CFB-9A9D-5E49-AFC6-4139021D21A0}" type="presOf" srcId="{748A5E5F-C8A1-494D-9D50-8A06370D17D5}" destId="{9FC5A3E8-D9D0-864C-9B5F-55DBB9AD4F12}" srcOrd="0" destOrd="0" presId="urn:microsoft.com/office/officeart/2005/8/layout/hierarchy1"/>
    <dgm:cxn modelId="{A669FAFB-2AAF-A344-BF60-38C2DDD98CF5}" srcId="{24E10CC1-C8FD-F34A-A3F7-056611239082}" destId="{081E84C2-8A05-CA47-B773-A51FCBDB183E}" srcOrd="0" destOrd="0" parTransId="{53297DC7-D4A2-6849-87FD-4240F517A37B}" sibTransId="{50F7917A-F06D-1A42-BD65-0482840CA06C}"/>
    <dgm:cxn modelId="{FCC69BFF-61EF-524C-A67E-7FF8B6F2626E}" srcId="{6A8205A9-AFF4-7945-8BE8-77E030111BF1}" destId="{1B13D592-C50A-A649-8AC3-E7C869C6F333}" srcOrd="0" destOrd="0" parTransId="{74F4B14C-E62F-8346-BE91-33ED04FD5974}" sibTransId="{4E5CE87B-7E9C-8B49-B7EF-0D12A88CF269}"/>
    <dgm:cxn modelId="{DDBD08EE-B971-3D45-9752-04FC72491CEC}" type="presParOf" srcId="{822D93FC-81D7-9D42-B4A0-F7AD165D5118}" destId="{8BC4843D-E0E9-7F43-93A0-F8B1DE8DCA53}" srcOrd="0" destOrd="0" presId="urn:microsoft.com/office/officeart/2005/8/layout/hierarchy1"/>
    <dgm:cxn modelId="{8EE6C64C-9A17-A14B-A148-7BECC4B4077E}" type="presParOf" srcId="{8BC4843D-E0E9-7F43-93A0-F8B1DE8DCA53}" destId="{551CEDDF-B350-BF41-AA12-1840A7B06807}" srcOrd="0" destOrd="0" presId="urn:microsoft.com/office/officeart/2005/8/layout/hierarchy1"/>
    <dgm:cxn modelId="{798C6572-659D-144C-AEDF-A7E7CA29672D}" type="presParOf" srcId="{551CEDDF-B350-BF41-AA12-1840A7B06807}" destId="{CB089603-B7BB-734E-9B62-4290FAB4D50A}" srcOrd="0" destOrd="0" presId="urn:microsoft.com/office/officeart/2005/8/layout/hierarchy1"/>
    <dgm:cxn modelId="{BCAB49A7-266F-3744-8A14-4A75D22D24F5}" type="presParOf" srcId="{551CEDDF-B350-BF41-AA12-1840A7B06807}" destId="{954CE81A-40BF-0E48-B56E-FA4E7D6235A6}" srcOrd="1" destOrd="0" presId="urn:microsoft.com/office/officeart/2005/8/layout/hierarchy1"/>
    <dgm:cxn modelId="{6908549D-484D-D746-B014-F141E338FB04}" type="presParOf" srcId="{8BC4843D-E0E9-7F43-93A0-F8B1DE8DCA53}" destId="{0E32848A-7390-0A4B-B377-D92FFBB5F8F7}" srcOrd="1" destOrd="0" presId="urn:microsoft.com/office/officeart/2005/8/layout/hierarchy1"/>
    <dgm:cxn modelId="{9764A2BE-E5BA-D946-B3C4-A31564A70716}" type="presParOf" srcId="{0E32848A-7390-0A4B-B377-D92FFBB5F8F7}" destId="{F355FD19-5703-B74F-B28B-C643533E6B8C}" srcOrd="0" destOrd="0" presId="urn:microsoft.com/office/officeart/2005/8/layout/hierarchy1"/>
    <dgm:cxn modelId="{D90F9869-CA75-C444-84EC-1A1D16B76027}" type="presParOf" srcId="{0E32848A-7390-0A4B-B377-D92FFBB5F8F7}" destId="{051F81F0-2AE7-7642-A1EC-FD781B2CA266}" srcOrd="1" destOrd="0" presId="urn:microsoft.com/office/officeart/2005/8/layout/hierarchy1"/>
    <dgm:cxn modelId="{7176E3DA-8A81-8D44-B128-C27191664D9D}" type="presParOf" srcId="{051F81F0-2AE7-7642-A1EC-FD781B2CA266}" destId="{505F2747-8427-C247-93DB-29E9DCF13FE9}" srcOrd="0" destOrd="0" presId="urn:microsoft.com/office/officeart/2005/8/layout/hierarchy1"/>
    <dgm:cxn modelId="{3DB59349-3077-0644-9F19-3888C42092C2}" type="presParOf" srcId="{505F2747-8427-C247-93DB-29E9DCF13FE9}" destId="{71609BCC-5679-4C4B-8014-385C27FFE180}" srcOrd="0" destOrd="0" presId="urn:microsoft.com/office/officeart/2005/8/layout/hierarchy1"/>
    <dgm:cxn modelId="{A18F6F33-1465-4F4A-8FBA-8FF814B36E58}" type="presParOf" srcId="{505F2747-8427-C247-93DB-29E9DCF13FE9}" destId="{3F295882-178B-9449-998B-2A17111D771C}" srcOrd="1" destOrd="0" presId="urn:microsoft.com/office/officeart/2005/8/layout/hierarchy1"/>
    <dgm:cxn modelId="{D96A85DD-41E6-5948-8229-6687ADF951E2}" type="presParOf" srcId="{051F81F0-2AE7-7642-A1EC-FD781B2CA266}" destId="{215039E5-6F53-E74D-A270-0127D61E2F18}" srcOrd="1" destOrd="0" presId="urn:microsoft.com/office/officeart/2005/8/layout/hierarchy1"/>
    <dgm:cxn modelId="{E649F805-5BD4-0748-B45B-2367228BC30C}" type="presParOf" srcId="{215039E5-6F53-E74D-A270-0127D61E2F18}" destId="{0FFDB493-05F0-2346-ADF5-08617FF9DCDA}" srcOrd="0" destOrd="0" presId="urn:microsoft.com/office/officeart/2005/8/layout/hierarchy1"/>
    <dgm:cxn modelId="{BC47EFAD-4CBB-434A-872B-4EE7EFC4EB5E}" type="presParOf" srcId="{215039E5-6F53-E74D-A270-0127D61E2F18}" destId="{739B541B-AE93-9642-99FA-B87405C4DEEB}" srcOrd="1" destOrd="0" presId="urn:microsoft.com/office/officeart/2005/8/layout/hierarchy1"/>
    <dgm:cxn modelId="{965A8149-5451-E542-9378-D75ACD991A11}" type="presParOf" srcId="{739B541B-AE93-9642-99FA-B87405C4DEEB}" destId="{56661D2E-0A0D-AD4B-8D37-ABF33438B163}" srcOrd="0" destOrd="0" presId="urn:microsoft.com/office/officeart/2005/8/layout/hierarchy1"/>
    <dgm:cxn modelId="{CAE4431D-8839-A04A-8328-C9651DD212EF}" type="presParOf" srcId="{56661D2E-0A0D-AD4B-8D37-ABF33438B163}" destId="{E4B73507-FF54-7942-A1DA-CC28FC8F6362}" srcOrd="0" destOrd="0" presId="urn:microsoft.com/office/officeart/2005/8/layout/hierarchy1"/>
    <dgm:cxn modelId="{BB698C7A-C9C3-9546-B6C3-1B59EA7FEF58}" type="presParOf" srcId="{56661D2E-0A0D-AD4B-8D37-ABF33438B163}" destId="{EE9CB96B-528B-174C-A493-2F71160C3198}" srcOrd="1" destOrd="0" presId="urn:microsoft.com/office/officeart/2005/8/layout/hierarchy1"/>
    <dgm:cxn modelId="{77DA9F54-5F6F-C341-B817-CDC3BD2D945E}" type="presParOf" srcId="{739B541B-AE93-9642-99FA-B87405C4DEEB}" destId="{48469500-C539-FC46-B6BC-131056B93723}" srcOrd="1" destOrd="0" presId="urn:microsoft.com/office/officeart/2005/8/layout/hierarchy1"/>
    <dgm:cxn modelId="{C81307A0-796B-C346-A75F-04C21707B4F4}" type="presParOf" srcId="{48469500-C539-FC46-B6BC-131056B93723}" destId="{A017DEA0-35FD-2C40-81C3-72C19B3A6A0D}" srcOrd="0" destOrd="0" presId="urn:microsoft.com/office/officeart/2005/8/layout/hierarchy1"/>
    <dgm:cxn modelId="{2685F382-63AF-1E4C-BEDC-C2AFB44FA39C}" type="presParOf" srcId="{48469500-C539-FC46-B6BC-131056B93723}" destId="{1170934C-ACD1-8E44-800C-1BCDA22B40A3}" srcOrd="1" destOrd="0" presId="urn:microsoft.com/office/officeart/2005/8/layout/hierarchy1"/>
    <dgm:cxn modelId="{D813E882-8388-5B4C-971F-056D40E993A4}" type="presParOf" srcId="{1170934C-ACD1-8E44-800C-1BCDA22B40A3}" destId="{526B02D2-4930-2E42-8304-4A9F6872733D}" srcOrd="0" destOrd="0" presId="urn:microsoft.com/office/officeart/2005/8/layout/hierarchy1"/>
    <dgm:cxn modelId="{C35CF99E-3787-B14C-8145-EF66BB6E72B4}" type="presParOf" srcId="{526B02D2-4930-2E42-8304-4A9F6872733D}" destId="{12D568B4-03B9-1D4F-BAF5-82A927F38A6B}" srcOrd="0" destOrd="0" presId="urn:microsoft.com/office/officeart/2005/8/layout/hierarchy1"/>
    <dgm:cxn modelId="{750B62E7-3337-014D-BF99-D3EB6C2F999B}" type="presParOf" srcId="{526B02D2-4930-2E42-8304-4A9F6872733D}" destId="{34B7C166-E612-C644-BA14-24123ECEB482}" srcOrd="1" destOrd="0" presId="urn:microsoft.com/office/officeart/2005/8/layout/hierarchy1"/>
    <dgm:cxn modelId="{FDD01315-E134-B343-8FBF-327B7692CC5D}" type="presParOf" srcId="{1170934C-ACD1-8E44-800C-1BCDA22B40A3}" destId="{E06BD627-1790-E840-BAF4-E8C67E82E0CC}" srcOrd="1" destOrd="0" presId="urn:microsoft.com/office/officeart/2005/8/layout/hierarchy1"/>
    <dgm:cxn modelId="{E2C8C23A-A726-E44C-878D-6CB3D7F0A2F2}" type="presParOf" srcId="{E06BD627-1790-E840-BAF4-E8C67E82E0CC}" destId="{F5A65B4B-D16C-7B44-9F70-1A3E4DFD06B0}" srcOrd="0" destOrd="0" presId="urn:microsoft.com/office/officeart/2005/8/layout/hierarchy1"/>
    <dgm:cxn modelId="{4278C0D2-9758-E249-A84C-63E0D5FDBF6A}" type="presParOf" srcId="{E06BD627-1790-E840-BAF4-E8C67E82E0CC}" destId="{4FDAAC99-7502-6643-ABB4-AFC16DF589C3}" srcOrd="1" destOrd="0" presId="urn:microsoft.com/office/officeart/2005/8/layout/hierarchy1"/>
    <dgm:cxn modelId="{0FA8C8DD-2B21-2441-917F-2FB6D7383E6E}" type="presParOf" srcId="{4FDAAC99-7502-6643-ABB4-AFC16DF589C3}" destId="{A0D43326-47EB-8E41-82F3-615D2EEEE33E}" srcOrd="0" destOrd="0" presId="urn:microsoft.com/office/officeart/2005/8/layout/hierarchy1"/>
    <dgm:cxn modelId="{DA0DA299-0D25-0449-B64C-2D97962FFF5F}" type="presParOf" srcId="{A0D43326-47EB-8E41-82F3-615D2EEEE33E}" destId="{E3694C59-D0E8-9649-A3E2-6C21AC226320}" srcOrd="0" destOrd="0" presId="urn:microsoft.com/office/officeart/2005/8/layout/hierarchy1"/>
    <dgm:cxn modelId="{AEF68C0D-76EB-1A44-85EB-7FCEAE0E9C8A}" type="presParOf" srcId="{A0D43326-47EB-8E41-82F3-615D2EEEE33E}" destId="{5E3A243A-43AF-2E43-9DE5-65856F7E34A6}" srcOrd="1" destOrd="0" presId="urn:microsoft.com/office/officeart/2005/8/layout/hierarchy1"/>
    <dgm:cxn modelId="{BD16243A-38E6-124E-BA07-7AF3DBF3EF37}" type="presParOf" srcId="{4FDAAC99-7502-6643-ABB4-AFC16DF589C3}" destId="{AE6D9AFC-537E-B64A-B093-362754992C2F}" srcOrd="1" destOrd="0" presId="urn:microsoft.com/office/officeart/2005/8/layout/hierarchy1"/>
    <dgm:cxn modelId="{19ED66A1-6D24-0C48-A346-20D740E74496}" type="presParOf" srcId="{AE6D9AFC-537E-B64A-B093-362754992C2F}" destId="{A7E035AA-6AE8-C548-9EAE-B830A2AA2CA5}" srcOrd="0" destOrd="0" presId="urn:microsoft.com/office/officeart/2005/8/layout/hierarchy1"/>
    <dgm:cxn modelId="{8869250B-E218-074C-B8E1-4F1FA7BE5FAF}" type="presParOf" srcId="{AE6D9AFC-537E-B64A-B093-362754992C2F}" destId="{5A50176F-E741-4A44-933C-36C9365F0D6C}" srcOrd="1" destOrd="0" presId="urn:microsoft.com/office/officeart/2005/8/layout/hierarchy1"/>
    <dgm:cxn modelId="{E1D2485E-5369-F548-BD2A-6FD39B3A1056}" type="presParOf" srcId="{5A50176F-E741-4A44-933C-36C9365F0D6C}" destId="{58C2F234-6B7D-F944-BC7D-4FFC5DEA47B3}" srcOrd="0" destOrd="0" presId="urn:microsoft.com/office/officeart/2005/8/layout/hierarchy1"/>
    <dgm:cxn modelId="{967D20B2-3D3B-244F-A9A5-23185C81D2E9}" type="presParOf" srcId="{58C2F234-6B7D-F944-BC7D-4FFC5DEA47B3}" destId="{9B5B0E50-FAD7-484C-97E4-A57D2A5B79B9}" srcOrd="0" destOrd="0" presId="urn:microsoft.com/office/officeart/2005/8/layout/hierarchy1"/>
    <dgm:cxn modelId="{89C0FC31-1E27-0743-8E3A-C48248A8F074}" type="presParOf" srcId="{58C2F234-6B7D-F944-BC7D-4FFC5DEA47B3}" destId="{177CA9C2-5031-7E41-8264-9CE781A49062}" srcOrd="1" destOrd="0" presId="urn:microsoft.com/office/officeart/2005/8/layout/hierarchy1"/>
    <dgm:cxn modelId="{C2006B5D-B225-914D-9AFA-5D086549B0FF}" type="presParOf" srcId="{5A50176F-E741-4A44-933C-36C9365F0D6C}" destId="{0E5798D5-2A18-1E49-8BF0-58D877DD61B5}" srcOrd="1" destOrd="0" presId="urn:microsoft.com/office/officeart/2005/8/layout/hierarchy1"/>
    <dgm:cxn modelId="{97619EE3-C295-2C4F-8495-90A91F1AEA5E}" type="presParOf" srcId="{0E5798D5-2A18-1E49-8BF0-58D877DD61B5}" destId="{1AEBDBE8-1F3C-2648-B988-228B8E02D6C0}" srcOrd="0" destOrd="0" presId="urn:microsoft.com/office/officeart/2005/8/layout/hierarchy1"/>
    <dgm:cxn modelId="{5C71B7D0-9A1E-F447-842D-FBD8D4BAE7DF}" type="presParOf" srcId="{0E5798D5-2A18-1E49-8BF0-58D877DD61B5}" destId="{05D103D2-589E-6840-9FA9-B63FB0808754}" srcOrd="1" destOrd="0" presId="urn:microsoft.com/office/officeart/2005/8/layout/hierarchy1"/>
    <dgm:cxn modelId="{16C943D1-E71C-9945-979F-EAEE53D9CF94}" type="presParOf" srcId="{05D103D2-589E-6840-9FA9-B63FB0808754}" destId="{51681B97-D6C6-704E-A71C-AC4DBD9D1B6A}" srcOrd="0" destOrd="0" presId="urn:microsoft.com/office/officeart/2005/8/layout/hierarchy1"/>
    <dgm:cxn modelId="{9FB304B1-82B9-964F-8D13-72A6A65C801B}" type="presParOf" srcId="{51681B97-D6C6-704E-A71C-AC4DBD9D1B6A}" destId="{ED11E01D-9A7B-D24F-8B9A-D9C4FE078050}" srcOrd="0" destOrd="0" presId="urn:microsoft.com/office/officeart/2005/8/layout/hierarchy1"/>
    <dgm:cxn modelId="{D6D740AA-4994-6F4A-ABCF-FDF45A345B18}" type="presParOf" srcId="{51681B97-D6C6-704E-A71C-AC4DBD9D1B6A}" destId="{1B42D304-3349-A140-BF25-5618DB3C3EB0}" srcOrd="1" destOrd="0" presId="urn:microsoft.com/office/officeart/2005/8/layout/hierarchy1"/>
    <dgm:cxn modelId="{246C0668-A66F-4744-BC64-4D712E03A26B}" type="presParOf" srcId="{05D103D2-589E-6840-9FA9-B63FB0808754}" destId="{E398A067-2F82-534D-B41E-809FF0D6E234}" srcOrd="1" destOrd="0" presId="urn:microsoft.com/office/officeart/2005/8/layout/hierarchy1"/>
    <dgm:cxn modelId="{2C4EDBE5-87B8-9F4E-ADC2-A0DA70445FE2}" type="presParOf" srcId="{E398A067-2F82-534D-B41E-809FF0D6E234}" destId="{5869A7E9-7890-F84F-874F-FB5109EE6ED3}" srcOrd="0" destOrd="0" presId="urn:microsoft.com/office/officeart/2005/8/layout/hierarchy1"/>
    <dgm:cxn modelId="{9B69F7D5-58F8-F048-B34C-2CDFCAB1AA61}" type="presParOf" srcId="{E398A067-2F82-534D-B41E-809FF0D6E234}" destId="{AA415D99-9DA0-B24C-A47C-058BFC452A96}" srcOrd="1" destOrd="0" presId="urn:microsoft.com/office/officeart/2005/8/layout/hierarchy1"/>
    <dgm:cxn modelId="{5CB5DB32-60A7-E04A-A8E8-C5B567F28B2B}" type="presParOf" srcId="{AA415D99-9DA0-B24C-A47C-058BFC452A96}" destId="{A40F58FC-464D-C445-8FEA-E8C4ABA8E54C}" srcOrd="0" destOrd="0" presId="urn:microsoft.com/office/officeart/2005/8/layout/hierarchy1"/>
    <dgm:cxn modelId="{D58BF327-FF19-E840-8300-FF8314C623FF}" type="presParOf" srcId="{A40F58FC-464D-C445-8FEA-E8C4ABA8E54C}" destId="{17E41289-AF48-F342-A9E0-3238A15EAB8D}" srcOrd="0" destOrd="0" presId="urn:microsoft.com/office/officeart/2005/8/layout/hierarchy1"/>
    <dgm:cxn modelId="{6CFED413-97A8-9E43-96C3-A40CB6CBD7E8}" type="presParOf" srcId="{A40F58FC-464D-C445-8FEA-E8C4ABA8E54C}" destId="{81718E5A-21FD-B842-843F-8652EE057EE5}" srcOrd="1" destOrd="0" presId="urn:microsoft.com/office/officeart/2005/8/layout/hierarchy1"/>
    <dgm:cxn modelId="{3342629B-D366-774F-A3EC-20039091A880}" type="presParOf" srcId="{AA415D99-9DA0-B24C-A47C-058BFC452A96}" destId="{ADC0758C-F953-984A-A480-DF13EFC137E7}" srcOrd="1" destOrd="0" presId="urn:microsoft.com/office/officeart/2005/8/layout/hierarchy1"/>
    <dgm:cxn modelId="{32E35480-E34B-3F4C-BAC3-3BC6466BFF9B}" type="presParOf" srcId="{0E32848A-7390-0A4B-B377-D92FFBB5F8F7}" destId="{4C4F90AB-B4B0-CB4A-BBCA-396CD23E8B84}" srcOrd="2" destOrd="0" presId="urn:microsoft.com/office/officeart/2005/8/layout/hierarchy1"/>
    <dgm:cxn modelId="{60F0824A-BD04-4040-B026-53D9F43FC5B2}" type="presParOf" srcId="{0E32848A-7390-0A4B-B377-D92FFBB5F8F7}" destId="{CBDD44E9-CC87-ED44-8FC2-2B612AC8A001}" srcOrd="3" destOrd="0" presId="urn:microsoft.com/office/officeart/2005/8/layout/hierarchy1"/>
    <dgm:cxn modelId="{73272895-60CD-6D4A-883E-6A50E88F7F3C}" type="presParOf" srcId="{CBDD44E9-CC87-ED44-8FC2-2B612AC8A001}" destId="{A0364C40-43DD-AC41-A0A6-8A2574608E3F}" srcOrd="0" destOrd="0" presId="urn:microsoft.com/office/officeart/2005/8/layout/hierarchy1"/>
    <dgm:cxn modelId="{30F828F0-6740-A041-8310-4EA65A2E45A7}" type="presParOf" srcId="{A0364C40-43DD-AC41-A0A6-8A2574608E3F}" destId="{6EACBA8A-2A40-D448-93FF-8C108224C6A6}" srcOrd="0" destOrd="0" presId="urn:microsoft.com/office/officeart/2005/8/layout/hierarchy1"/>
    <dgm:cxn modelId="{A9F1EC57-B8EE-274D-AF01-4A0168F89593}" type="presParOf" srcId="{A0364C40-43DD-AC41-A0A6-8A2574608E3F}" destId="{625A9F63-B4C6-034D-AEE0-C7810CD0D700}" srcOrd="1" destOrd="0" presId="urn:microsoft.com/office/officeart/2005/8/layout/hierarchy1"/>
    <dgm:cxn modelId="{B7596091-8EF2-714E-8CE2-E8208287A081}" type="presParOf" srcId="{CBDD44E9-CC87-ED44-8FC2-2B612AC8A001}" destId="{0BA9B355-44DB-8349-827A-8B6E46996BB3}" srcOrd="1" destOrd="0" presId="urn:microsoft.com/office/officeart/2005/8/layout/hierarchy1"/>
    <dgm:cxn modelId="{43F47313-08CA-254A-A966-41316AC16531}" type="presParOf" srcId="{0BA9B355-44DB-8349-827A-8B6E46996BB3}" destId="{D6FADCCC-5902-0342-9894-B22B5F237715}" srcOrd="0" destOrd="0" presId="urn:microsoft.com/office/officeart/2005/8/layout/hierarchy1"/>
    <dgm:cxn modelId="{5A243337-C514-AF4F-A5AB-836F014BCD59}" type="presParOf" srcId="{0BA9B355-44DB-8349-827A-8B6E46996BB3}" destId="{04FEAC46-F386-754A-88EC-A494315EC522}" srcOrd="1" destOrd="0" presId="urn:microsoft.com/office/officeart/2005/8/layout/hierarchy1"/>
    <dgm:cxn modelId="{760BD1E4-264A-A946-8910-2B1EDF46AA67}" type="presParOf" srcId="{04FEAC46-F386-754A-88EC-A494315EC522}" destId="{778CCD5E-A6C6-9E4A-9D09-87D10A92C63D}" srcOrd="0" destOrd="0" presId="urn:microsoft.com/office/officeart/2005/8/layout/hierarchy1"/>
    <dgm:cxn modelId="{E4B8049C-7EA4-4848-B34E-792EE2624273}" type="presParOf" srcId="{778CCD5E-A6C6-9E4A-9D09-87D10A92C63D}" destId="{03679F6E-3256-8048-905E-87334AA8C279}" srcOrd="0" destOrd="0" presId="urn:microsoft.com/office/officeart/2005/8/layout/hierarchy1"/>
    <dgm:cxn modelId="{0820DE94-C851-E64A-9DFE-7AA74B3B6627}" type="presParOf" srcId="{778CCD5E-A6C6-9E4A-9D09-87D10A92C63D}" destId="{4A5C4322-2E97-3B4B-8010-0C336BF5F62F}" srcOrd="1" destOrd="0" presId="urn:microsoft.com/office/officeart/2005/8/layout/hierarchy1"/>
    <dgm:cxn modelId="{67FE8C32-2D3C-2F43-A2A8-D7D111B4DD95}" type="presParOf" srcId="{04FEAC46-F386-754A-88EC-A494315EC522}" destId="{0696BFBE-AC87-AA46-B1F2-97E828F72A2D}" srcOrd="1" destOrd="0" presId="urn:microsoft.com/office/officeart/2005/8/layout/hierarchy1"/>
    <dgm:cxn modelId="{743A182F-0486-6243-8453-5A054093F100}" type="presParOf" srcId="{0696BFBE-AC87-AA46-B1F2-97E828F72A2D}" destId="{4F6914F9-2BDD-3C48-B823-6EF902460C88}" srcOrd="0" destOrd="0" presId="urn:microsoft.com/office/officeart/2005/8/layout/hierarchy1"/>
    <dgm:cxn modelId="{13FDE44A-DE9C-7D4D-A3AD-7D6EDE11BFCA}" type="presParOf" srcId="{0696BFBE-AC87-AA46-B1F2-97E828F72A2D}" destId="{562D673E-1B3F-2A4D-B4CE-4EF6CA7D4F96}" srcOrd="1" destOrd="0" presId="urn:microsoft.com/office/officeart/2005/8/layout/hierarchy1"/>
    <dgm:cxn modelId="{0DC80CB1-9C99-FF4F-8414-2087B53E88DC}" type="presParOf" srcId="{562D673E-1B3F-2A4D-B4CE-4EF6CA7D4F96}" destId="{04EA0B36-4CCB-0449-9718-614249BC3719}" srcOrd="0" destOrd="0" presId="urn:microsoft.com/office/officeart/2005/8/layout/hierarchy1"/>
    <dgm:cxn modelId="{80F4A47B-B2CC-EC4D-BA45-0521201AFEA5}" type="presParOf" srcId="{04EA0B36-4CCB-0449-9718-614249BC3719}" destId="{A7BA3E77-63B3-124A-BE07-B72716BE1611}" srcOrd="0" destOrd="0" presId="urn:microsoft.com/office/officeart/2005/8/layout/hierarchy1"/>
    <dgm:cxn modelId="{2B194193-F82C-0246-A53A-78B1CBAFBE13}" type="presParOf" srcId="{04EA0B36-4CCB-0449-9718-614249BC3719}" destId="{B9F854E6-40F7-304E-B463-D58EF5FFBBC2}" srcOrd="1" destOrd="0" presId="urn:microsoft.com/office/officeart/2005/8/layout/hierarchy1"/>
    <dgm:cxn modelId="{EEB6CFCF-8D3B-C84C-BFEF-8C1D59C4B65B}" type="presParOf" srcId="{562D673E-1B3F-2A4D-B4CE-4EF6CA7D4F96}" destId="{C3C14C7A-C86A-A641-B440-9C712DBA7070}" srcOrd="1" destOrd="0" presId="urn:microsoft.com/office/officeart/2005/8/layout/hierarchy1"/>
    <dgm:cxn modelId="{A2E1A88D-FECC-7845-A101-DE072133B7B5}" type="presParOf" srcId="{C3C14C7A-C86A-A641-B440-9C712DBA7070}" destId="{9098BD8D-8EE4-354A-943E-2906F1378E40}" srcOrd="0" destOrd="0" presId="urn:microsoft.com/office/officeart/2005/8/layout/hierarchy1"/>
    <dgm:cxn modelId="{8DC186B1-AEA8-964D-A754-538CAFF1CA98}" type="presParOf" srcId="{C3C14C7A-C86A-A641-B440-9C712DBA7070}" destId="{1A9FB7EA-E8D9-804F-A9D1-940C400F44C3}" srcOrd="1" destOrd="0" presId="urn:microsoft.com/office/officeart/2005/8/layout/hierarchy1"/>
    <dgm:cxn modelId="{B8138306-C9E2-5C41-814B-AA8D0ACC36D2}" type="presParOf" srcId="{1A9FB7EA-E8D9-804F-A9D1-940C400F44C3}" destId="{B4106094-62F5-8340-B65F-28C296CAE189}" srcOrd="0" destOrd="0" presId="urn:microsoft.com/office/officeart/2005/8/layout/hierarchy1"/>
    <dgm:cxn modelId="{F462D967-9374-D946-8580-BC97EAD87545}" type="presParOf" srcId="{B4106094-62F5-8340-B65F-28C296CAE189}" destId="{3D525F5D-D873-C94F-899C-5F48CE63A44C}" srcOrd="0" destOrd="0" presId="urn:microsoft.com/office/officeart/2005/8/layout/hierarchy1"/>
    <dgm:cxn modelId="{AB0594E1-AA7B-6B46-AF3F-C01F55428EC1}" type="presParOf" srcId="{B4106094-62F5-8340-B65F-28C296CAE189}" destId="{56915C1C-6428-AF48-A02B-2813F69FD352}" srcOrd="1" destOrd="0" presId="urn:microsoft.com/office/officeart/2005/8/layout/hierarchy1"/>
    <dgm:cxn modelId="{7CAFBE63-BB6C-9B4F-A2F9-82A86BAE7AE3}" type="presParOf" srcId="{1A9FB7EA-E8D9-804F-A9D1-940C400F44C3}" destId="{F495A8D3-E825-424E-AB01-A113A88B3B03}" srcOrd="1" destOrd="0" presId="urn:microsoft.com/office/officeart/2005/8/layout/hierarchy1"/>
    <dgm:cxn modelId="{BDC32767-8D68-A742-8FBD-36BE4A43BB4F}" type="presParOf" srcId="{F495A8D3-E825-424E-AB01-A113A88B3B03}" destId="{447877DA-1783-2749-97C5-12BEC24C2F8D}" srcOrd="0" destOrd="0" presId="urn:microsoft.com/office/officeart/2005/8/layout/hierarchy1"/>
    <dgm:cxn modelId="{AF124194-0889-A94B-A1B7-192B06E8A780}" type="presParOf" srcId="{F495A8D3-E825-424E-AB01-A113A88B3B03}" destId="{9EDBA7E6-22A3-EB49-B663-9ED171E32EB3}" srcOrd="1" destOrd="0" presId="urn:microsoft.com/office/officeart/2005/8/layout/hierarchy1"/>
    <dgm:cxn modelId="{C0B09B8A-A25F-FF44-92A1-01C4CE2788B8}" type="presParOf" srcId="{9EDBA7E6-22A3-EB49-B663-9ED171E32EB3}" destId="{9694A8FE-9071-8949-A26B-FA6DF05457E9}" srcOrd="0" destOrd="0" presId="urn:microsoft.com/office/officeart/2005/8/layout/hierarchy1"/>
    <dgm:cxn modelId="{A0A5F936-FD41-E244-ABB4-98EAEE59022C}" type="presParOf" srcId="{9694A8FE-9071-8949-A26B-FA6DF05457E9}" destId="{6A7BF21E-DA48-634C-9834-AF416AADE2AE}" srcOrd="0" destOrd="0" presId="urn:microsoft.com/office/officeart/2005/8/layout/hierarchy1"/>
    <dgm:cxn modelId="{5755ECBA-2CD2-8345-8982-57A81CA4BE1B}" type="presParOf" srcId="{9694A8FE-9071-8949-A26B-FA6DF05457E9}" destId="{C9DB6C5B-06B1-C142-BF34-53467A3112BF}" srcOrd="1" destOrd="0" presId="urn:microsoft.com/office/officeart/2005/8/layout/hierarchy1"/>
    <dgm:cxn modelId="{EB7332E6-383F-2546-B171-8DAF4C7EF4D2}" type="presParOf" srcId="{9EDBA7E6-22A3-EB49-B663-9ED171E32EB3}" destId="{55D54980-EEB2-984E-8F4B-0FEA60905FC8}" srcOrd="1" destOrd="0" presId="urn:microsoft.com/office/officeart/2005/8/layout/hierarchy1"/>
    <dgm:cxn modelId="{7C995B8F-5656-7744-A21C-91DB1327C5AD}" type="presParOf" srcId="{55D54980-EEB2-984E-8F4B-0FEA60905FC8}" destId="{0BEB0BE4-3414-F145-AA4A-2A5EBFF387D7}" srcOrd="0" destOrd="0" presId="urn:microsoft.com/office/officeart/2005/8/layout/hierarchy1"/>
    <dgm:cxn modelId="{D054BE80-7B4F-D843-BD39-57A8AB183776}" type="presParOf" srcId="{55D54980-EEB2-984E-8F4B-0FEA60905FC8}" destId="{EE533D88-AC04-2B49-B3F5-091F6EE2E13F}" srcOrd="1" destOrd="0" presId="urn:microsoft.com/office/officeart/2005/8/layout/hierarchy1"/>
    <dgm:cxn modelId="{445CCF0C-E845-3B41-89DC-41058E86750B}" type="presParOf" srcId="{EE533D88-AC04-2B49-B3F5-091F6EE2E13F}" destId="{413BC90A-4EB2-E849-9418-C44A8A515D01}" srcOrd="0" destOrd="0" presId="urn:microsoft.com/office/officeart/2005/8/layout/hierarchy1"/>
    <dgm:cxn modelId="{CC1B204E-6CCC-4649-9F52-D5316F5C8057}" type="presParOf" srcId="{413BC90A-4EB2-E849-9418-C44A8A515D01}" destId="{271A9D13-5554-984A-A193-13573A7611B0}" srcOrd="0" destOrd="0" presId="urn:microsoft.com/office/officeart/2005/8/layout/hierarchy1"/>
    <dgm:cxn modelId="{4BB412E7-1EBD-C74A-BA58-A62AE0CB654B}" type="presParOf" srcId="{413BC90A-4EB2-E849-9418-C44A8A515D01}" destId="{854E8219-F5EB-5C4B-A41A-A45473E32550}" srcOrd="1" destOrd="0" presId="urn:microsoft.com/office/officeart/2005/8/layout/hierarchy1"/>
    <dgm:cxn modelId="{321D2012-FED8-C344-8A01-C8F725A8AFED}" type="presParOf" srcId="{EE533D88-AC04-2B49-B3F5-091F6EE2E13F}" destId="{6B9AAEB5-A87C-674A-A993-9644B5DBFBBD}" srcOrd="1" destOrd="0" presId="urn:microsoft.com/office/officeart/2005/8/layout/hierarchy1"/>
    <dgm:cxn modelId="{0D9F54F7-FB94-5A4B-A2D9-6F524698B4C7}" type="presParOf" srcId="{6B9AAEB5-A87C-674A-A993-9644B5DBFBBD}" destId="{9AAF06D3-9946-D249-B623-FC286100A915}" srcOrd="0" destOrd="0" presId="urn:microsoft.com/office/officeart/2005/8/layout/hierarchy1"/>
    <dgm:cxn modelId="{D87687F4-5135-DC42-957F-4021BCDDB951}" type="presParOf" srcId="{6B9AAEB5-A87C-674A-A993-9644B5DBFBBD}" destId="{16610F91-7280-C244-8716-7A57E8991C9C}" srcOrd="1" destOrd="0" presId="urn:microsoft.com/office/officeart/2005/8/layout/hierarchy1"/>
    <dgm:cxn modelId="{75C127AB-5B7B-964E-8575-38C450753A16}" type="presParOf" srcId="{16610F91-7280-C244-8716-7A57E8991C9C}" destId="{0C90469B-C9C5-E345-9DCB-BE5BA687811C}" srcOrd="0" destOrd="0" presId="urn:microsoft.com/office/officeart/2005/8/layout/hierarchy1"/>
    <dgm:cxn modelId="{D01C1342-1D7E-0B41-835D-57D6CC6B334C}" type="presParOf" srcId="{0C90469B-C9C5-E345-9DCB-BE5BA687811C}" destId="{BB0B7E7E-2252-B24E-AA17-83C65748B161}" srcOrd="0" destOrd="0" presId="urn:microsoft.com/office/officeart/2005/8/layout/hierarchy1"/>
    <dgm:cxn modelId="{1EEB7A97-30B1-534F-9627-F6628F371594}" type="presParOf" srcId="{0C90469B-C9C5-E345-9DCB-BE5BA687811C}" destId="{4C7163D9-EFB8-914F-B356-9FE7CB41D522}" srcOrd="1" destOrd="0" presId="urn:microsoft.com/office/officeart/2005/8/layout/hierarchy1"/>
    <dgm:cxn modelId="{0E08D433-71E1-6C4D-B906-FF2319F949C6}" type="presParOf" srcId="{16610F91-7280-C244-8716-7A57E8991C9C}" destId="{E76EEC91-A11F-C143-8958-EE3F616CC3EA}" srcOrd="1" destOrd="0" presId="urn:microsoft.com/office/officeart/2005/8/layout/hierarchy1"/>
    <dgm:cxn modelId="{9B25346D-3DBF-884B-9775-FF455A405934}" type="presParOf" srcId="{E76EEC91-A11F-C143-8958-EE3F616CC3EA}" destId="{551775A3-2CB7-6948-AD57-92F71613C11D}" srcOrd="0" destOrd="0" presId="urn:microsoft.com/office/officeart/2005/8/layout/hierarchy1"/>
    <dgm:cxn modelId="{F257B0E0-CCC8-F34A-B885-51AA92A5C5A5}" type="presParOf" srcId="{E76EEC91-A11F-C143-8958-EE3F616CC3EA}" destId="{A3C92631-51F7-6F4F-BD9D-C2637B231ED2}" srcOrd="1" destOrd="0" presId="urn:microsoft.com/office/officeart/2005/8/layout/hierarchy1"/>
    <dgm:cxn modelId="{F16C8A5F-D187-D041-96D5-FAB3E4C017DA}" type="presParOf" srcId="{A3C92631-51F7-6F4F-BD9D-C2637B231ED2}" destId="{8A07B0BB-8D64-1943-8DBB-55425833E38A}" srcOrd="0" destOrd="0" presId="urn:microsoft.com/office/officeart/2005/8/layout/hierarchy1"/>
    <dgm:cxn modelId="{8AE24244-1258-8B4E-8E87-3DBB070377C3}" type="presParOf" srcId="{8A07B0BB-8D64-1943-8DBB-55425833E38A}" destId="{271E5223-AB12-1B4C-A14B-2651E106E72D}" srcOrd="0" destOrd="0" presId="urn:microsoft.com/office/officeart/2005/8/layout/hierarchy1"/>
    <dgm:cxn modelId="{76495CF1-EABE-5F4E-8513-B473E7A9F6F6}" type="presParOf" srcId="{8A07B0BB-8D64-1943-8DBB-55425833E38A}" destId="{76A29230-8492-F74F-98A8-E46503B59050}" srcOrd="1" destOrd="0" presId="urn:microsoft.com/office/officeart/2005/8/layout/hierarchy1"/>
    <dgm:cxn modelId="{61F9DE84-330E-004D-B474-3622BAFBBE61}" type="presParOf" srcId="{A3C92631-51F7-6F4F-BD9D-C2637B231ED2}" destId="{6AB12047-EFC6-134B-B526-EF96DE4030CB}" srcOrd="1" destOrd="0" presId="urn:microsoft.com/office/officeart/2005/8/layout/hierarchy1"/>
    <dgm:cxn modelId="{9A739AFF-B869-CC4A-8E0F-C6C1C84DFE11}" type="presParOf" srcId="{6AB12047-EFC6-134B-B526-EF96DE4030CB}" destId="{5CB31B9D-90B5-5A4D-873E-7F76DC5CD46B}" srcOrd="0" destOrd="0" presId="urn:microsoft.com/office/officeart/2005/8/layout/hierarchy1"/>
    <dgm:cxn modelId="{296C0169-3315-304F-9653-05F9A8E0C3C5}" type="presParOf" srcId="{6AB12047-EFC6-134B-B526-EF96DE4030CB}" destId="{D2352C8D-D5C6-2246-BC7C-9C24C1C0C1CA}" srcOrd="1" destOrd="0" presId="urn:microsoft.com/office/officeart/2005/8/layout/hierarchy1"/>
    <dgm:cxn modelId="{01C3AC96-7650-C443-B947-AF34C1286077}" type="presParOf" srcId="{D2352C8D-D5C6-2246-BC7C-9C24C1C0C1CA}" destId="{E52FB3E9-DDE2-8F42-9DD8-DE88AA1FBD0E}" srcOrd="0" destOrd="0" presId="urn:microsoft.com/office/officeart/2005/8/layout/hierarchy1"/>
    <dgm:cxn modelId="{E11D45EC-8858-1B4F-B58A-2656BFF627A8}" type="presParOf" srcId="{E52FB3E9-DDE2-8F42-9DD8-DE88AA1FBD0E}" destId="{3659FC3D-0A34-5045-AF75-B28791AF30FC}" srcOrd="0" destOrd="0" presId="urn:microsoft.com/office/officeart/2005/8/layout/hierarchy1"/>
    <dgm:cxn modelId="{7487ABF4-A080-2948-8E08-B6F7493DE056}" type="presParOf" srcId="{E52FB3E9-DDE2-8F42-9DD8-DE88AA1FBD0E}" destId="{C5080583-99E8-6547-9E6D-34742D2C58A5}" srcOrd="1" destOrd="0" presId="urn:microsoft.com/office/officeart/2005/8/layout/hierarchy1"/>
    <dgm:cxn modelId="{D5411FCF-6312-1343-B14B-339C6D1B2140}" type="presParOf" srcId="{D2352C8D-D5C6-2246-BC7C-9C24C1C0C1CA}" destId="{F70CCB32-C408-7747-A336-1C8C128196A4}" srcOrd="1" destOrd="0" presId="urn:microsoft.com/office/officeart/2005/8/layout/hierarchy1"/>
    <dgm:cxn modelId="{5CC8A651-2E2B-4841-858D-4C430FFE4D74}" type="presParOf" srcId="{0E32848A-7390-0A4B-B377-D92FFBB5F8F7}" destId="{D44EBF56-3AE8-A54A-BE90-97B9B3286E92}" srcOrd="4" destOrd="0" presId="urn:microsoft.com/office/officeart/2005/8/layout/hierarchy1"/>
    <dgm:cxn modelId="{3651BFE2-DA3E-2748-9C07-FE9779C7B43C}" type="presParOf" srcId="{0E32848A-7390-0A4B-B377-D92FFBB5F8F7}" destId="{9C545824-D903-C74E-8F41-2EDBA2CBACCD}" srcOrd="5" destOrd="0" presId="urn:microsoft.com/office/officeart/2005/8/layout/hierarchy1"/>
    <dgm:cxn modelId="{BD188599-72CB-C040-85C9-D674FEF0E9C2}" type="presParOf" srcId="{9C545824-D903-C74E-8F41-2EDBA2CBACCD}" destId="{0C4F532D-55D9-E246-943A-98FF0A37885E}" srcOrd="0" destOrd="0" presId="urn:microsoft.com/office/officeart/2005/8/layout/hierarchy1"/>
    <dgm:cxn modelId="{472FAC97-7E33-BE43-9BAD-82B482B0E2BE}" type="presParOf" srcId="{0C4F532D-55D9-E246-943A-98FF0A37885E}" destId="{ED8980AD-7D3A-3D48-B8C5-48A08974E23A}" srcOrd="0" destOrd="0" presId="urn:microsoft.com/office/officeart/2005/8/layout/hierarchy1"/>
    <dgm:cxn modelId="{B1FBC44F-E0E8-8041-96FF-5EB6B3FAEFDC}" type="presParOf" srcId="{0C4F532D-55D9-E246-943A-98FF0A37885E}" destId="{0D5C3511-6B99-6442-8094-27E2AE4FBC3F}" srcOrd="1" destOrd="0" presId="urn:microsoft.com/office/officeart/2005/8/layout/hierarchy1"/>
    <dgm:cxn modelId="{49766D52-0873-EF46-8BD9-F13D86067863}" type="presParOf" srcId="{9C545824-D903-C74E-8F41-2EDBA2CBACCD}" destId="{2FD345D6-3806-AC4D-AC31-5298882F0B3F}" srcOrd="1" destOrd="0" presId="urn:microsoft.com/office/officeart/2005/8/layout/hierarchy1"/>
    <dgm:cxn modelId="{9D5AE7D7-631C-D84E-BD3B-A77FF8F83034}" type="presParOf" srcId="{2FD345D6-3806-AC4D-AC31-5298882F0B3F}" destId="{B06B1196-168F-1B46-8910-9E6D5CA16392}" srcOrd="0" destOrd="0" presId="urn:microsoft.com/office/officeart/2005/8/layout/hierarchy1"/>
    <dgm:cxn modelId="{694BFA45-F5BB-4746-B9A7-938AC10CCA6A}" type="presParOf" srcId="{2FD345D6-3806-AC4D-AC31-5298882F0B3F}" destId="{E6DAC129-5601-B24A-A481-A7711BC95BE0}" srcOrd="1" destOrd="0" presId="urn:microsoft.com/office/officeart/2005/8/layout/hierarchy1"/>
    <dgm:cxn modelId="{4CC46210-3583-794D-845A-AAC5CD46C30E}" type="presParOf" srcId="{E6DAC129-5601-B24A-A481-A7711BC95BE0}" destId="{809BF073-BB9F-C144-9F85-11AE3F8E964C}" srcOrd="0" destOrd="0" presId="urn:microsoft.com/office/officeart/2005/8/layout/hierarchy1"/>
    <dgm:cxn modelId="{A49479FD-3FD1-1248-B54D-5F60A218C11B}" type="presParOf" srcId="{809BF073-BB9F-C144-9F85-11AE3F8E964C}" destId="{9951ACD9-8C90-E14E-8776-D590AF9D1A94}" srcOrd="0" destOrd="0" presId="urn:microsoft.com/office/officeart/2005/8/layout/hierarchy1"/>
    <dgm:cxn modelId="{2545E754-386D-7449-84C7-606AAD278763}" type="presParOf" srcId="{809BF073-BB9F-C144-9F85-11AE3F8E964C}" destId="{A3045D26-ACC7-664C-948A-59C20FC5103F}" srcOrd="1" destOrd="0" presId="urn:microsoft.com/office/officeart/2005/8/layout/hierarchy1"/>
    <dgm:cxn modelId="{FF266875-38EC-DD45-9438-16010EC8932D}" type="presParOf" srcId="{E6DAC129-5601-B24A-A481-A7711BC95BE0}" destId="{1FE1A0DA-B2F7-AF4A-9B00-62A527B45CF7}" srcOrd="1" destOrd="0" presId="urn:microsoft.com/office/officeart/2005/8/layout/hierarchy1"/>
    <dgm:cxn modelId="{C8E629E5-BD22-314E-90A8-51A6FE5ECE14}" type="presParOf" srcId="{1FE1A0DA-B2F7-AF4A-9B00-62A527B45CF7}" destId="{9EE5B9BB-327E-9F48-B943-02E3D5C88655}" srcOrd="0" destOrd="0" presId="urn:microsoft.com/office/officeart/2005/8/layout/hierarchy1"/>
    <dgm:cxn modelId="{EF6AB026-C853-674D-B0B8-399887A80EE7}" type="presParOf" srcId="{1FE1A0DA-B2F7-AF4A-9B00-62A527B45CF7}" destId="{302B84E7-E571-6C44-82AC-8849D9136889}" srcOrd="1" destOrd="0" presId="urn:microsoft.com/office/officeart/2005/8/layout/hierarchy1"/>
    <dgm:cxn modelId="{57A6C341-83CC-1046-B1A5-9723520DA2C9}" type="presParOf" srcId="{302B84E7-E571-6C44-82AC-8849D9136889}" destId="{8904EC8A-9ECD-D54B-A26B-7BF0847F8E57}" srcOrd="0" destOrd="0" presId="urn:microsoft.com/office/officeart/2005/8/layout/hierarchy1"/>
    <dgm:cxn modelId="{C01D2C6D-584D-774D-83CB-7BFB3DC3090E}" type="presParOf" srcId="{8904EC8A-9ECD-D54B-A26B-7BF0847F8E57}" destId="{0161EFCE-147E-5E4D-AC7A-B4DE1D17FF7D}" srcOrd="0" destOrd="0" presId="urn:microsoft.com/office/officeart/2005/8/layout/hierarchy1"/>
    <dgm:cxn modelId="{494148B8-EE90-3048-B970-AAA7927EBDEF}" type="presParOf" srcId="{8904EC8A-9ECD-D54B-A26B-7BF0847F8E57}" destId="{2957C0AE-CAB0-F049-90A7-D7120B101A55}" srcOrd="1" destOrd="0" presId="urn:microsoft.com/office/officeart/2005/8/layout/hierarchy1"/>
    <dgm:cxn modelId="{81DAFCFE-4775-7B44-B783-99CA260C7325}" type="presParOf" srcId="{302B84E7-E571-6C44-82AC-8849D9136889}" destId="{3341D591-58C6-CB47-A834-E888739C66BA}" srcOrd="1" destOrd="0" presId="urn:microsoft.com/office/officeart/2005/8/layout/hierarchy1"/>
    <dgm:cxn modelId="{9774E6E7-EF2A-BE43-97CE-76C14E5CD676}" type="presParOf" srcId="{3341D591-58C6-CB47-A834-E888739C66BA}" destId="{68297C0D-59C4-6C47-A962-C76CCAD6ACA6}" srcOrd="0" destOrd="0" presId="urn:microsoft.com/office/officeart/2005/8/layout/hierarchy1"/>
    <dgm:cxn modelId="{10C212FE-F360-9F45-8977-73C70EEFC2E1}" type="presParOf" srcId="{3341D591-58C6-CB47-A834-E888739C66BA}" destId="{A224E278-CB65-0044-A0D9-C30EADEA746C}" srcOrd="1" destOrd="0" presId="urn:microsoft.com/office/officeart/2005/8/layout/hierarchy1"/>
    <dgm:cxn modelId="{EA77A77D-9688-454D-9A82-EC3DF6B5ADB0}" type="presParOf" srcId="{A224E278-CB65-0044-A0D9-C30EADEA746C}" destId="{A07D2B00-D950-884F-B2F1-675A06A596EB}" srcOrd="0" destOrd="0" presId="urn:microsoft.com/office/officeart/2005/8/layout/hierarchy1"/>
    <dgm:cxn modelId="{C7386EBD-5A42-A44A-92B9-353023E641DB}" type="presParOf" srcId="{A07D2B00-D950-884F-B2F1-675A06A596EB}" destId="{ACB3B3D7-DAEE-BF4B-B7A2-407D85333A89}" srcOrd="0" destOrd="0" presId="urn:microsoft.com/office/officeart/2005/8/layout/hierarchy1"/>
    <dgm:cxn modelId="{C6A74F64-CB16-924A-95F7-7F7C4A90DF34}" type="presParOf" srcId="{A07D2B00-D950-884F-B2F1-675A06A596EB}" destId="{D36DD7F5-ECE7-384F-9F42-063B329970F8}" srcOrd="1" destOrd="0" presId="urn:microsoft.com/office/officeart/2005/8/layout/hierarchy1"/>
    <dgm:cxn modelId="{C7FB28F0-FC2B-594F-89A7-DBB3A2FAE569}" type="presParOf" srcId="{A224E278-CB65-0044-A0D9-C30EADEA746C}" destId="{A189D999-CD15-484F-8316-F50FD53F4C96}" srcOrd="1" destOrd="0" presId="urn:microsoft.com/office/officeart/2005/8/layout/hierarchy1"/>
    <dgm:cxn modelId="{55592F46-B835-F34F-9336-043235C8E88F}" type="presParOf" srcId="{A189D999-CD15-484F-8316-F50FD53F4C96}" destId="{F03B8B07-BCBC-0145-A2ED-E40F25D4B270}" srcOrd="0" destOrd="0" presId="urn:microsoft.com/office/officeart/2005/8/layout/hierarchy1"/>
    <dgm:cxn modelId="{020ED5B4-6CAE-054A-B68A-8AA44208553A}" type="presParOf" srcId="{A189D999-CD15-484F-8316-F50FD53F4C96}" destId="{C7496556-0E98-3F43-B91F-875F60385601}" srcOrd="1" destOrd="0" presId="urn:microsoft.com/office/officeart/2005/8/layout/hierarchy1"/>
    <dgm:cxn modelId="{364989C7-FC22-3447-88C9-7E5CF544F0C9}" type="presParOf" srcId="{C7496556-0E98-3F43-B91F-875F60385601}" destId="{8193CDB8-C01D-0E41-83CF-7BB1BFBC876E}" srcOrd="0" destOrd="0" presId="urn:microsoft.com/office/officeart/2005/8/layout/hierarchy1"/>
    <dgm:cxn modelId="{4FD0BEC5-C78E-1243-BE2D-FA4A8CAAA5BD}" type="presParOf" srcId="{8193CDB8-C01D-0E41-83CF-7BB1BFBC876E}" destId="{762B9EE6-18BA-8941-A47B-9FF2BC2E8766}" srcOrd="0" destOrd="0" presId="urn:microsoft.com/office/officeart/2005/8/layout/hierarchy1"/>
    <dgm:cxn modelId="{E55878C6-6486-EE49-AC25-D0EDB1CD51FF}" type="presParOf" srcId="{8193CDB8-C01D-0E41-83CF-7BB1BFBC876E}" destId="{7BE01791-D150-C84B-9F09-6EC847280CA4}" srcOrd="1" destOrd="0" presId="urn:microsoft.com/office/officeart/2005/8/layout/hierarchy1"/>
    <dgm:cxn modelId="{23B328B1-C39F-BB4F-80D1-002D0B60365C}" type="presParOf" srcId="{C7496556-0E98-3F43-B91F-875F60385601}" destId="{54FBA86D-F8D6-D045-AF60-8D231F2C51F3}" srcOrd="1" destOrd="0" presId="urn:microsoft.com/office/officeart/2005/8/layout/hierarchy1"/>
    <dgm:cxn modelId="{C0A91B7C-0597-7E42-8D7C-D4F9AB296167}" type="presParOf" srcId="{54FBA86D-F8D6-D045-AF60-8D231F2C51F3}" destId="{1D79D097-6C93-194E-ABE0-E0B4303331E5}" srcOrd="0" destOrd="0" presId="urn:microsoft.com/office/officeart/2005/8/layout/hierarchy1"/>
    <dgm:cxn modelId="{AF44F415-19CF-0341-A000-1DCBBD1D668C}" type="presParOf" srcId="{54FBA86D-F8D6-D045-AF60-8D231F2C51F3}" destId="{C6C06A0D-D113-5A47-9276-B8468EF306C2}" srcOrd="1" destOrd="0" presId="urn:microsoft.com/office/officeart/2005/8/layout/hierarchy1"/>
    <dgm:cxn modelId="{C0B5FA3B-53B0-7A46-B079-341588A4B471}" type="presParOf" srcId="{C6C06A0D-D113-5A47-9276-B8468EF306C2}" destId="{9061E356-D638-EF47-84E7-FD1639C3D1DC}" srcOrd="0" destOrd="0" presId="urn:microsoft.com/office/officeart/2005/8/layout/hierarchy1"/>
    <dgm:cxn modelId="{2354B523-B432-BE43-AB73-604EC220642D}" type="presParOf" srcId="{9061E356-D638-EF47-84E7-FD1639C3D1DC}" destId="{098C12EB-422C-0646-AE06-C5AA2EFDDEBA}" srcOrd="0" destOrd="0" presId="urn:microsoft.com/office/officeart/2005/8/layout/hierarchy1"/>
    <dgm:cxn modelId="{28F3C581-39DF-FE4A-8C9A-8F3516378576}" type="presParOf" srcId="{9061E356-D638-EF47-84E7-FD1639C3D1DC}" destId="{1C5553E5-CF03-E04C-A3EF-B7BB21F66EF8}" srcOrd="1" destOrd="0" presId="urn:microsoft.com/office/officeart/2005/8/layout/hierarchy1"/>
    <dgm:cxn modelId="{DBC363ED-2680-3044-8904-11998D96BCAC}" type="presParOf" srcId="{C6C06A0D-D113-5A47-9276-B8468EF306C2}" destId="{620AE09B-4E0B-034B-8652-CA10715D85AA}" srcOrd="1" destOrd="0" presId="urn:microsoft.com/office/officeart/2005/8/layout/hierarchy1"/>
    <dgm:cxn modelId="{7AFCBB92-E37E-6044-A1F9-9A955E9D8738}" type="presParOf" srcId="{620AE09B-4E0B-034B-8652-CA10715D85AA}" destId="{D1C8A2E8-178B-3246-A1ED-86E3B821F21B}" srcOrd="0" destOrd="0" presId="urn:microsoft.com/office/officeart/2005/8/layout/hierarchy1"/>
    <dgm:cxn modelId="{306C33E2-C03B-3D49-A63A-502441C9161D}" type="presParOf" srcId="{620AE09B-4E0B-034B-8652-CA10715D85AA}" destId="{E12EAFBC-4897-234E-B6B7-0474B5323AF4}" srcOrd="1" destOrd="0" presId="urn:microsoft.com/office/officeart/2005/8/layout/hierarchy1"/>
    <dgm:cxn modelId="{F37C4F9D-688D-1E4B-BF9B-0DFBBB47DF7D}" type="presParOf" srcId="{E12EAFBC-4897-234E-B6B7-0474B5323AF4}" destId="{6CA7477B-E286-184E-B6B9-3EC775BFFA4A}" srcOrd="0" destOrd="0" presId="urn:microsoft.com/office/officeart/2005/8/layout/hierarchy1"/>
    <dgm:cxn modelId="{D62E2110-5294-EB4B-B9E1-BB10848CF445}" type="presParOf" srcId="{6CA7477B-E286-184E-B6B9-3EC775BFFA4A}" destId="{FB99A7A0-8C57-CA46-9745-01C8413CBF89}" srcOrd="0" destOrd="0" presId="urn:microsoft.com/office/officeart/2005/8/layout/hierarchy1"/>
    <dgm:cxn modelId="{4F101099-6B1A-B149-9F72-E76CF8417322}" type="presParOf" srcId="{6CA7477B-E286-184E-B6B9-3EC775BFFA4A}" destId="{F0E5F2CB-93B2-4345-95E2-8E37741E8F3E}" srcOrd="1" destOrd="0" presId="urn:microsoft.com/office/officeart/2005/8/layout/hierarchy1"/>
    <dgm:cxn modelId="{CFA60B66-1F1A-9945-ADB2-FEEB44195E0F}" type="presParOf" srcId="{E12EAFBC-4897-234E-B6B7-0474B5323AF4}" destId="{408ECA80-FB8D-8447-BC8D-7F543A3F1FA7}" srcOrd="1" destOrd="0" presId="urn:microsoft.com/office/officeart/2005/8/layout/hierarchy1"/>
    <dgm:cxn modelId="{3F232071-25B4-954A-9664-58A065FA98C2}" type="presParOf" srcId="{0E32848A-7390-0A4B-B377-D92FFBB5F8F7}" destId="{2E544DB8-59FA-EE44-BF2D-887EF741966C}" srcOrd="6" destOrd="0" presId="urn:microsoft.com/office/officeart/2005/8/layout/hierarchy1"/>
    <dgm:cxn modelId="{C608EBA5-B83A-5947-9397-12D5C57738E0}" type="presParOf" srcId="{0E32848A-7390-0A4B-B377-D92FFBB5F8F7}" destId="{28D84409-6D3D-4B4C-99B3-195C7377F738}" srcOrd="7" destOrd="0" presId="urn:microsoft.com/office/officeart/2005/8/layout/hierarchy1"/>
    <dgm:cxn modelId="{A97B40B7-51D0-5248-90F1-CDC5AA906709}" type="presParOf" srcId="{28D84409-6D3D-4B4C-99B3-195C7377F738}" destId="{770AFFF6-458C-6345-9B36-C709871C0C18}" srcOrd="0" destOrd="0" presId="urn:microsoft.com/office/officeart/2005/8/layout/hierarchy1"/>
    <dgm:cxn modelId="{7480C12D-7A12-BE4B-93FA-74A48E6F81D6}" type="presParOf" srcId="{770AFFF6-458C-6345-9B36-C709871C0C18}" destId="{393CFEF9-CEFE-F145-B245-7B33755F7BE7}" srcOrd="0" destOrd="0" presId="urn:microsoft.com/office/officeart/2005/8/layout/hierarchy1"/>
    <dgm:cxn modelId="{F0616712-4EA8-9C42-8D6D-40886AB910E4}" type="presParOf" srcId="{770AFFF6-458C-6345-9B36-C709871C0C18}" destId="{A5C49392-95CE-754B-A453-56B8F4ED2F3F}" srcOrd="1" destOrd="0" presId="urn:microsoft.com/office/officeart/2005/8/layout/hierarchy1"/>
    <dgm:cxn modelId="{71987EAD-3F1B-B446-9DF6-4E3E24E1BCF2}" type="presParOf" srcId="{28D84409-6D3D-4B4C-99B3-195C7377F738}" destId="{85A69087-1B78-2E4C-8014-ADA57EA2C427}" srcOrd="1" destOrd="0" presId="urn:microsoft.com/office/officeart/2005/8/layout/hierarchy1"/>
    <dgm:cxn modelId="{6710A1C3-CDD1-5F44-90C5-2BCFB015F2A1}" type="presParOf" srcId="{85A69087-1B78-2E4C-8014-ADA57EA2C427}" destId="{7C3E313D-9765-D749-AAF8-412382A7ABBC}" srcOrd="0" destOrd="0" presId="urn:microsoft.com/office/officeart/2005/8/layout/hierarchy1"/>
    <dgm:cxn modelId="{425B1400-BEAE-2044-8491-670EC175113F}" type="presParOf" srcId="{85A69087-1B78-2E4C-8014-ADA57EA2C427}" destId="{7DA1B241-1D02-494A-85C4-3F1D982832F6}" srcOrd="1" destOrd="0" presId="urn:microsoft.com/office/officeart/2005/8/layout/hierarchy1"/>
    <dgm:cxn modelId="{7C90FCC4-B550-F846-818B-8F0987EE889C}" type="presParOf" srcId="{7DA1B241-1D02-494A-85C4-3F1D982832F6}" destId="{0FD279A8-1F49-DF4A-BBCE-4F55EA7E54B1}" srcOrd="0" destOrd="0" presId="urn:microsoft.com/office/officeart/2005/8/layout/hierarchy1"/>
    <dgm:cxn modelId="{A71DF490-3CAD-E142-8499-ACC6D2433E80}" type="presParOf" srcId="{0FD279A8-1F49-DF4A-BBCE-4F55EA7E54B1}" destId="{B6DD22EB-F6CB-4744-B3CF-744736774223}" srcOrd="0" destOrd="0" presId="urn:microsoft.com/office/officeart/2005/8/layout/hierarchy1"/>
    <dgm:cxn modelId="{10ECA367-D97C-1C4B-AE51-B0A3A2D2762C}" type="presParOf" srcId="{0FD279A8-1F49-DF4A-BBCE-4F55EA7E54B1}" destId="{5B9731A1-DC29-DF41-B179-D13626A8C6C9}" srcOrd="1" destOrd="0" presId="urn:microsoft.com/office/officeart/2005/8/layout/hierarchy1"/>
    <dgm:cxn modelId="{DFA748CE-5D83-214E-8CC5-A7C30A9CFABF}" type="presParOf" srcId="{7DA1B241-1D02-494A-85C4-3F1D982832F6}" destId="{ABD6E4E5-4E7B-C94F-A409-06358C432686}" srcOrd="1" destOrd="0" presId="urn:microsoft.com/office/officeart/2005/8/layout/hierarchy1"/>
    <dgm:cxn modelId="{8E5A1ABD-6A35-B64D-B2AE-C46E03F3EF60}" type="presParOf" srcId="{ABD6E4E5-4E7B-C94F-A409-06358C432686}" destId="{7EBEFFF3-4DE5-074C-AF73-F0BE1FCCC075}" srcOrd="0" destOrd="0" presId="urn:microsoft.com/office/officeart/2005/8/layout/hierarchy1"/>
    <dgm:cxn modelId="{2C23759D-F03F-234A-B1C2-1EEEC8211AEB}" type="presParOf" srcId="{ABD6E4E5-4E7B-C94F-A409-06358C432686}" destId="{E6A96D36-70B3-A540-8EAF-32689713D5CE}" srcOrd="1" destOrd="0" presId="urn:microsoft.com/office/officeart/2005/8/layout/hierarchy1"/>
    <dgm:cxn modelId="{1E444762-CBD8-DA4A-A55A-31C7B67B7F7E}" type="presParOf" srcId="{E6A96D36-70B3-A540-8EAF-32689713D5CE}" destId="{19E046BE-8818-9C4C-8B3C-78ABBC203890}" srcOrd="0" destOrd="0" presId="urn:microsoft.com/office/officeart/2005/8/layout/hierarchy1"/>
    <dgm:cxn modelId="{82B3EC55-F484-234D-A014-ED124E3005CB}" type="presParOf" srcId="{19E046BE-8818-9C4C-8B3C-78ABBC203890}" destId="{0FDAB9E5-3ECA-2F46-88B8-025CE911AD05}" srcOrd="0" destOrd="0" presId="urn:microsoft.com/office/officeart/2005/8/layout/hierarchy1"/>
    <dgm:cxn modelId="{C09D49C9-725A-484D-A70B-31C308403C9E}" type="presParOf" srcId="{19E046BE-8818-9C4C-8B3C-78ABBC203890}" destId="{B458862F-35DB-A449-8BBA-E8514413A9D2}" srcOrd="1" destOrd="0" presId="urn:microsoft.com/office/officeart/2005/8/layout/hierarchy1"/>
    <dgm:cxn modelId="{DA494C2E-FE69-9049-B6EF-20CB59053FD5}" type="presParOf" srcId="{E6A96D36-70B3-A540-8EAF-32689713D5CE}" destId="{3C555C6C-E18B-F14D-A268-A9B1D2D67057}" srcOrd="1" destOrd="0" presId="urn:microsoft.com/office/officeart/2005/8/layout/hierarchy1"/>
    <dgm:cxn modelId="{BAB6D07F-6F7A-EE48-8EAF-AE6A83DED980}" type="presParOf" srcId="{3C555C6C-E18B-F14D-A268-A9B1D2D67057}" destId="{86999DAD-D30E-884F-BDFD-43AA26BAB8D6}" srcOrd="0" destOrd="0" presId="urn:microsoft.com/office/officeart/2005/8/layout/hierarchy1"/>
    <dgm:cxn modelId="{E9C24447-DF4A-5440-87B0-CF0084652D67}" type="presParOf" srcId="{3C555C6C-E18B-F14D-A268-A9B1D2D67057}" destId="{45CAA1F7-F464-4B44-9A34-5A3D442158F9}" srcOrd="1" destOrd="0" presId="urn:microsoft.com/office/officeart/2005/8/layout/hierarchy1"/>
    <dgm:cxn modelId="{E6E01C0F-3A1D-1A41-99E2-4BE77E193494}" type="presParOf" srcId="{45CAA1F7-F464-4B44-9A34-5A3D442158F9}" destId="{04A58281-A521-EF4B-810E-39EE333BCA6F}" srcOrd="0" destOrd="0" presId="urn:microsoft.com/office/officeart/2005/8/layout/hierarchy1"/>
    <dgm:cxn modelId="{B521C399-33ED-6949-9806-0012D73D6981}" type="presParOf" srcId="{04A58281-A521-EF4B-810E-39EE333BCA6F}" destId="{28C08DDE-62C1-BC4F-9AAA-266393BB558D}" srcOrd="0" destOrd="0" presId="urn:microsoft.com/office/officeart/2005/8/layout/hierarchy1"/>
    <dgm:cxn modelId="{D5A3645E-62C5-0543-9CF2-B0FA6E83AD44}" type="presParOf" srcId="{04A58281-A521-EF4B-810E-39EE333BCA6F}" destId="{67F6DF39-E669-A242-9D48-1C789B4F9E72}" srcOrd="1" destOrd="0" presId="urn:microsoft.com/office/officeart/2005/8/layout/hierarchy1"/>
    <dgm:cxn modelId="{5AAFA72D-DD25-1149-93BD-14978AA6EFFD}" type="presParOf" srcId="{45CAA1F7-F464-4B44-9A34-5A3D442158F9}" destId="{40CFD1B5-C6CC-9B4F-B12E-8F93BF181953}" srcOrd="1" destOrd="0" presId="urn:microsoft.com/office/officeart/2005/8/layout/hierarchy1"/>
    <dgm:cxn modelId="{1F1D4901-5CF4-A34E-AD08-56D9B3469E48}" type="presParOf" srcId="{40CFD1B5-C6CC-9B4F-B12E-8F93BF181953}" destId="{2802E2B3-0BF4-9F47-A6EA-E8E14FCCCAD3}" srcOrd="0" destOrd="0" presId="urn:microsoft.com/office/officeart/2005/8/layout/hierarchy1"/>
    <dgm:cxn modelId="{6A32DC25-0E23-924B-ACC8-1EA8E5650678}" type="presParOf" srcId="{40CFD1B5-C6CC-9B4F-B12E-8F93BF181953}" destId="{4376D9F8-FB78-2948-891B-111F371736AA}" srcOrd="1" destOrd="0" presId="urn:microsoft.com/office/officeart/2005/8/layout/hierarchy1"/>
    <dgm:cxn modelId="{341EF009-CB7B-C048-A358-E495A4AA428C}" type="presParOf" srcId="{4376D9F8-FB78-2948-891B-111F371736AA}" destId="{F40D3555-18BE-2E4C-8BDC-77E951549079}" srcOrd="0" destOrd="0" presId="urn:microsoft.com/office/officeart/2005/8/layout/hierarchy1"/>
    <dgm:cxn modelId="{992A1F3E-18E0-4D4D-A737-7C0214FD6DF0}" type="presParOf" srcId="{F40D3555-18BE-2E4C-8BDC-77E951549079}" destId="{841B219F-2EB1-4541-8644-CCE4847DF61C}" srcOrd="0" destOrd="0" presId="urn:microsoft.com/office/officeart/2005/8/layout/hierarchy1"/>
    <dgm:cxn modelId="{53651543-26C4-9E46-91F4-075D238B8016}" type="presParOf" srcId="{F40D3555-18BE-2E4C-8BDC-77E951549079}" destId="{3694E37D-12AE-804D-9C3E-DA7F4FFFF4FA}" srcOrd="1" destOrd="0" presId="urn:microsoft.com/office/officeart/2005/8/layout/hierarchy1"/>
    <dgm:cxn modelId="{0A27CD8A-54E4-4B42-B950-4707F198C1BF}" type="presParOf" srcId="{4376D9F8-FB78-2948-891B-111F371736AA}" destId="{53DA7DC4-4DD9-1741-A7CC-B074FBB2990D}" srcOrd="1" destOrd="0" presId="urn:microsoft.com/office/officeart/2005/8/layout/hierarchy1"/>
    <dgm:cxn modelId="{BCDFA4C5-D7A4-104A-A945-44E502602239}" type="presParOf" srcId="{53DA7DC4-4DD9-1741-A7CC-B074FBB2990D}" destId="{37BD2805-0008-2948-9DC5-7BFB04963381}" srcOrd="0" destOrd="0" presId="urn:microsoft.com/office/officeart/2005/8/layout/hierarchy1"/>
    <dgm:cxn modelId="{FED18473-0273-974E-BF9E-931C8CF495C8}" type="presParOf" srcId="{53DA7DC4-4DD9-1741-A7CC-B074FBB2990D}" destId="{B5CDCE98-8B04-0848-A807-BDFFED5DC837}" srcOrd="1" destOrd="0" presId="urn:microsoft.com/office/officeart/2005/8/layout/hierarchy1"/>
    <dgm:cxn modelId="{EC7A9F32-D8E6-1C4B-94FD-96F45284AB4A}" type="presParOf" srcId="{B5CDCE98-8B04-0848-A807-BDFFED5DC837}" destId="{04D8F5D6-86A2-0642-91C7-51D8A5F0379F}" srcOrd="0" destOrd="0" presId="urn:microsoft.com/office/officeart/2005/8/layout/hierarchy1"/>
    <dgm:cxn modelId="{0A471C11-CF3F-784F-83AD-4FD2E36D7484}" type="presParOf" srcId="{04D8F5D6-86A2-0642-91C7-51D8A5F0379F}" destId="{6E47DB7F-1500-D34B-A181-4773592F37A9}" srcOrd="0" destOrd="0" presId="urn:microsoft.com/office/officeart/2005/8/layout/hierarchy1"/>
    <dgm:cxn modelId="{18E80BD8-9B01-B04B-A7CD-9134CD5A80A2}" type="presParOf" srcId="{04D8F5D6-86A2-0642-91C7-51D8A5F0379F}" destId="{68925B57-BEA9-A14B-95C5-5641AE370AE5}" srcOrd="1" destOrd="0" presId="urn:microsoft.com/office/officeart/2005/8/layout/hierarchy1"/>
    <dgm:cxn modelId="{FEAE2251-0EAC-5D4C-81AA-C69736014544}" type="presParOf" srcId="{B5CDCE98-8B04-0848-A807-BDFFED5DC837}" destId="{539D0274-2B34-E945-9F91-C379A9DB1DB6}" srcOrd="1" destOrd="0" presId="urn:microsoft.com/office/officeart/2005/8/layout/hierarchy1"/>
    <dgm:cxn modelId="{CEFD72A1-9413-9F43-9080-52937288A407}" type="presParOf" srcId="{539D0274-2B34-E945-9F91-C379A9DB1DB6}" destId="{FFA2C39A-B287-2B45-98FF-F4CBBEAD9CB9}" srcOrd="0" destOrd="0" presId="urn:microsoft.com/office/officeart/2005/8/layout/hierarchy1"/>
    <dgm:cxn modelId="{4EA114A7-5A37-F442-931A-D1D11A07C5DA}" type="presParOf" srcId="{539D0274-2B34-E945-9F91-C379A9DB1DB6}" destId="{19EA907A-DBB4-CD43-A78D-72B7263CFBAA}" srcOrd="1" destOrd="0" presId="urn:microsoft.com/office/officeart/2005/8/layout/hierarchy1"/>
    <dgm:cxn modelId="{1F6BC6F2-DD1B-4248-8DB9-084B5D49EF78}" type="presParOf" srcId="{19EA907A-DBB4-CD43-A78D-72B7263CFBAA}" destId="{D90FC1C1-EBD3-3448-84E0-5C939C003CDB}" srcOrd="0" destOrd="0" presId="urn:microsoft.com/office/officeart/2005/8/layout/hierarchy1"/>
    <dgm:cxn modelId="{C4531680-A013-C64B-AA06-EB862AD7B748}" type="presParOf" srcId="{D90FC1C1-EBD3-3448-84E0-5C939C003CDB}" destId="{82225A2B-ABAD-4B47-A4A8-588D00BF8A2A}" srcOrd="0" destOrd="0" presId="urn:microsoft.com/office/officeart/2005/8/layout/hierarchy1"/>
    <dgm:cxn modelId="{6A132FEE-BE6E-E04B-9C7A-17CA59356C40}" type="presParOf" srcId="{D90FC1C1-EBD3-3448-84E0-5C939C003CDB}" destId="{6799FC78-CB28-9E4A-B6EC-748E7B8445C9}" srcOrd="1" destOrd="0" presId="urn:microsoft.com/office/officeart/2005/8/layout/hierarchy1"/>
    <dgm:cxn modelId="{610BCA60-34E4-6A48-A72E-CE430C30B0AF}" type="presParOf" srcId="{19EA907A-DBB4-CD43-A78D-72B7263CFBAA}" destId="{95EB0FAA-A949-7E44-9AE6-38FE1079D5CA}" srcOrd="1" destOrd="0" presId="urn:microsoft.com/office/officeart/2005/8/layout/hierarchy1"/>
    <dgm:cxn modelId="{48424A86-53FD-D440-B3F3-F7D45408EF9F}" type="presParOf" srcId="{0E32848A-7390-0A4B-B377-D92FFBB5F8F7}" destId="{C52BB388-7FD1-4246-A9AD-16E3D9977B16}" srcOrd="8" destOrd="0" presId="urn:microsoft.com/office/officeart/2005/8/layout/hierarchy1"/>
    <dgm:cxn modelId="{742FA227-6CE5-BC4A-B632-413DB362F709}" type="presParOf" srcId="{0E32848A-7390-0A4B-B377-D92FFBB5F8F7}" destId="{B2034932-E3F9-A746-9A79-C1A4B32E4313}" srcOrd="9" destOrd="0" presId="urn:microsoft.com/office/officeart/2005/8/layout/hierarchy1"/>
    <dgm:cxn modelId="{FEE72FED-40EE-1B4A-8176-B84ECE7B85D0}" type="presParOf" srcId="{B2034932-E3F9-A746-9A79-C1A4B32E4313}" destId="{E7B5DFFB-41EB-BE48-8CE8-76E48BB8CD9A}" srcOrd="0" destOrd="0" presId="urn:microsoft.com/office/officeart/2005/8/layout/hierarchy1"/>
    <dgm:cxn modelId="{9B0A1C35-8409-D54C-B3F2-8EBC6D376C2E}" type="presParOf" srcId="{E7B5DFFB-41EB-BE48-8CE8-76E48BB8CD9A}" destId="{7631241B-39F3-6B43-9458-FCC7EB9700A9}" srcOrd="0" destOrd="0" presId="urn:microsoft.com/office/officeart/2005/8/layout/hierarchy1"/>
    <dgm:cxn modelId="{9E4FCC55-93E5-7C43-8BDD-118DDB5C74B9}" type="presParOf" srcId="{E7B5DFFB-41EB-BE48-8CE8-76E48BB8CD9A}" destId="{4232BADD-8274-4246-BAED-3695444F0FC3}" srcOrd="1" destOrd="0" presId="urn:microsoft.com/office/officeart/2005/8/layout/hierarchy1"/>
    <dgm:cxn modelId="{3D1A905F-488F-AE4A-A18D-CFCC72959CC8}" type="presParOf" srcId="{B2034932-E3F9-A746-9A79-C1A4B32E4313}" destId="{3A259756-3FD3-E144-8424-1B21D4BBB4F4}" srcOrd="1" destOrd="0" presId="urn:microsoft.com/office/officeart/2005/8/layout/hierarchy1"/>
    <dgm:cxn modelId="{75A0B285-32BB-E74A-85AB-4E1B4F54AAB5}" type="presParOf" srcId="{3A259756-3FD3-E144-8424-1B21D4BBB4F4}" destId="{140BCAA8-585C-8F42-916C-CFAB189693D8}" srcOrd="0" destOrd="0" presId="urn:microsoft.com/office/officeart/2005/8/layout/hierarchy1"/>
    <dgm:cxn modelId="{49D9C108-F63D-6C41-8AC0-0BC841AB66B9}" type="presParOf" srcId="{3A259756-3FD3-E144-8424-1B21D4BBB4F4}" destId="{8AED99C6-B1B7-BB44-8A0A-8BE67E887BE6}" srcOrd="1" destOrd="0" presId="urn:microsoft.com/office/officeart/2005/8/layout/hierarchy1"/>
    <dgm:cxn modelId="{8945CEB8-E1A4-5143-9DAB-4180ED372DFD}" type="presParOf" srcId="{8AED99C6-B1B7-BB44-8A0A-8BE67E887BE6}" destId="{A3A4B1B6-1267-F346-9F33-5F11CC38C9DD}" srcOrd="0" destOrd="0" presId="urn:microsoft.com/office/officeart/2005/8/layout/hierarchy1"/>
    <dgm:cxn modelId="{AEBB31D4-C5B7-C141-9ED0-D00D4551CF70}" type="presParOf" srcId="{A3A4B1B6-1267-F346-9F33-5F11CC38C9DD}" destId="{D04A270E-2DED-C643-BA03-DEEABF204EAC}" srcOrd="0" destOrd="0" presId="urn:microsoft.com/office/officeart/2005/8/layout/hierarchy1"/>
    <dgm:cxn modelId="{87388D44-5289-8742-B985-457BEB3613F2}" type="presParOf" srcId="{A3A4B1B6-1267-F346-9F33-5F11CC38C9DD}" destId="{C838DA94-38C8-9144-AEB2-EFA4FEA5ED7E}" srcOrd="1" destOrd="0" presId="urn:microsoft.com/office/officeart/2005/8/layout/hierarchy1"/>
    <dgm:cxn modelId="{5ED7E1FC-708F-0D42-B834-27F739B67BB0}" type="presParOf" srcId="{8AED99C6-B1B7-BB44-8A0A-8BE67E887BE6}" destId="{06E3C029-37C2-F14B-9687-F0D325654C97}" srcOrd="1" destOrd="0" presId="urn:microsoft.com/office/officeart/2005/8/layout/hierarchy1"/>
    <dgm:cxn modelId="{8AC26CBF-2BC8-AC49-A43A-5841DF4C368D}" type="presParOf" srcId="{06E3C029-37C2-F14B-9687-F0D325654C97}" destId="{6B2C514A-6074-DC44-BE19-6789BCA6FC18}" srcOrd="0" destOrd="0" presId="urn:microsoft.com/office/officeart/2005/8/layout/hierarchy1"/>
    <dgm:cxn modelId="{52C239F5-0354-5049-91D6-AC44BF99EBBF}" type="presParOf" srcId="{06E3C029-37C2-F14B-9687-F0D325654C97}" destId="{AD9DCC7A-F2E7-7F49-9984-92973BD1CE32}" srcOrd="1" destOrd="0" presId="urn:microsoft.com/office/officeart/2005/8/layout/hierarchy1"/>
    <dgm:cxn modelId="{0C612F8A-8B9F-B742-8E94-3C57E7EE4358}" type="presParOf" srcId="{AD9DCC7A-F2E7-7F49-9984-92973BD1CE32}" destId="{D405369E-AD68-5E40-AE1C-F3AABB60FF7C}" srcOrd="0" destOrd="0" presId="urn:microsoft.com/office/officeart/2005/8/layout/hierarchy1"/>
    <dgm:cxn modelId="{B07DB718-8AE5-8846-A768-2D129F9EA581}" type="presParOf" srcId="{D405369E-AD68-5E40-AE1C-F3AABB60FF7C}" destId="{E7111C6C-1082-9B44-96AC-7DD911063CE6}" srcOrd="0" destOrd="0" presId="urn:microsoft.com/office/officeart/2005/8/layout/hierarchy1"/>
    <dgm:cxn modelId="{689B8E41-238A-4B41-BC46-433B46170766}" type="presParOf" srcId="{D405369E-AD68-5E40-AE1C-F3AABB60FF7C}" destId="{D80D516F-DF09-204D-9A4F-B81CD27EC6DB}" srcOrd="1" destOrd="0" presId="urn:microsoft.com/office/officeart/2005/8/layout/hierarchy1"/>
    <dgm:cxn modelId="{CC093309-385E-AE4B-B0D3-78A2BE0DC03A}" type="presParOf" srcId="{AD9DCC7A-F2E7-7F49-9984-92973BD1CE32}" destId="{2A4743B7-5588-9B4F-B08E-099F2A52ED4E}" srcOrd="1" destOrd="0" presId="urn:microsoft.com/office/officeart/2005/8/layout/hierarchy1"/>
    <dgm:cxn modelId="{E69A9466-78D0-DB4E-A204-D3875FE14CD3}" type="presParOf" srcId="{2A4743B7-5588-9B4F-B08E-099F2A52ED4E}" destId="{19D79C46-8D49-554B-BFFB-9AD9FEED5106}" srcOrd="0" destOrd="0" presId="urn:microsoft.com/office/officeart/2005/8/layout/hierarchy1"/>
    <dgm:cxn modelId="{51EA77EE-C20C-404C-A693-0B43EE8CE273}" type="presParOf" srcId="{2A4743B7-5588-9B4F-B08E-099F2A52ED4E}" destId="{5C0AD65D-90F0-1744-996F-117E42B684B1}" srcOrd="1" destOrd="0" presId="urn:microsoft.com/office/officeart/2005/8/layout/hierarchy1"/>
    <dgm:cxn modelId="{A5A3997E-80A3-E446-8A25-CADE457DF1CF}" type="presParOf" srcId="{5C0AD65D-90F0-1744-996F-117E42B684B1}" destId="{2D935EF5-96CD-6E42-B64C-F0399E5E4446}" srcOrd="0" destOrd="0" presId="urn:microsoft.com/office/officeart/2005/8/layout/hierarchy1"/>
    <dgm:cxn modelId="{F7E637A2-8E38-2E42-932A-82AFA1E79EB7}" type="presParOf" srcId="{2D935EF5-96CD-6E42-B64C-F0399E5E4446}" destId="{A046B692-32DC-EE4B-8910-A94310E62901}" srcOrd="0" destOrd="0" presId="urn:microsoft.com/office/officeart/2005/8/layout/hierarchy1"/>
    <dgm:cxn modelId="{F48C6C35-3A3B-CB44-9246-0E0B92B93E37}" type="presParOf" srcId="{2D935EF5-96CD-6E42-B64C-F0399E5E4446}" destId="{14D642BD-C4F2-F548-8E45-D92C8FCCBAD5}" srcOrd="1" destOrd="0" presId="urn:microsoft.com/office/officeart/2005/8/layout/hierarchy1"/>
    <dgm:cxn modelId="{8C5EF913-E330-8549-B991-25F29342E9E5}" type="presParOf" srcId="{5C0AD65D-90F0-1744-996F-117E42B684B1}" destId="{BF77F9F8-A3A6-EC45-97D9-1633A6207543}" srcOrd="1" destOrd="0" presId="urn:microsoft.com/office/officeart/2005/8/layout/hierarchy1"/>
    <dgm:cxn modelId="{7289DD00-5C42-4F48-B00A-D0F9A4927C6A}" type="presParOf" srcId="{BF77F9F8-A3A6-EC45-97D9-1633A6207543}" destId="{F57F3144-C10A-224B-A9F1-8C57A30C0454}" srcOrd="0" destOrd="0" presId="urn:microsoft.com/office/officeart/2005/8/layout/hierarchy1"/>
    <dgm:cxn modelId="{326CC094-A59C-E341-8E46-3A3B62449476}" type="presParOf" srcId="{BF77F9F8-A3A6-EC45-97D9-1633A6207543}" destId="{09272D60-44D4-FA4B-9FED-E11A6E0255B5}" srcOrd="1" destOrd="0" presId="urn:microsoft.com/office/officeart/2005/8/layout/hierarchy1"/>
    <dgm:cxn modelId="{96E0C687-17C1-B541-99FA-4ED4AEA2D0CD}" type="presParOf" srcId="{09272D60-44D4-FA4B-9FED-E11A6E0255B5}" destId="{D241D1BF-397C-1845-8189-78CE9487B55F}" srcOrd="0" destOrd="0" presId="urn:microsoft.com/office/officeart/2005/8/layout/hierarchy1"/>
    <dgm:cxn modelId="{A8A56C75-0CA4-FC4A-94EE-90D9494FAE95}" type="presParOf" srcId="{D241D1BF-397C-1845-8189-78CE9487B55F}" destId="{E247D4BE-BA3B-7149-B5EF-7F8D463D3438}" srcOrd="0" destOrd="0" presId="urn:microsoft.com/office/officeart/2005/8/layout/hierarchy1"/>
    <dgm:cxn modelId="{C369D8BA-F5A3-7A4B-8051-DE83750558C0}" type="presParOf" srcId="{D241D1BF-397C-1845-8189-78CE9487B55F}" destId="{3F661340-D7E6-764E-B726-ED9B28203CB0}" srcOrd="1" destOrd="0" presId="urn:microsoft.com/office/officeart/2005/8/layout/hierarchy1"/>
    <dgm:cxn modelId="{AD01DD95-3B43-6243-BA66-50D79069294E}" type="presParOf" srcId="{09272D60-44D4-FA4B-9FED-E11A6E0255B5}" destId="{CFAE9F0B-4691-9F41-BDB1-387742696D44}" srcOrd="1" destOrd="0" presId="urn:microsoft.com/office/officeart/2005/8/layout/hierarchy1"/>
    <dgm:cxn modelId="{B4593480-06FC-F84E-92F8-8F3542D46615}" type="presParOf" srcId="{0E32848A-7390-0A4B-B377-D92FFBB5F8F7}" destId="{5680A9E4-80AE-534F-B6F2-C526A80D1DCB}" srcOrd="10" destOrd="0" presId="urn:microsoft.com/office/officeart/2005/8/layout/hierarchy1"/>
    <dgm:cxn modelId="{F0203404-F648-F347-996E-276D537BB9ED}" type="presParOf" srcId="{0E32848A-7390-0A4B-B377-D92FFBB5F8F7}" destId="{3A003965-6BF7-B14F-A99E-C92691C6BDB6}" srcOrd="11" destOrd="0" presId="urn:microsoft.com/office/officeart/2005/8/layout/hierarchy1"/>
    <dgm:cxn modelId="{1368F996-C790-3C49-B7AE-A80846ADF8E0}" type="presParOf" srcId="{3A003965-6BF7-B14F-A99E-C92691C6BDB6}" destId="{B29458E8-4E9D-A740-B376-3896EA5D077E}" srcOrd="0" destOrd="0" presId="urn:microsoft.com/office/officeart/2005/8/layout/hierarchy1"/>
    <dgm:cxn modelId="{A08A1AE4-D716-9242-9222-FB46D1ADF1D0}" type="presParOf" srcId="{B29458E8-4E9D-A740-B376-3896EA5D077E}" destId="{21C3221B-4B11-E34E-90A0-FA1C2BA1639A}" srcOrd="0" destOrd="0" presId="urn:microsoft.com/office/officeart/2005/8/layout/hierarchy1"/>
    <dgm:cxn modelId="{58B1221E-F963-D449-B487-7F42CD0E7721}" type="presParOf" srcId="{B29458E8-4E9D-A740-B376-3896EA5D077E}" destId="{A5713588-D6A6-F242-81DD-322CFB66183B}" srcOrd="1" destOrd="0" presId="urn:microsoft.com/office/officeart/2005/8/layout/hierarchy1"/>
    <dgm:cxn modelId="{A1B898B7-C5A3-B14E-8FFE-A2E63AE090DD}" type="presParOf" srcId="{3A003965-6BF7-B14F-A99E-C92691C6BDB6}" destId="{857A2A7F-1A82-F249-88F6-A9BB2601A7EA}" srcOrd="1" destOrd="0" presId="urn:microsoft.com/office/officeart/2005/8/layout/hierarchy1"/>
    <dgm:cxn modelId="{F4ABEBF8-0D81-3349-8C88-03DDB90A0A69}" type="presParOf" srcId="{857A2A7F-1A82-F249-88F6-A9BB2601A7EA}" destId="{FA618B50-4C21-F74B-8396-BFEFB5C20D9A}" srcOrd="0" destOrd="0" presId="urn:microsoft.com/office/officeart/2005/8/layout/hierarchy1"/>
    <dgm:cxn modelId="{195A76AF-444B-A643-B736-86894EA98C0F}" type="presParOf" srcId="{857A2A7F-1A82-F249-88F6-A9BB2601A7EA}" destId="{DBBCC73E-EFED-7B42-B7BF-9A026EBB4FF7}" srcOrd="1" destOrd="0" presId="urn:microsoft.com/office/officeart/2005/8/layout/hierarchy1"/>
    <dgm:cxn modelId="{2B28FC30-E8F1-D84F-89D3-5EC591E7A698}" type="presParOf" srcId="{DBBCC73E-EFED-7B42-B7BF-9A026EBB4FF7}" destId="{AB8CC1D9-A7EC-3D45-BC93-EA1C22534195}" srcOrd="0" destOrd="0" presId="urn:microsoft.com/office/officeart/2005/8/layout/hierarchy1"/>
    <dgm:cxn modelId="{5A30790E-F21B-A64F-B26E-9157F60F6387}" type="presParOf" srcId="{AB8CC1D9-A7EC-3D45-BC93-EA1C22534195}" destId="{5BFAA1D8-E17F-9A4D-A8E5-249EC6AD0AD2}" srcOrd="0" destOrd="0" presId="urn:microsoft.com/office/officeart/2005/8/layout/hierarchy1"/>
    <dgm:cxn modelId="{DB8471C2-2FF2-9F4D-80CC-CBAAF0C957AD}" type="presParOf" srcId="{AB8CC1D9-A7EC-3D45-BC93-EA1C22534195}" destId="{533DE543-E6C7-634C-8119-6C2C96437C04}" srcOrd="1" destOrd="0" presId="urn:microsoft.com/office/officeart/2005/8/layout/hierarchy1"/>
    <dgm:cxn modelId="{BE083C4B-DF71-7C4E-B4FB-5A282C09AE3B}" type="presParOf" srcId="{DBBCC73E-EFED-7B42-B7BF-9A026EBB4FF7}" destId="{1D5F0A2A-8579-BE41-A1AD-C433E174CB44}" srcOrd="1" destOrd="0" presId="urn:microsoft.com/office/officeart/2005/8/layout/hierarchy1"/>
    <dgm:cxn modelId="{3DAB097B-3CF1-5F4E-9C11-F002E23281E5}" type="presParOf" srcId="{1D5F0A2A-8579-BE41-A1AD-C433E174CB44}" destId="{F4A7BDA8-3CB8-5842-B1A2-86F1EE460264}" srcOrd="0" destOrd="0" presId="urn:microsoft.com/office/officeart/2005/8/layout/hierarchy1"/>
    <dgm:cxn modelId="{877B013C-07F7-AF4D-B89A-2E6431AA9E20}" type="presParOf" srcId="{1D5F0A2A-8579-BE41-A1AD-C433E174CB44}" destId="{9C3CE973-8ACC-6842-BAA5-5DA3F78AE2EA}" srcOrd="1" destOrd="0" presId="urn:microsoft.com/office/officeart/2005/8/layout/hierarchy1"/>
    <dgm:cxn modelId="{1085DD88-0B8D-E74D-AEB5-615D6FAFA0CB}" type="presParOf" srcId="{9C3CE973-8ACC-6842-BAA5-5DA3F78AE2EA}" destId="{5D5F1745-D6AC-6947-81AD-D3104C6C4414}" srcOrd="0" destOrd="0" presId="urn:microsoft.com/office/officeart/2005/8/layout/hierarchy1"/>
    <dgm:cxn modelId="{5CBDA56D-0122-F840-B66F-769899F61086}" type="presParOf" srcId="{5D5F1745-D6AC-6947-81AD-D3104C6C4414}" destId="{6549BE55-151E-CD4C-8DAF-59D26F13AC1E}" srcOrd="0" destOrd="0" presId="urn:microsoft.com/office/officeart/2005/8/layout/hierarchy1"/>
    <dgm:cxn modelId="{70CBFD58-FFE0-3F41-A768-91EE8F1DE842}" type="presParOf" srcId="{5D5F1745-D6AC-6947-81AD-D3104C6C4414}" destId="{9DFF9451-A090-6E41-83F0-6B045351750F}" srcOrd="1" destOrd="0" presId="urn:microsoft.com/office/officeart/2005/8/layout/hierarchy1"/>
    <dgm:cxn modelId="{9D285B10-7061-3840-94FC-87F861848FC3}" type="presParOf" srcId="{9C3CE973-8ACC-6842-BAA5-5DA3F78AE2EA}" destId="{12A1C557-D226-DC4E-94C6-E56CCB7C4676}" srcOrd="1" destOrd="0" presId="urn:microsoft.com/office/officeart/2005/8/layout/hierarchy1"/>
    <dgm:cxn modelId="{8A4FC845-6260-8A45-9CF3-D8246E16E5CB}" type="presParOf" srcId="{12A1C557-D226-DC4E-94C6-E56CCB7C4676}" destId="{F7B8E9F6-FD42-284E-A6E5-428FC860DBAD}" srcOrd="0" destOrd="0" presId="urn:microsoft.com/office/officeart/2005/8/layout/hierarchy1"/>
    <dgm:cxn modelId="{5D626136-00E9-9947-B39E-84B2321990EC}" type="presParOf" srcId="{12A1C557-D226-DC4E-94C6-E56CCB7C4676}" destId="{5F00DF12-4278-AC4E-8D9D-ED724337B63D}" srcOrd="1" destOrd="0" presId="urn:microsoft.com/office/officeart/2005/8/layout/hierarchy1"/>
    <dgm:cxn modelId="{C63122E2-578C-7545-BE29-A9120B69F2A0}" type="presParOf" srcId="{5F00DF12-4278-AC4E-8D9D-ED724337B63D}" destId="{2B00F06D-EBED-764B-A04D-F734DD71AA1D}" srcOrd="0" destOrd="0" presId="urn:microsoft.com/office/officeart/2005/8/layout/hierarchy1"/>
    <dgm:cxn modelId="{EB066ACC-05B6-FE49-A7EB-9E3E7B37E6E6}" type="presParOf" srcId="{2B00F06D-EBED-764B-A04D-F734DD71AA1D}" destId="{CBDDEB99-5DC2-284C-8076-E13125715CA6}" srcOrd="0" destOrd="0" presId="urn:microsoft.com/office/officeart/2005/8/layout/hierarchy1"/>
    <dgm:cxn modelId="{B79A3969-8C82-654A-8362-0984672D95DA}" type="presParOf" srcId="{2B00F06D-EBED-764B-A04D-F734DD71AA1D}" destId="{57026838-5B89-F04C-A105-AB60D1AAE372}" srcOrd="1" destOrd="0" presId="urn:microsoft.com/office/officeart/2005/8/layout/hierarchy1"/>
    <dgm:cxn modelId="{E5F90309-1485-3D47-BC7E-FFCAF25A8A08}" type="presParOf" srcId="{5F00DF12-4278-AC4E-8D9D-ED724337B63D}" destId="{50EF86C2-6F89-574B-B39E-869239E71375}" srcOrd="1" destOrd="0" presId="urn:microsoft.com/office/officeart/2005/8/layout/hierarchy1"/>
    <dgm:cxn modelId="{75B3D5D9-E8C7-9249-8BD8-994E0ECD4BEB}" type="presParOf" srcId="{50EF86C2-6F89-574B-B39E-869239E71375}" destId="{007345A2-1665-8442-92B4-3505A325924B}" srcOrd="0" destOrd="0" presId="urn:microsoft.com/office/officeart/2005/8/layout/hierarchy1"/>
    <dgm:cxn modelId="{3D64E458-4A08-A049-8597-0304F5647F95}" type="presParOf" srcId="{50EF86C2-6F89-574B-B39E-869239E71375}" destId="{414A87C4-CBCC-744B-BCFE-1E5F21ABEB74}" srcOrd="1" destOrd="0" presId="urn:microsoft.com/office/officeart/2005/8/layout/hierarchy1"/>
    <dgm:cxn modelId="{31EDE42F-5994-1F44-9C43-30A2E673A6C1}" type="presParOf" srcId="{414A87C4-CBCC-744B-BCFE-1E5F21ABEB74}" destId="{867F4F30-EC1D-4040-95B9-4E1164C2FC94}" srcOrd="0" destOrd="0" presId="urn:microsoft.com/office/officeart/2005/8/layout/hierarchy1"/>
    <dgm:cxn modelId="{2A0AD2DD-3B3C-6541-9092-89C04AD2FDA2}" type="presParOf" srcId="{867F4F30-EC1D-4040-95B9-4E1164C2FC94}" destId="{154FC934-0826-AA49-ACE6-2A8FF572A323}" srcOrd="0" destOrd="0" presId="urn:microsoft.com/office/officeart/2005/8/layout/hierarchy1"/>
    <dgm:cxn modelId="{43489C4D-346D-2041-A050-D0BDC8DB5504}" type="presParOf" srcId="{867F4F30-EC1D-4040-95B9-4E1164C2FC94}" destId="{DB5D63E3-0677-2E41-A9A5-23118DD69650}" srcOrd="1" destOrd="0" presId="urn:microsoft.com/office/officeart/2005/8/layout/hierarchy1"/>
    <dgm:cxn modelId="{764289D7-862B-BF4D-BCF0-F395A46895CA}" type="presParOf" srcId="{414A87C4-CBCC-744B-BCFE-1E5F21ABEB74}" destId="{2AC44770-B94D-A042-A36C-CFA24BA0B198}" srcOrd="1" destOrd="0" presId="urn:microsoft.com/office/officeart/2005/8/layout/hierarchy1"/>
    <dgm:cxn modelId="{16ED31D2-887D-DD46-BAC7-3E1BDF9DD792}" type="presParOf" srcId="{2AC44770-B94D-A042-A36C-CFA24BA0B198}" destId="{5BAC1E72-6783-E84D-B765-2E02BC6C3A6F}" srcOrd="0" destOrd="0" presId="urn:microsoft.com/office/officeart/2005/8/layout/hierarchy1"/>
    <dgm:cxn modelId="{4CA15402-8F30-524A-A587-66BC3A9BB83E}" type="presParOf" srcId="{2AC44770-B94D-A042-A36C-CFA24BA0B198}" destId="{6C141C99-FEF0-964E-BFAA-D603F64285FA}" srcOrd="1" destOrd="0" presId="urn:microsoft.com/office/officeart/2005/8/layout/hierarchy1"/>
    <dgm:cxn modelId="{9670057A-8BA6-A04C-B2EE-2539342595A5}" type="presParOf" srcId="{6C141C99-FEF0-964E-BFAA-D603F64285FA}" destId="{2585C2E1-45DD-F94A-9E22-3C1D21C0553A}" srcOrd="0" destOrd="0" presId="urn:microsoft.com/office/officeart/2005/8/layout/hierarchy1"/>
    <dgm:cxn modelId="{6C5C1C92-361F-A843-83FA-517A4850AC94}" type="presParOf" srcId="{2585C2E1-45DD-F94A-9E22-3C1D21C0553A}" destId="{8DB39D56-667B-9B4B-B24A-3127BD632B11}" srcOrd="0" destOrd="0" presId="urn:microsoft.com/office/officeart/2005/8/layout/hierarchy1"/>
    <dgm:cxn modelId="{391975A1-F061-064B-8775-B682C95B2ADF}" type="presParOf" srcId="{2585C2E1-45DD-F94A-9E22-3C1D21C0553A}" destId="{19F2F986-DE87-DD49-8AD0-9A87C029E653}" srcOrd="1" destOrd="0" presId="urn:microsoft.com/office/officeart/2005/8/layout/hierarchy1"/>
    <dgm:cxn modelId="{C0D7DB11-BACA-EA4E-876F-ABFDF607C59D}" type="presParOf" srcId="{6C141C99-FEF0-964E-BFAA-D603F64285FA}" destId="{89549E22-48BB-7041-9444-D7536D3672D4}" srcOrd="1" destOrd="0" presId="urn:microsoft.com/office/officeart/2005/8/layout/hierarchy1"/>
    <dgm:cxn modelId="{824BA703-859D-FB4D-9924-1AF765532A61}" type="presParOf" srcId="{0E32848A-7390-0A4B-B377-D92FFBB5F8F7}" destId="{F1401C97-8FAD-2848-875E-A10CF18E3208}" srcOrd="12" destOrd="0" presId="urn:microsoft.com/office/officeart/2005/8/layout/hierarchy1"/>
    <dgm:cxn modelId="{220397A4-46C3-9748-9EA7-4E7558A0D9AD}" type="presParOf" srcId="{0E32848A-7390-0A4B-B377-D92FFBB5F8F7}" destId="{2D88EDC8-3ECE-B243-B2CB-409331558E79}" srcOrd="13" destOrd="0" presId="urn:microsoft.com/office/officeart/2005/8/layout/hierarchy1"/>
    <dgm:cxn modelId="{38A5FA25-92A8-994B-8C59-1659D71C1EFA}" type="presParOf" srcId="{2D88EDC8-3ECE-B243-B2CB-409331558E79}" destId="{2A34F609-3384-024F-822C-2D23EE745996}" srcOrd="0" destOrd="0" presId="urn:microsoft.com/office/officeart/2005/8/layout/hierarchy1"/>
    <dgm:cxn modelId="{59857CDE-4FBB-AE4B-8D21-BC89D3EE0D39}" type="presParOf" srcId="{2A34F609-3384-024F-822C-2D23EE745996}" destId="{49C6A6AC-081F-DD4C-81BE-A55B35EA7306}" srcOrd="0" destOrd="0" presId="urn:microsoft.com/office/officeart/2005/8/layout/hierarchy1"/>
    <dgm:cxn modelId="{F688653C-77A0-1C4B-9B7B-C2E89AE65C79}" type="presParOf" srcId="{2A34F609-3384-024F-822C-2D23EE745996}" destId="{FF13CEE1-CAD4-A246-9B3F-6F161BE436CA}" srcOrd="1" destOrd="0" presId="urn:microsoft.com/office/officeart/2005/8/layout/hierarchy1"/>
    <dgm:cxn modelId="{AC740E73-1B72-8B4A-9599-299F624DC811}" type="presParOf" srcId="{2D88EDC8-3ECE-B243-B2CB-409331558E79}" destId="{417DCEDF-1738-8B41-9813-9CC3D4B0AE43}" srcOrd="1" destOrd="0" presId="urn:microsoft.com/office/officeart/2005/8/layout/hierarchy1"/>
    <dgm:cxn modelId="{90B85C67-64CA-6842-AA65-A94AAD33D908}" type="presParOf" srcId="{417DCEDF-1738-8B41-9813-9CC3D4B0AE43}" destId="{1298F6FE-3119-8840-954E-52B37C1AD6B7}" srcOrd="0" destOrd="0" presId="urn:microsoft.com/office/officeart/2005/8/layout/hierarchy1"/>
    <dgm:cxn modelId="{CD6BDE9E-FBFF-8F48-8446-FBF4CC4B7C25}" type="presParOf" srcId="{417DCEDF-1738-8B41-9813-9CC3D4B0AE43}" destId="{2E60FB22-9041-E745-9703-A65B55967FF8}" srcOrd="1" destOrd="0" presId="urn:microsoft.com/office/officeart/2005/8/layout/hierarchy1"/>
    <dgm:cxn modelId="{934C91EC-2093-CB4A-A6D9-1F1CC77A0FE7}" type="presParOf" srcId="{2E60FB22-9041-E745-9703-A65B55967FF8}" destId="{028C4E10-C1FB-B244-AF5E-4BE87B8A5700}" srcOrd="0" destOrd="0" presId="urn:microsoft.com/office/officeart/2005/8/layout/hierarchy1"/>
    <dgm:cxn modelId="{6E583BC7-05A6-FB46-B4B8-F5B28DE11EE9}" type="presParOf" srcId="{028C4E10-C1FB-B244-AF5E-4BE87B8A5700}" destId="{AF277444-2FD9-6449-9092-652E8DCD3A90}" srcOrd="0" destOrd="0" presId="urn:microsoft.com/office/officeart/2005/8/layout/hierarchy1"/>
    <dgm:cxn modelId="{76B44497-5623-964C-A93E-D291566B9C7E}" type="presParOf" srcId="{028C4E10-C1FB-B244-AF5E-4BE87B8A5700}" destId="{158259D4-2439-C445-BE00-7CA146560E06}" srcOrd="1" destOrd="0" presId="urn:microsoft.com/office/officeart/2005/8/layout/hierarchy1"/>
    <dgm:cxn modelId="{4591CDF3-AE5A-7F4A-BD92-0FDC991105D9}" type="presParOf" srcId="{2E60FB22-9041-E745-9703-A65B55967FF8}" destId="{6221AFB8-E34A-1F45-95D5-B62D3712546C}" srcOrd="1" destOrd="0" presId="urn:microsoft.com/office/officeart/2005/8/layout/hierarchy1"/>
    <dgm:cxn modelId="{10CCFE7B-FE19-D448-B149-838523DEDBE4}" type="presParOf" srcId="{6221AFB8-E34A-1F45-95D5-B62D3712546C}" destId="{9C225D59-90CC-3C47-9C33-904AC42726DE}" srcOrd="0" destOrd="0" presId="urn:microsoft.com/office/officeart/2005/8/layout/hierarchy1"/>
    <dgm:cxn modelId="{A4554EC0-3243-B54F-9017-3CD8CD685FF9}" type="presParOf" srcId="{6221AFB8-E34A-1F45-95D5-B62D3712546C}" destId="{E8F748FC-0BC0-FD46-B2B0-CF74497E18AA}" srcOrd="1" destOrd="0" presId="urn:microsoft.com/office/officeart/2005/8/layout/hierarchy1"/>
    <dgm:cxn modelId="{37D8044B-5BDD-7B4D-9FDD-C8B089AF9588}" type="presParOf" srcId="{E8F748FC-0BC0-FD46-B2B0-CF74497E18AA}" destId="{824BAB75-D83D-6C41-802E-5C2EEE8D4214}" srcOrd="0" destOrd="0" presId="urn:microsoft.com/office/officeart/2005/8/layout/hierarchy1"/>
    <dgm:cxn modelId="{DB0B648F-F5C3-FF45-9475-ED752F509C74}" type="presParOf" srcId="{824BAB75-D83D-6C41-802E-5C2EEE8D4214}" destId="{316CD691-355F-A742-9252-88538E5E9A78}" srcOrd="0" destOrd="0" presId="urn:microsoft.com/office/officeart/2005/8/layout/hierarchy1"/>
    <dgm:cxn modelId="{AF5A4B80-E956-EA47-838F-8D029818D96F}" type="presParOf" srcId="{824BAB75-D83D-6C41-802E-5C2EEE8D4214}" destId="{2AE276CF-0859-9A4E-9602-CB05769ED12C}" srcOrd="1" destOrd="0" presId="urn:microsoft.com/office/officeart/2005/8/layout/hierarchy1"/>
    <dgm:cxn modelId="{75ADB441-B14E-D94E-91FA-9DF64A2D4722}" type="presParOf" srcId="{E8F748FC-0BC0-FD46-B2B0-CF74497E18AA}" destId="{28CD558B-84FD-624A-9476-8264AEA0094C}" srcOrd="1" destOrd="0" presId="urn:microsoft.com/office/officeart/2005/8/layout/hierarchy1"/>
    <dgm:cxn modelId="{36F4417B-7F99-944D-9729-08359B1FDA9A}" type="presParOf" srcId="{28CD558B-84FD-624A-9476-8264AEA0094C}" destId="{B141A3B8-7CE6-9C4E-9118-FEF5F7F26026}" srcOrd="0" destOrd="0" presId="urn:microsoft.com/office/officeart/2005/8/layout/hierarchy1"/>
    <dgm:cxn modelId="{1CB63A2D-87DF-1E4F-8593-54F546408C42}" type="presParOf" srcId="{28CD558B-84FD-624A-9476-8264AEA0094C}" destId="{C2DFB708-7278-354C-B8AE-C66582124966}" srcOrd="1" destOrd="0" presId="urn:microsoft.com/office/officeart/2005/8/layout/hierarchy1"/>
    <dgm:cxn modelId="{299852FF-EE27-3B47-9C4D-8600C5CF9518}" type="presParOf" srcId="{C2DFB708-7278-354C-B8AE-C66582124966}" destId="{A7B7A1B3-5486-B841-875C-4A1A68B56209}" srcOrd="0" destOrd="0" presId="urn:microsoft.com/office/officeart/2005/8/layout/hierarchy1"/>
    <dgm:cxn modelId="{78D1A616-3703-654C-B0AD-E7E3FFF6D5D2}" type="presParOf" srcId="{A7B7A1B3-5486-B841-875C-4A1A68B56209}" destId="{A91BBC72-4B5A-9E4B-8130-D4E05EC42486}" srcOrd="0" destOrd="0" presId="urn:microsoft.com/office/officeart/2005/8/layout/hierarchy1"/>
    <dgm:cxn modelId="{FF4EE2F2-F7D6-4946-9F29-83A702453BE2}" type="presParOf" srcId="{A7B7A1B3-5486-B841-875C-4A1A68B56209}" destId="{825EAFDC-FC16-E840-B69F-F659EB06999B}" srcOrd="1" destOrd="0" presId="urn:microsoft.com/office/officeart/2005/8/layout/hierarchy1"/>
    <dgm:cxn modelId="{4B843DED-6E1E-4744-ADBD-0ABE742A6479}" type="presParOf" srcId="{C2DFB708-7278-354C-B8AE-C66582124966}" destId="{0F4721E4-B62D-DC44-BE9C-0F634B14F3C6}" srcOrd="1" destOrd="0" presId="urn:microsoft.com/office/officeart/2005/8/layout/hierarchy1"/>
    <dgm:cxn modelId="{16171ADE-4C73-2148-B5AD-F7B612D24316}" type="presParOf" srcId="{0F4721E4-B62D-DC44-BE9C-0F634B14F3C6}" destId="{24C1B19C-2A82-7945-A430-BF98C9A4A756}" srcOrd="0" destOrd="0" presId="urn:microsoft.com/office/officeart/2005/8/layout/hierarchy1"/>
    <dgm:cxn modelId="{F7681D08-3EB5-B440-8293-9EE9586B8AF4}" type="presParOf" srcId="{0F4721E4-B62D-DC44-BE9C-0F634B14F3C6}" destId="{E2D3B2E3-3BAE-9547-B84A-D9C05B6D49A8}" srcOrd="1" destOrd="0" presId="urn:microsoft.com/office/officeart/2005/8/layout/hierarchy1"/>
    <dgm:cxn modelId="{AB2F641F-371D-7949-8B11-3F50B093F100}" type="presParOf" srcId="{E2D3B2E3-3BAE-9547-B84A-D9C05B6D49A8}" destId="{9BCC29D0-36BC-0D44-8CC9-F579198CE7D9}" srcOrd="0" destOrd="0" presId="urn:microsoft.com/office/officeart/2005/8/layout/hierarchy1"/>
    <dgm:cxn modelId="{A4BB1D46-596D-A849-BBA1-05B42CE76749}" type="presParOf" srcId="{9BCC29D0-36BC-0D44-8CC9-F579198CE7D9}" destId="{D03F6A04-C523-6A4C-9B26-39C5555FFA1E}" srcOrd="0" destOrd="0" presId="urn:microsoft.com/office/officeart/2005/8/layout/hierarchy1"/>
    <dgm:cxn modelId="{2F4FD2F7-FE28-8E4F-8289-060DA1CFE6FA}" type="presParOf" srcId="{9BCC29D0-36BC-0D44-8CC9-F579198CE7D9}" destId="{8907E771-6AA6-F44C-ACDE-4533CDA809CC}" srcOrd="1" destOrd="0" presId="urn:microsoft.com/office/officeart/2005/8/layout/hierarchy1"/>
    <dgm:cxn modelId="{7AB87135-C6A4-9144-B364-00108984C38C}" type="presParOf" srcId="{E2D3B2E3-3BAE-9547-B84A-D9C05B6D49A8}" destId="{911DD068-79B6-E54B-A362-B4EC1C9050F1}" srcOrd="1" destOrd="0" presId="urn:microsoft.com/office/officeart/2005/8/layout/hierarchy1"/>
    <dgm:cxn modelId="{A8125603-2A58-FC40-9BE6-DA84B9152B6E}" type="presParOf" srcId="{911DD068-79B6-E54B-A362-B4EC1C9050F1}" destId="{22D7A637-A254-3C40-B775-8C309921099F}" srcOrd="0" destOrd="0" presId="urn:microsoft.com/office/officeart/2005/8/layout/hierarchy1"/>
    <dgm:cxn modelId="{29B73E5C-B3A2-F64A-A4EB-2D7353CD6D56}" type="presParOf" srcId="{911DD068-79B6-E54B-A362-B4EC1C9050F1}" destId="{46B544B2-BCC6-D746-9D77-C97D31AB7245}" srcOrd="1" destOrd="0" presId="urn:microsoft.com/office/officeart/2005/8/layout/hierarchy1"/>
    <dgm:cxn modelId="{69069847-DA00-1248-B28E-1C85CFCF47D7}" type="presParOf" srcId="{46B544B2-BCC6-D746-9D77-C97D31AB7245}" destId="{40B61F9A-BB74-DC41-BA07-E5815D8AF208}" srcOrd="0" destOrd="0" presId="urn:microsoft.com/office/officeart/2005/8/layout/hierarchy1"/>
    <dgm:cxn modelId="{3E568E92-EA78-4048-AE88-FDF06B0566DC}" type="presParOf" srcId="{40B61F9A-BB74-DC41-BA07-E5815D8AF208}" destId="{445E6A0B-AB16-CD4E-B9A7-6CD71D24015B}" srcOrd="0" destOrd="0" presId="urn:microsoft.com/office/officeart/2005/8/layout/hierarchy1"/>
    <dgm:cxn modelId="{AAF94AD4-5F46-3147-9E7F-8C088EB14C7B}" type="presParOf" srcId="{40B61F9A-BB74-DC41-BA07-E5815D8AF208}" destId="{540860A7-7931-AA44-AD65-15CE7D91A57A}" srcOrd="1" destOrd="0" presId="urn:microsoft.com/office/officeart/2005/8/layout/hierarchy1"/>
    <dgm:cxn modelId="{8DDB2EAB-E8E5-FD47-B6B8-8AEC45FCCEAD}" type="presParOf" srcId="{46B544B2-BCC6-D746-9D77-C97D31AB7245}" destId="{0AF51AC4-0619-DA4E-9D91-2904F8899594}" srcOrd="1" destOrd="0" presId="urn:microsoft.com/office/officeart/2005/8/layout/hierarchy1"/>
    <dgm:cxn modelId="{924EA0F6-8854-F948-9B53-CB8A9ED15BB4}" type="presParOf" srcId="{0AF51AC4-0619-DA4E-9D91-2904F8899594}" destId="{83216F95-001C-7B40-A068-5CF9E4C19B66}" srcOrd="0" destOrd="0" presId="urn:microsoft.com/office/officeart/2005/8/layout/hierarchy1"/>
    <dgm:cxn modelId="{C40319A5-E8DA-3345-A13D-E5A16BE7622F}" type="presParOf" srcId="{0AF51AC4-0619-DA4E-9D91-2904F8899594}" destId="{D31E8172-B345-E345-8847-6B25210313A1}" srcOrd="1" destOrd="0" presId="urn:microsoft.com/office/officeart/2005/8/layout/hierarchy1"/>
    <dgm:cxn modelId="{B111DF9B-34CB-F447-95DA-F35F8E5D6B14}" type="presParOf" srcId="{D31E8172-B345-E345-8847-6B25210313A1}" destId="{1CED926F-6518-CD48-8C9E-F7F796B45814}" srcOrd="0" destOrd="0" presId="urn:microsoft.com/office/officeart/2005/8/layout/hierarchy1"/>
    <dgm:cxn modelId="{C44C20E9-8A3A-BF40-9E0C-3A3F998E2E69}" type="presParOf" srcId="{1CED926F-6518-CD48-8C9E-F7F796B45814}" destId="{616FC712-CC7A-F447-B1CD-E376FF980A1C}" srcOrd="0" destOrd="0" presId="urn:microsoft.com/office/officeart/2005/8/layout/hierarchy1"/>
    <dgm:cxn modelId="{73965FE9-3C07-594F-BE39-FEB47962AA24}" type="presParOf" srcId="{1CED926F-6518-CD48-8C9E-F7F796B45814}" destId="{9FC5A3E8-D9D0-864C-9B5F-55DBB9AD4F12}" srcOrd="1" destOrd="0" presId="urn:microsoft.com/office/officeart/2005/8/layout/hierarchy1"/>
    <dgm:cxn modelId="{4844F374-5680-A944-8229-54DBE3D2B2A3}" type="presParOf" srcId="{D31E8172-B345-E345-8847-6B25210313A1}" destId="{6D850115-8E0A-F04C-B17C-7AB47FC9003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C9F6E-E932-C14B-81AC-93F7334AE52F}">
      <dsp:nvSpPr>
        <dsp:cNvPr id="0" name=""/>
        <dsp:cNvSpPr/>
      </dsp:nvSpPr>
      <dsp:spPr>
        <a:xfrm>
          <a:off x="6231292" y="6256754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A976B1-22BB-154B-8E28-14111F0EAA57}">
      <dsp:nvSpPr>
        <dsp:cNvPr id="0" name=""/>
        <dsp:cNvSpPr/>
      </dsp:nvSpPr>
      <dsp:spPr>
        <a:xfrm>
          <a:off x="6231292" y="5377826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13E3A6-CD94-DC43-B021-192BEC3FA1B3}">
      <dsp:nvSpPr>
        <dsp:cNvPr id="0" name=""/>
        <dsp:cNvSpPr/>
      </dsp:nvSpPr>
      <dsp:spPr>
        <a:xfrm>
          <a:off x="6231292" y="4498897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A00EDA-5B14-874A-A690-91AE8D982560}">
      <dsp:nvSpPr>
        <dsp:cNvPr id="0" name=""/>
        <dsp:cNvSpPr/>
      </dsp:nvSpPr>
      <dsp:spPr>
        <a:xfrm>
          <a:off x="6231292" y="3619969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11435-30F9-5041-83F2-1CBE41B2D86F}">
      <dsp:nvSpPr>
        <dsp:cNvPr id="0" name=""/>
        <dsp:cNvSpPr/>
      </dsp:nvSpPr>
      <dsp:spPr>
        <a:xfrm>
          <a:off x="5696861" y="2741041"/>
          <a:ext cx="580150" cy="276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153"/>
              </a:lnTo>
              <a:lnTo>
                <a:pt x="580150" y="188153"/>
              </a:lnTo>
              <a:lnTo>
                <a:pt x="580150" y="27609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361BCA-182F-8947-860D-5DF37B1134D6}">
      <dsp:nvSpPr>
        <dsp:cNvPr id="0" name=""/>
        <dsp:cNvSpPr/>
      </dsp:nvSpPr>
      <dsp:spPr>
        <a:xfrm>
          <a:off x="5070990" y="8014610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958644-7C8F-CE43-BF62-C8749DBCDD41}">
      <dsp:nvSpPr>
        <dsp:cNvPr id="0" name=""/>
        <dsp:cNvSpPr/>
      </dsp:nvSpPr>
      <dsp:spPr>
        <a:xfrm>
          <a:off x="5070990" y="7135682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447E2B-8FF1-0D4C-A978-88F2E1AAB940}">
      <dsp:nvSpPr>
        <dsp:cNvPr id="0" name=""/>
        <dsp:cNvSpPr/>
      </dsp:nvSpPr>
      <dsp:spPr>
        <a:xfrm>
          <a:off x="5070990" y="6256754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041500-E136-3C4C-A387-E34B685202F7}">
      <dsp:nvSpPr>
        <dsp:cNvPr id="0" name=""/>
        <dsp:cNvSpPr/>
      </dsp:nvSpPr>
      <dsp:spPr>
        <a:xfrm>
          <a:off x="5070990" y="5377826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A2C103-3431-924F-88E8-A30E3B693E05}">
      <dsp:nvSpPr>
        <dsp:cNvPr id="0" name=""/>
        <dsp:cNvSpPr/>
      </dsp:nvSpPr>
      <dsp:spPr>
        <a:xfrm>
          <a:off x="5070990" y="4498897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2DA9AF-1669-4F48-807C-66E15148D4F4}">
      <dsp:nvSpPr>
        <dsp:cNvPr id="0" name=""/>
        <dsp:cNvSpPr/>
      </dsp:nvSpPr>
      <dsp:spPr>
        <a:xfrm>
          <a:off x="5070990" y="3619969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2727CF-C77B-9648-AC67-14EFE6B1217D}">
      <dsp:nvSpPr>
        <dsp:cNvPr id="0" name=""/>
        <dsp:cNvSpPr/>
      </dsp:nvSpPr>
      <dsp:spPr>
        <a:xfrm>
          <a:off x="5116710" y="2741041"/>
          <a:ext cx="580150" cy="276098"/>
        </a:xfrm>
        <a:custGeom>
          <a:avLst/>
          <a:gdLst/>
          <a:ahLst/>
          <a:cxnLst/>
          <a:rect l="0" t="0" r="0" b="0"/>
          <a:pathLst>
            <a:path>
              <a:moveTo>
                <a:pt x="580150" y="0"/>
              </a:moveTo>
              <a:lnTo>
                <a:pt x="580150" y="188153"/>
              </a:lnTo>
              <a:lnTo>
                <a:pt x="0" y="188153"/>
              </a:lnTo>
              <a:lnTo>
                <a:pt x="0" y="27609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EC0318-86EE-BF4F-B69D-6AC6B37E2F23}">
      <dsp:nvSpPr>
        <dsp:cNvPr id="0" name=""/>
        <dsp:cNvSpPr/>
      </dsp:nvSpPr>
      <dsp:spPr>
        <a:xfrm>
          <a:off x="3376259" y="1862113"/>
          <a:ext cx="2320602" cy="276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153"/>
              </a:lnTo>
              <a:lnTo>
                <a:pt x="2320602" y="188153"/>
              </a:lnTo>
              <a:lnTo>
                <a:pt x="2320602" y="27609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A6E87C-4F80-364D-AF52-D3FB15955EFC}">
      <dsp:nvSpPr>
        <dsp:cNvPr id="0" name=""/>
        <dsp:cNvSpPr/>
      </dsp:nvSpPr>
      <dsp:spPr>
        <a:xfrm>
          <a:off x="3910689" y="7135682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1BF21E-69C5-7D48-8E86-75ECA1EEBE48}">
      <dsp:nvSpPr>
        <dsp:cNvPr id="0" name=""/>
        <dsp:cNvSpPr/>
      </dsp:nvSpPr>
      <dsp:spPr>
        <a:xfrm>
          <a:off x="3910689" y="6256754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472E96-40CE-204E-99F9-3568DCF9D7C4}">
      <dsp:nvSpPr>
        <dsp:cNvPr id="0" name=""/>
        <dsp:cNvSpPr/>
      </dsp:nvSpPr>
      <dsp:spPr>
        <a:xfrm>
          <a:off x="3910689" y="5377826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D6E933-9700-D845-BBE7-1D9AE743EBA5}">
      <dsp:nvSpPr>
        <dsp:cNvPr id="0" name=""/>
        <dsp:cNvSpPr/>
      </dsp:nvSpPr>
      <dsp:spPr>
        <a:xfrm>
          <a:off x="3910689" y="4498897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76A4FD-C072-F347-ABC7-15F013732CBF}">
      <dsp:nvSpPr>
        <dsp:cNvPr id="0" name=""/>
        <dsp:cNvSpPr/>
      </dsp:nvSpPr>
      <dsp:spPr>
        <a:xfrm>
          <a:off x="3910689" y="3619969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29296A-77AD-0746-ABD3-20DDB8EB49FA}">
      <dsp:nvSpPr>
        <dsp:cNvPr id="0" name=""/>
        <dsp:cNvSpPr/>
      </dsp:nvSpPr>
      <dsp:spPr>
        <a:xfrm>
          <a:off x="3910689" y="2741041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8375EB-EAA0-BA4B-AE7E-7C88D176F13D}">
      <dsp:nvSpPr>
        <dsp:cNvPr id="0" name=""/>
        <dsp:cNvSpPr/>
      </dsp:nvSpPr>
      <dsp:spPr>
        <a:xfrm>
          <a:off x="3376259" y="1862113"/>
          <a:ext cx="580150" cy="276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153"/>
              </a:lnTo>
              <a:lnTo>
                <a:pt x="580150" y="188153"/>
              </a:lnTo>
              <a:lnTo>
                <a:pt x="580150" y="27609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70C0B8-A898-CB45-A32E-6A937F5D46B0}">
      <dsp:nvSpPr>
        <dsp:cNvPr id="0" name=""/>
        <dsp:cNvSpPr/>
      </dsp:nvSpPr>
      <dsp:spPr>
        <a:xfrm>
          <a:off x="2750388" y="8014610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DB63DD-A2E2-FB4B-8783-4ADFA7A53A68}">
      <dsp:nvSpPr>
        <dsp:cNvPr id="0" name=""/>
        <dsp:cNvSpPr/>
      </dsp:nvSpPr>
      <dsp:spPr>
        <a:xfrm>
          <a:off x="2750388" y="7135682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F2D382-D16C-1F4A-AFA3-483094D000C6}">
      <dsp:nvSpPr>
        <dsp:cNvPr id="0" name=""/>
        <dsp:cNvSpPr/>
      </dsp:nvSpPr>
      <dsp:spPr>
        <a:xfrm>
          <a:off x="2750388" y="6256754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8B18A2-1B1F-D344-B806-34C9AA93CC81}">
      <dsp:nvSpPr>
        <dsp:cNvPr id="0" name=""/>
        <dsp:cNvSpPr/>
      </dsp:nvSpPr>
      <dsp:spPr>
        <a:xfrm>
          <a:off x="2750388" y="5377826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28AE5A-B1B9-544B-9E59-CAD3425BA1F3}">
      <dsp:nvSpPr>
        <dsp:cNvPr id="0" name=""/>
        <dsp:cNvSpPr/>
      </dsp:nvSpPr>
      <dsp:spPr>
        <a:xfrm>
          <a:off x="2750388" y="4498897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C33F85-F983-354F-996E-F8971B419192}">
      <dsp:nvSpPr>
        <dsp:cNvPr id="0" name=""/>
        <dsp:cNvSpPr/>
      </dsp:nvSpPr>
      <dsp:spPr>
        <a:xfrm>
          <a:off x="2750388" y="3619969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7F2092-F0B3-3347-A31A-CE5AA19C92A1}">
      <dsp:nvSpPr>
        <dsp:cNvPr id="0" name=""/>
        <dsp:cNvSpPr/>
      </dsp:nvSpPr>
      <dsp:spPr>
        <a:xfrm>
          <a:off x="2750388" y="2741041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2E99E-4F0B-E048-AFC2-042CAEBAD673}">
      <dsp:nvSpPr>
        <dsp:cNvPr id="0" name=""/>
        <dsp:cNvSpPr/>
      </dsp:nvSpPr>
      <dsp:spPr>
        <a:xfrm>
          <a:off x="2796108" y="1862113"/>
          <a:ext cx="580150" cy="276098"/>
        </a:xfrm>
        <a:custGeom>
          <a:avLst/>
          <a:gdLst/>
          <a:ahLst/>
          <a:cxnLst/>
          <a:rect l="0" t="0" r="0" b="0"/>
          <a:pathLst>
            <a:path>
              <a:moveTo>
                <a:pt x="580150" y="0"/>
              </a:moveTo>
              <a:lnTo>
                <a:pt x="580150" y="188153"/>
              </a:lnTo>
              <a:lnTo>
                <a:pt x="0" y="188153"/>
              </a:lnTo>
              <a:lnTo>
                <a:pt x="0" y="27609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C73703-DB18-384F-864C-88965189D107}">
      <dsp:nvSpPr>
        <dsp:cNvPr id="0" name=""/>
        <dsp:cNvSpPr/>
      </dsp:nvSpPr>
      <dsp:spPr>
        <a:xfrm>
          <a:off x="1590087" y="8014610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FB63A8-5AB4-7845-92CF-DF8A3880729A}">
      <dsp:nvSpPr>
        <dsp:cNvPr id="0" name=""/>
        <dsp:cNvSpPr/>
      </dsp:nvSpPr>
      <dsp:spPr>
        <a:xfrm>
          <a:off x="1590087" y="7135682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4ACB40-767A-6A45-984A-E33CE410A240}">
      <dsp:nvSpPr>
        <dsp:cNvPr id="0" name=""/>
        <dsp:cNvSpPr/>
      </dsp:nvSpPr>
      <dsp:spPr>
        <a:xfrm>
          <a:off x="1590087" y="6256754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A4EE5F-88BA-7848-9DD8-5282449DFC5B}">
      <dsp:nvSpPr>
        <dsp:cNvPr id="0" name=""/>
        <dsp:cNvSpPr/>
      </dsp:nvSpPr>
      <dsp:spPr>
        <a:xfrm>
          <a:off x="1590087" y="5377826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346ACF-10AF-D541-B7CC-E04FF5D8523B}">
      <dsp:nvSpPr>
        <dsp:cNvPr id="0" name=""/>
        <dsp:cNvSpPr/>
      </dsp:nvSpPr>
      <dsp:spPr>
        <a:xfrm>
          <a:off x="1590087" y="4498897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E61A-D461-B942-9A60-0D46E242C5B1}">
      <dsp:nvSpPr>
        <dsp:cNvPr id="0" name=""/>
        <dsp:cNvSpPr/>
      </dsp:nvSpPr>
      <dsp:spPr>
        <a:xfrm>
          <a:off x="1590087" y="3619969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168A2C-6D2F-D94C-B6D9-E005AA519A53}">
      <dsp:nvSpPr>
        <dsp:cNvPr id="0" name=""/>
        <dsp:cNvSpPr/>
      </dsp:nvSpPr>
      <dsp:spPr>
        <a:xfrm>
          <a:off x="1055656" y="2741041"/>
          <a:ext cx="580150" cy="276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153"/>
              </a:lnTo>
              <a:lnTo>
                <a:pt x="580150" y="188153"/>
              </a:lnTo>
              <a:lnTo>
                <a:pt x="580150" y="27609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417063-DC73-334B-977D-B0DE692E41F4}">
      <dsp:nvSpPr>
        <dsp:cNvPr id="0" name=""/>
        <dsp:cNvSpPr/>
      </dsp:nvSpPr>
      <dsp:spPr>
        <a:xfrm>
          <a:off x="429785" y="6256754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2BC668-B59D-0E4C-951C-1AE922B3B9F8}">
      <dsp:nvSpPr>
        <dsp:cNvPr id="0" name=""/>
        <dsp:cNvSpPr/>
      </dsp:nvSpPr>
      <dsp:spPr>
        <a:xfrm>
          <a:off x="429785" y="5377826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82DD57-5E1C-1D44-B881-01A160CDEF02}">
      <dsp:nvSpPr>
        <dsp:cNvPr id="0" name=""/>
        <dsp:cNvSpPr/>
      </dsp:nvSpPr>
      <dsp:spPr>
        <a:xfrm>
          <a:off x="429785" y="4498897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B2255-E216-A14C-9226-AF24F85AC6DB}">
      <dsp:nvSpPr>
        <dsp:cNvPr id="0" name=""/>
        <dsp:cNvSpPr/>
      </dsp:nvSpPr>
      <dsp:spPr>
        <a:xfrm>
          <a:off x="429785" y="3619969"/>
          <a:ext cx="91440" cy="276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9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C5E056-7FCE-134A-AD56-4EB1DD7FDECC}">
      <dsp:nvSpPr>
        <dsp:cNvPr id="0" name=""/>
        <dsp:cNvSpPr/>
      </dsp:nvSpPr>
      <dsp:spPr>
        <a:xfrm>
          <a:off x="475505" y="2741041"/>
          <a:ext cx="580150" cy="276098"/>
        </a:xfrm>
        <a:custGeom>
          <a:avLst/>
          <a:gdLst/>
          <a:ahLst/>
          <a:cxnLst/>
          <a:rect l="0" t="0" r="0" b="0"/>
          <a:pathLst>
            <a:path>
              <a:moveTo>
                <a:pt x="580150" y="0"/>
              </a:moveTo>
              <a:lnTo>
                <a:pt x="580150" y="188153"/>
              </a:lnTo>
              <a:lnTo>
                <a:pt x="0" y="188153"/>
              </a:lnTo>
              <a:lnTo>
                <a:pt x="0" y="27609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55FD19-5703-B74F-B28B-C643533E6B8C}">
      <dsp:nvSpPr>
        <dsp:cNvPr id="0" name=""/>
        <dsp:cNvSpPr/>
      </dsp:nvSpPr>
      <dsp:spPr>
        <a:xfrm>
          <a:off x="1055656" y="1862113"/>
          <a:ext cx="2320602" cy="276098"/>
        </a:xfrm>
        <a:custGeom>
          <a:avLst/>
          <a:gdLst/>
          <a:ahLst/>
          <a:cxnLst/>
          <a:rect l="0" t="0" r="0" b="0"/>
          <a:pathLst>
            <a:path>
              <a:moveTo>
                <a:pt x="2320602" y="0"/>
              </a:moveTo>
              <a:lnTo>
                <a:pt x="2320602" y="188153"/>
              </a:lnTo>
              <a:lnTo>
                <a:pt x="0" y="188153"/>
              </a:lnTo>
              <a:lnTo>
                <a:pt x="0" y="27609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089603-B7BB-734E-9B62-4290FAB4D50A}">
      <dsp:nvSpPr>
        <dsp:cNvPr id="0" name=""/>
        <dsp:cNvSpPr/>
      </dsp:nvSpPr>
      <dsp:spPr>
        <a:xfrm>
          <a:off x="2901590" y="1259284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54CE81A-40BF-0E48-B56E-FA4E7D6235A6}">
      <dsp:nvSpPr>
        <dsp:cNvPr id="0" name=""/>
        <dsp:cNvSpPr/>
      </dsp:nvSpPr>
      <dsp:spPr>
        <a:xfrm>
          <a:off x="3007072" y="1359491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Essential Functions</a:t>
          </a:r>
        </a:p>
      </dsp:txBody>
      <dsp:txXfrm>
        <a:off x="3024728" y="1377147"/>
        <a:ext cx="914025" cy="567517"/>
      </dsp:txXfrm>
    </dsp:sp>
    <dsp:sp modelId="{71609BCC-5679-4C4B-8014-385C27FFE180}">
      <dsp:nvSpPr>
        <dsp:cNvPr id="0" name=""/>
        <dsp:cNvSpPr/>
      </dsp:nvSpPr>
      <dsp:spPr>
        <a:xfrm>
          <a:off x="580987" y="2138212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F295882-178B-9449-998B-2A17111D771C}">
      <dsp:nvSpPr>
        <dsp:cNvPr id="0" name=""/>
        <dsp:cNvSpPr/>
      </dsp:nvSpPr>
      <dsp:spPr>
        <a:xfrm>
          <a:off x="686469" y="2238420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1.1. Water Collection and Preparation</a:t>
          </a:r>
        </a:p>
      </dsp:txBody>
      <dsp:txXfrm>
        <a:off x="704125" y="2256076"/>
        <a:ext cx="914025" cy="567517"/>
      </dsp:txXfrm>
    </dsp:sp>
    <dsp:sp modelId="{3A746504-4B83-374F-A220-09D78F5849CB}">
      <dsp:nvSpPr>
        <dsp:cNvPr id="0" name=""/>
        <dsp:cNvSpPr/>
      </dsp:nvSpPr>
      <dsp:spPr>
        <a:xfrm>
          <a:off x="837" y="3017140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A822A90-2D9E-2842-AAC1-047D920B7CD2}">
      <dsp:nvSpPr>
        <dsp:cNvPr id="0" name=""/>
        <dsp:cNvSpPr/>
      </dsp:nvSpPr>
      <dsp:spPr>
        <a:xfrm>
          <a:off x="106319" y="3117348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1.1.1. Collecting Water from the Tank</a:t>
          </a:r>
        </a:p>
      </dsp:txBody>
      <dsp:txXfrm>
        <a:off x="123975" y="3135004"/>
        <a:ext cx="914025" cy="567517"/>
      </dsp:txXfrm>
    </dsp:sp>
    <dsp:sp modelId="{B38E4462-E8C9-4242-BA57-765FC244BCFD}">
      <dsp:nvSpPr>
        <dsp:cNvPr id="0" name=""/>
        <dsp:cNvSpPr/>
      </dsp:nvSpPr>
      <dsp:spPr>
        <a:xfrm>
          <a:off x="837" y="3896068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C7881DC-B1AD-BE47-B628-0671BC92D193}">
      <dsp:nvSpPr>
        <dsp:cNvPr id="0" name=""/>
        <dsp:cNvSpPr/>
      </dsp:nvSpPr>
      <dsp:spPr>
        <a:xfrm>
          <a:off x="106319" y="3996276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Direct Tank Outlet</a:t>
          </a:r>
        </a:p>
      </dsp:txBody>
      <dsp:txXfrm>
        <a:off x="123975" y="4013932"/>
        <a:ext cx="914025" cy="567517"/>
      </dsp:txXfrm>
    </dsp:sp>
    <dsp:sp modelId="{AC099CFF-8503-074D-9ECC-154C1F18903E}">
      <dsp:nvSpPr>
        <dsp:cNvPr id="0" name=""/>
        <dsp:cNvSpPr/>
      </dsp:nvSpPr>
      <dsp:spPr>
        <a:xfrm>
          <a:off x="837" y="4774996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461EBCB-F8BD-C840-A3B7-29B13788EC93}">
      <dsp:nvSpPr>
        <dsp:cNvPr id="0" name=""/>
        <dsp:cNvSpPr/>
      </dsp:nvSpPr>
      <dsp:spPr>
        <a:xfrm>
          <a:off x="106319" y="4875204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Intermediate Reservoir</a:t>
          </a:r>
        </a:p>
      </dsp:txBody>
      <dsp:txXfrm>
        <a:off x="123975" y="4892860"/>
        <a:ext cx="914025" cy="567517"/>
      </dsp:txXfrm>
    </dsp:sp>
    <dsp:sp modelId="{9F9CB280-0983-E14C-B257-C2B10FF1D0DD}">
      <dsp:nvSpPr>
        <dsp:cNvPr id="0" name=""/>
        <dsp:cNvSpPr/>
      </dsp:nvSpPr>
      <dsp:spPr>
        <a:xfrm>
          <a:off x="837" y="5653925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A3FCC32-EE7A-0047-8475-3A10C98A37DE}">
      <dsp:nvSpPr>
        <dsp:cNvPr id="0" name=""/>
        <dsp:cNvSpPr/>
      </dsp:nvSpPr>
      <dsp:spPr>
        <a:xfrm>
          <a:off x="106319" y="5754133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Suction Hose with Foot Valve</a:t>
          </a:r>
        </a:p>
      </dsp:txBody>
      <dsp:txXfrm>
        <a:off x="123975" y="5771789"/>
        <a:ext cx="914025" cy="567517"/>
      </dsp:txXfrm>
    </dsp:sp>
    <dsp:sp modelId="{C42E1A19-C2E6-434B-A48D-BC3BC49742AF}">
      <dsp:nvSpPr>
        <dsp:cNvPr id="0" name=""/>
        <dsp:cNvSpPr/>
      </dsp:nvSpPr>
      <dsp:spPr>
        <a:xfrm>
          <a:off x="837" y="6532853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05A2B61-3E24-574F-9A69-95F619423861}">
      <dsp:nvSpPr>
        <dsp:cNvPr id="0" name=""/>
        <dsp:cNvSpPr/>
      </dsp:nvSpPr>
      <dsp:spPr>
        <a:xfrm>
          <a:off x="106319" y="6633061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Gravity Feed Collection</a:t>
          </a:r>
        </a:p>
      </dsp:txBody>
      <dsp:txXfrm>
        <a:off x="123975" y="6650717"/>
        <a:ext cx="914025" cy="567517"/>
      </dsp:txXfrm>
    </dsp:sp>
    <dsp:sp modelId="{6587A665-94F8-7040-9E68-E7EA72FB7837}">
      <dsp:nvSpPr>
        <dsp:cNvPr id="0" name=""/>
        <dsp:cNvSpPr/>
      </dsp:nvSpPr>
      <dsp:spPr>
        <a:xfrm>
          <a:off x="1161138" y="3017140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E0ACD88-5151-9246-9206-61AFFD397545}">
      <dsp:nvSpPr>
        <dsp:cNvPr id="0" name=""/>
        <dsp:cNvSpPr/>
      </dsp:nvSpPr>
      <dsp:spPr>
        <a:xfrm>
          <a:off x="1266620" y="3117348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1.1.2. Filtering Debris from Water</a:t>
          </a:r>
        </a:p>
      </dsp:txBody>
      <dsp:txXfrm>
        <a:off x="1284276" y="3135004"/>
        <a:ext cx="914025" cy="567517"/>
      </dsp:txXfrm>
    </dsp:sp>
    <dsp:sp modelId="{7B06B655-43EB-BF4F-8EEB-BC4B5F2809D7}">
      <dsp:nvSpPr>
        <dsp:cNvPr id="0" name=""/>
        <dsp:cNvSpPr/>
      </dsp:nvSpPr>
      <dsp:spPr>
        <a:xfrm>
          <a:off x="1161138" y="3896068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F47DE85-E7E2-6046-9C80-60E09BBBC205}">
      <dsp:nvSpPr>
        <dsp:cNvPr id="0" name=""/>
        <dsp:cNvSpPr/>
      </dsp:nvSpPr>
      <dsp:spPr>
        <a:xfrm>
          <a:off x="1266620" y="3996276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Mesh Screen Filter</a:t>
          </a:r>
        </a:p>
      </dsp:txBody>
      <dsp:txXfrm>
        <a:off x="1284276" y="4013932"/>
        <a:ext cx="914025" cy="567517"/>
      </dsp:txXfrm>
    </dsp:sp>
    <dsp:sp modelId="{108E25C8-0052-024F-9761-7127A60957CD}">
      <dsp:nvSpPr>
        <dsp:cNvPr id="0" name=""/>
        <dsp:cNvSpPr/>
      </dsp:nvSpPr>
      <dsp:spPr>
        <a:xfrm>
          <a:off x="1161138" y="4774996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DF1661F-520F-824D-B245-3A2E2B4FF0E8}">
      <dsp:nvSpPr>
        <dsp:cNvPr id="0" name=""/>
        <dsp:cNvSpPr/>
      </dsp:nvSpPr>
      <dsp:spPr>
        <a:xfrm>
          <a:off x="1266620" y="4875204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Sediment Trap</a:t>
          </a:r>
        </a:p>
      </dsp:txBody>
      <dsp:txXfrm>
        <a:off x="1284276" y="4892860"/>
        <a:ext cx="914025" cy="567517"/>
      </dsp:txXfrm>
    </dsp:sp>
    <dsp:sp modelId="{A2D33103-7A1D-6849-BE63-E30C853DB3DD}">
      <dsp:nvSpPr>
        <dsp:cNvPr id="0" name=""/>
        <dsp:cNvSpPr/>
      </dsp:nvSpPr>
      <dsp:spPr>
        <a:xfrm>
          <a:off x="1161138" y="5653925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6DF6BFC-26DA-BB4D-88E6-124549383820}">
      <dsp:nvSpPr>
        <dsp:cNvPr id="0" name=""/>
        <dsp:cNvSpPr/>
      </dsp:nvSpPr>
      <dsp:spPr>
        <a:xfrm>
          <a:off x="1266620" y="5754133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Cyclonic Separator</a:t>
          </a:r>
        </a:p>
      </dsp:txBody>
      <dsp:txXfrm>
        <a:off x="1284276" y="5771789"/>
        <a:ext cx="914025" cy="567517"/>
      </dsp:txXfrm>
    </dsp:sp>
    <dsp:sp modelId="{9AC02617-ADFC-6643-B37A-F46DF60952F0}">
      <dsp:nvSpPr>
        <dsp:cNvPr id="0" name=""/>
        <dsp:cNvSpPr/>
      </dsp:nvSpPr>
      <dsp:spPr>
        <a:xfrm>
          <a:off x="1161138" y="6532853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106F3C5-10E0-3249-B040-E544B47E858F}">
      <dsp:nvSpPr>
        <dsp:cNvPr id="0" name=""/>
        <dsp:cNvSpPr/>
      </dsp:nvSpPr>
      <dsp:spPr>
        <a:xfrm>
          <a:off x="1266620" y="6633061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Cartridge Filters</a:t>
          </a:r>
        </a:p>
      </dsp:txBody>
      <dsp:txXfrm>
        <a:off x="1284276" y="6650717"/>
        <a:ext cx="914025" cy="567517"/>
      </dsp:txXfrm>
    </dsp:sp>
    <dsp:sp modelId="{2A4375D5-7EFD-DE40-9036-90ACB48890E6}">
      <dsp:nvSpPr>
        <dsp:cNvPr id="0" name=""/>
        <dsp:cNvSpPr/>
      </dsp:nvSpPr>
      <dsp:spPr>
        <a:xfrm>
          <a:off x="1161138" y="7411781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D79EAC9-FC2B-AE49-A729-F0537EC1A271}">
      <dsp:nvSpPr>
        <dsp:cNvPr id="0" name=""/>
        <dsp:cNvSpPr/>
      </dsp:nvSpPr>
      <dsp:spPr>
        <a:xfrm>
          <a:off x="1266620" y="7511989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Automatic Self-Cleaning Filters</a:t>
          </a:r>
        </a:p>
      </dsp:txBody>
      <dsp:txXfrm>
        <a:off x="1284276" y="7529645"/>
        <a:ext cx="914025" cy="567517"/>
      </dsp:txXfrm>
    </dsp:sp>
    <dsp:sp modelId="{86AE72BE-6CBF-A841-9DC5-2BFB2A6F48F9}">
      <dsp:nvSpPr>
        <dsp:cNvPr id="0" name=""/>
        <dsp:cNvSpPr/>
      </dsp:nvSpPr>
      <dsp:spPr>
        <a:xfrm>
          <a:off x="1161138" y="8290709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B623CB8-169B-3E4B-A29A-D78CE9448BEB}">
      <dsp:nvSpPr>
        <dsp:cNvPr id="0" name=""/>
        <dsp:cNvSpPr/>
      </dsp:nvSpPr>
      <dsp:spPr>
        <a:xfrm>
          <a:off x="1266620" y="8390917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Biofilters</a:t>
          </a:r>
        </a:p>
      </dsp:txBody>
      <dsp:txXfrm>
        <a:off x="1284276" y="8408573"/>
        <a:ext cx="914025" cy="567517"/>
      </dsp:txXfrm>
    </dsp:sp>
    <dsp:sp modelId="{02D662F4-3F2D-DE48-B3AC-F561F87230ED}">
      <dsp:nvSpPr>
        <dsp:cNvPr id="0" name=""/>
        <dsp:cNvSpPr/>
      </dsp:nvSpPr>
      <dsp:spPr>
        <a:xfrm>
          <a:off x="2321439" y="2138212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C2EFDEC-1DD3-B64C-B321-A96F44F6E147}">
      <dsp:nvSpPr>
        <dsp:cNvPr id="0" name=""/>
        <dsp:cNvSpPr/>
      </dsp:nvSpPr>
      <dsp:spPr>
        <a:xfrm>
          <a:off x="2426921" y="2238420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1.2. Pressurization</a:t>
          </a:r>
        </a:p>
      </dsp:txBody>
      <dsp:txXfrm>
        <a:off x="2444577" y="2256076"/>
        <a:ext cx="914025" cy="567517"/>
      </dsp:txXfrm>
    </dsp:sp>
    <dsp:sp modelId="{043CC1E7-EC39-9E4B-BBF2-98A67DE89A3F}">
      <dsp:nvSpPr>
        <dsp:cNvPr id="0" name=""/>
        <dsp:cNvSpPr/>
      </dsp:nvSpPr>
      <dsp:spPr>
        <a:xfrm>
          <a:off x="2321439" y="3017140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C02831-FEE4-494D-B69C-14E83D1E7D71}">
      <dsp:nvSpPr>
        <dsp:cNvPr id="0" name=""/>
        <dsp:cNvSpPr/>
      </dsp:nvSpPr>
      <dsp:spPr>
        <a:xfrm>
          <a:off x="2426921" y="3117348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1.2.1. Pressurize Water to Desired Level</a:t>
          </a:r>
        </a:p>
      </dsp:txBody>
      <dsp:txXfrm>
        <a:off x="2444577" y="3135004"/>
        <a:ext cx="914025" cy="567517"/>
      </dsp:txXfrm>
    </dsp:sp>
    <dsp:sp modelId="{28AFDAD8-DC32-1941-8F87-C4209BEE30CF}">
      <dsp:nvSpPr>
        <dsp:cNvPr id="0" name=""/>
        <dsp:cNvSpPr/>
      </dsp:nvSpPr>
      <dsp:spPr>
        <a:xfrm>
          <a:off x="2321439" y="3896068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00920F7-D5B3-AD41-A922-C8751868338D}">
      <dsp:nvSpPr>
        <dsp:cNvPr id="0" name=""/>
        <dsp:cNvSpPr/>
      </dsp:nvSpPr>
      <dsp:spPr>
        <a:xfrm>
          <a:off x="2426921" y="3996276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Electric Pump</a:t>
          </a:r>
        </a:p>
      </dsp:txBody>
      <dsp:txXfrm>
        <a:off x="2444577" y="4013932"/>
        <a:ext cx="914025" cy="567517"/>
      </dsp:txXfrm>
    </dsp:sp>
    <dsp:sp modelId="{D8A61740-8106-7346-BF40-B94B98F4594F}">
      <dsp:nvSpPr>
        <dsp:cNvPr id="0" name=""/>
        <dsp:cNvSpPr/>
      </dsp:nvSpPr>
      <dsp:spPr>
        <a:xfrm>
          <a:off x="2321439" y="4774996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A17589F-07A8-A242-8B96-3453D02099CD}">
      <dsp:nvSpPr>
        <dsp:cNvPr id="0" name=""/>
        <dsp:cNvSpPr/>
      </dsp:nvSpPr>
      <dsp:spPr>
        <a:xfrm>
          <a:off x="2426921" y="4875204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Manual Hand Pump</a:t>
          </a:r>
        </a:p>
      </dsp:txBody>
      <dsp:txXfrm>
        <a:off x="2444577" y="4892860"/>
        <a:ext cx="914025" cy="567517"/>
      </dsp:txXfrm>
    </dsp:sp>
    <dsp:sp modelId="{80BD8585-FC5C-524E-AE36-926061FD1E65}">
      <dsp:nvSpPr>
        <dsp:cNvPr id="0" name=""/>
        <dsp:cNvSpPr/>
      </dsp:nvSpPr>
      <dsp:spPr>
        <a:xfrm>
          <a:off x="2321439" y="5653925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649A313-60FB-DD44-A0A0-DF5324CFF6E3}">
      <dsp:nvSpPr>
        <dsp:cNvPr id="0" name=""/>
        <dsp:cNvSpPr/>
      </dsp:nvSpPr>
      <dsp:spPr>
        <a:xfrm>
          <a:off x="2426921" y="5754133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Elevated Storage Tank</a:t>
          </a:r>
        </a:p>
      </dsp:txBody>
      <dsp:txXfrm>
        <a:off x="2444577" y="5771789"/>
        <a:ext cx="914025" cy="567517"/>
      </dsp:txXfrm>
    </dsp:sp>
    <dsp:sp modelId="{0E615789-6A73-1F46-8F19-56FB8C82FA46}">
      <dsp:nvSpPr>
        <dsp:cNvPr id="0" name=""/>
        <dsp:cNvSpPr/>
      </dsp:nvSpPr>
      <dsp:spPr>
        <a:xfrm>
          <a:off x="2321439" y="6532853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C5DB84E-8DD9-8748-A9CB-E8EEFC73BF55}">
      <dsp:nvSpPr>
        <dsp:cNvPr id="0" name=""/>
        <dsp:cNvSpPr/>
      </dsp:nvSpPr>
      <dsp:spPr>
        <a:xfrm>
          <a:off x="2426921" y="6633061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Solar-Powered Pump</a:t>
          </a:r>
        </a:p>
      </dsp:txBody>
      <dsp:txXfrm>
        <a:off x="2444577" y="6650717"/>
        <a:ext cx="914025" cy="567517"/>
      </dsp:txXfrm>
    </dsp:sp>
    <dsp:sp modelId="{79E261A0-5E01-3642-89C2-8584C37D1004}">
      <dsp:nvSpPr>
        <dsp:cNvPr id="0" name=""/>
        <dsp:cNvSpPr/>
      </dsp:nvSpPr>
      <dsp:spPr>
        <a:xfrm>
          <a:off x="2321439" y="7411781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0A30608-4436-5D4D-A864-288C39E3B2D2}">
      <dsp:nvSpPr>
        <dsp:cNvPr id="0" name=""/>
        <dsp:cNvSpPr/>
      </dsp:nvSpPr>
      <dsp:spPr>
        <a:xfrm>
          <a:off x="2426921" y="7511989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Hydraulic Ram Pump</a:t>
          </a:r>
        </a:p>
      </dsp:txBody>
      <dsp:txXfrm>
        <a:off x="2444577" y="7529645"/>
        <a:ext cx="914025" cy="567517"/>
      </dsp:txXfrm>
    </dsp:sp>
    <dsp:sp modelId="{FEEE5347-1938-2B40-BB09-6A0B51FB6FED}">
      <dsp:nvSpPr>
        <dsp:cNvPr id="0" name=""/>
        <dsp:cNvSpPr/>
      </dsp:nvSpPr>
      <dsp:spPr>
        <a:xfrm>
          <a:off x="2321439" y="8290709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B3C9D30-76FE-C24A-95F7-D615D029A2DA}">
      <dsp:nvSpPr>
        <dsp:cNvPr id="0" name=""/>
        <dsp:cNvSpPr/>
      </dsp:nvSpPr>
      <dsp:spPr>
        <a:xfrm>
          <a:off x="2426921" y="8390917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Compressed Air System</a:t>
          </a:r>
        </a:p>
      </dsp:txBody>
      <dsp:txXfrm>
        <a:off x="2444577" y="8408573"/>
        <a:ext cx="914025" cy="567517"/>
      </dsp:txXfrm>
    </dsp:sp>
    <dsp:sp modelId="{63580777-FF8A-1C45-91F3-538CCB3671A4}">
      <dsp:nvSpPr>
        <dsp:cNvPr id="0" name=""/>
        <dsp:cNvSpPr/>
      </dsp:nvSpPr>
      <dsp:spPr>
        <a:xfrm>
          <a:off x="3481740" y="2138212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8AB0AF3-F1FC-0840-B0A9-EC823A291295}">
      <dsp:nvSpPr>
        <dsp:cNvPr id="0" name=""/>
        <dsp:cNvSpPr/>
      </dsp:nvSpPr>
      <dsp:spPr>
        <a:xfrm>
          <a:off x="3587222" y="2238420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1.3. Water Transportation</a:t>
          </a:r>
        </a:p>
      </dsp:txBody>
      <dsp:txXfrm>
        <a:off x="3604878" y="2256076"/>
        <a:ext cx="914025" cy="567517"/>
      </dsp:txXfrm>
    </dsp:sp>
    <dsp:sp modelId="{3935D1FF-094F-AD45-A6C2-CE35DE228F51}">
      <dsp:nvSpPr>
        <dsp:cNvPr id="0" name=""/>
        <dsp:cNvSpPr/>
      </dsp:nvSpPr>
      <dsp:spPr>
        <a:xfrm>
          <a:off x="3481740" y="3017140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76370A1-91F8-964C-A579-5821A132E374}">
      <dsp:nvSpPr>
        <dsp:cNvPr id="0" name=""/>
        <dsp:cNvSpPr/>
      </dsp:nvSpPr>
      <dsp:spPr>
        <a:xfrm>
          <a:off x="3587222" y="3117348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1.3.1. Transport Water to the Garden Area</a:t>
          </a:r>
        </a:p>
      </dsp:txBody>
      <dsp:txXfrm>
        <a:off x="3604878" y="3135004"/>
        <a:ext cx="914025" cy="567517"/>
      </dsp:txXfrm>
    </dsp:sp>
    <dsp:sp modelId="{A858E32D-A7F6-0D4F-B78C-72D24D8E1946}">
      <dsp:nvSpPr>
        <dsp:cNvPr id="0" name=""/>
        <dsp:cNvSpPr/>
      </dsp:nvSpPr>
      <dsp:spPr>
        <a:xfrm>
          <a:off x="3481740" y="3896068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E0E4A02-84FE-F641-9BFD-9122ED410D7D}">
      <dsp:nvSpPr>
        <dsp:cNvPr id="0" name=""/>
        <dsp:cNvSpPr/>
      </dsp:nvSpPr>
      <dsp:spPr>
        <a:xfrm>
          <a:off x="3587222" y="3996276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Fixed Underground Piping</a:t>
          </a:r>
        </a:p>
      </dsp:txBody>
      <dsp:txXfrm>
        <a:off x="3604878" y="4013932"/>
        <a:ext cx="914025" cy="567517"/>
      </dsp:txXfrm>
    </dsp:sp>
    <dsp:sp modelId="{BE89243A-F642-124D-8521-87FE27B68E5C}">
      <dsp:nvSpPr>
        <dsp:cNvPr id="0" name=""/>
        <dsp:cNvSpPr/>
      </dsp:nvSpPr>
      <dsp:spPr>
        <a:xfrm>
          <a:off x="3481740" y="4774996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2E8D02E-F251-5646-A9FA-8155998CD46C}">
      <dsp:nvSpPr>
        <dsp:cNvPr id="0" name=""/>
        <dsp:cNvSpPr/>
      </dsp:nvSpPr>
      <dsp:spPr>
        <a:xfrm>
          <a:off x="3587222" y="4875204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Above-Ground PVC Pipes</a:t>
          </a:r>
        </a:p>
      </dsp:txBody>
      <dsp:txXfrm>
        <a:off x="3604878" y="4892860"/>
        <a:ext cx="914025" cy="567517"/>
      </dsp:txXfrm>
    </dsp:sp>
    <dsp:sp modelId="{19EA40F9-A65D-5E4B-BE82-C54476D7BFAD}">
      <dsp:nvSpPr>
        <dsp:cNvPr id="0" name=""/>
        <dsp:cNvSpPr/>
      </dsp:nvSpPr>
      <dsp:spPr>
        <a:xfrm>
          <a:off x="3481740" y="5653925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1D30F0A-DBD2-F44E-BD1A-2FBAA79D514D}">
      <dsp:nvSpPr>
        <dsp:cNvPr id="0" name=""/>
        <dsp:cNvSpPr/>
      </dsp:nvSpPr>
      <dsp:spPr>
        <a:xfrm>
          <a:off x="3587222" y="5754133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Flexible Rubber Hoses</a:t>
          </a:r>
        </a:p>
      </dsp:txBody>
      <dsp:txXfrm>
        <a:off x="3604878" y="5771789"/>
        <a:ext cx="914025" cy="567517"/>
      </dsp:txXfrm>
    </dsp:sp>
    <dsp:sp modelId="{A19B8100-471C-8545-9369-D70CFC75C6A6}">
      <dsp:nvSpPr>
        <dsp:cNvPr id="0" name=""/>
        <dsp:cNvSpPr/>
      </dsp:nvSpPr>
      <dsp:spPr>
        <a:xfrm>
          <a:off x="3481740" y="6532853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6065A34-1C40-214C-A9B6-AFD04ECF2CEF}">
      <dsp:nvSpPr>
        <dsp:cNvPr id="0" name=""/>
        <dsp:cNvSpPr/>
      </dsp:nvSpPr>
      <dsp:spPr>
        <a:xfrm>
          <a:off x="3587222" y="6633061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Modular Pipe Sections</a:t>
          </a:r>
        </a:p>
      </dsp:txBody>
      <dsp:txXfrm>
        <a:off x="3604878" y="6650717"/>
        <a:ext cx="914025" cy="567517"/>
      </dsp:txXfrm>
    </dsp:sp>
    <dsp:sp modelId="{27E88D47-607A-3C49-AE04-060E80546FF1}">
      <dsp:nvSpPr>
        <dsp:cNvPr id="0" name=""/>
        <dsp:cNvSpPr/>
      </dsp:nvSpPr>
      <dsp:spPr>
        <a:xfrm>
          <a:off x="3481740" y="7411781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7555886-6EF4-BC4D-B418-D5A84094038B}">
      <dsp:nvSpPr>
        <dsp:cNvPr id="0" name=""/>
        <dsp:cNvSpPr/>
      </dsp:nvSpPr>
      <dsp:spPr>
        <a:xfrm>
          <a:off x="3587222" y="7511989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Trenchless Pipe Installation</a:t>
          </a:r>
        </a:p>
      </dsp:txBody>
      <dsp:txXfrm>
        <a:off x="3604878" y="7529645"/>
        <a:ext cx="914025" cy="567517"/>
      </dsp:txXfrm>
    </dsp:sp>
    <dsp:sp modelId="{94C76387-B2F0-A94D-AB4A-6B431CA76FF7}">
      <dsp:nvSpPr>
        <dsp:cNvPr id="0" name=""/>
        <dsp:cNvSpPr/>
      </dsp:nvSpPr>
      <dsp:spPr>
        <a:xfrm>
          <a:off x="5222192" y="2138212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9CB6119-D7C9-BA45-B134-4F1B18CEBF44}">
      <dsp:nvSpPr>
        <dsp:cNvPr id="0" name=""/>
        <dsp:cNvSpPr/>
      </dsp:nvSpPr>
      <dsp:spPr>
        <a:xfrm>
          <a:off x="5327674" y="2238420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1.4. Water Distribution</a:t>
          </a:r>
        </a:p>
      </dsp:txBody>
      <dsp:txXfrm>
        <a:off x="5345330" y="2256076"/>
        <a:ext cx="914025" cy="567517"/>
      </dsp:txXfrm>
    </dsp:sp>
    <dsp:sp modelId="{62A0A8F4-64CD-0644-8FC1-965D5E4B54A2}">
      <dsp:nvSpPr>
        <dsp:cNvPr id="0" name=""/>
        <dsp:cNvSpPr/>
      </dsp:nvSpPr>
      <dsp:spPr>
        <a:xfrm>
          <a:off x="4642042" y="3017140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BFE775D-1278-2845-8AFA-F27567955484}">
      <dsp:nvSpPr>
        <dsp:cNvPr id="0" name=""/>
        <dsp:cNvSpPr/>
      </dsp:nvSpPr>
      <dsp:spPr>
        <a:xfrm>
          <a:off x="4747524" y="3117348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1.4.1. Distribute Water Over the Garden</a:t>
          </a:r>
        </a:p>
      </dsp:txBody>
      <dsp:txXfrm>
        <a:off x="4765180" y="3135004"/>
        <a:ext cx="914025" cy="567517"/>
      </dsp:txXfrm>
    </dsp:sp>
    <dsp:sp modelId="{3C68C47C-A9BC-C041-A7C3-C81C1A93AF84}">
      <dsp:nvSpPr>
        <dsp:cNvPr id="0" name=""/>
        <dsp:cNvSpPr/>
      </dsp:nvSpPr>
      <dsp:spPr>
        <a:xfrm>
          <a:off x="4642042" y="3896068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751471B-CC20-8547-9CE4-C46E11359996}">
      <dsp:nvSpPr>
        <dsp:cNvPr id="0" name=""/>
        <dsp:cNvSpPr/>
      </dsp:nvSpPr>
      <dsp:spPr>
        <a:xfrm>
          <a:off x="4747524" y="3996276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Sprinkler Heads</a:t>
          </a:r>
        </a:p>
      </dsp:txBody>
      <dsp:txXfrm>
        <a:off x="4765180" y="4013932"/>
        <a:ext cx="914025" cy="567517"/>
      </dsp:txXfrm>
    </dsp:sp>
    <dsp:sp modelId="{C0985385-8083-5243-BEDC-71BED5DB2469}">
      <dsp:nvSpPr>
        <dsp:cNvPr id="0" name=""/>
        <dsp:cNvSpPr/>
      </dsp:nvSpPr>
      <dsp:spPr>
        <a:xfrm>
          <a:off x="4642042" y="4774996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C646CFB-C423-0649-9CC9-8D41D3928549}">
      <dsp:nvSpPr>
        <dsp:cNvPr id="0" name=""/>
        <dsp:cNvSpPr/>
      </dsp:nvSpPr>
      <dsp:spPr>
        <a:xfrm>
          <a:off x="4747524" y="4875204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Drip Irrigation Lines</a:t>
          </a:r>
        </a:p>
      </dsp:txBody>
      <dsp:txXfrm>
        <a:off x="4765180" y="4892860"/>
        <a:ext cx="914025" cy="567517"/>
      </dsp:txXfrm>
    </dsp:sp>
    <dsp:sp modelId="{7653B37A-5503-8747-BC41-D0D79854321B}">
      <dsp:nvSpPr>
        <dsp:cNvPr id="0" name=""/>
        <dsp:cNvSpPr/>
      </dsp:nvSpPr>
      <dsp:spPr>
        <a:xfrm>
          <a:off x="4642042" y="5653925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C1D51E3-AE05-8B41-8BE2-1707A404FA52}">
      <dsp:nvSpPr>
        <dsp:cNvPr id="0" name=""/>
        <dsp:cNvSpPr/>
      </dsp:nvSpPr>
      <dsp:spPr>
        <a:xfrm>
          <a:off x="4747524" y="5754133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Soaker Hoses</a:t>
          </a:r>
        </a:p>
      </dsp:txBody>
      <dsp:txXfrm>
        <a:off x="4765180" y="5771789"/>
        <a:ext cx="914025" cy="567517"/>
      </dsp:txXfrm>
    </dsp:sp>
    <dsp:sp modelId="{AB684357-D11A-484B-A4DC-B156DD2677CD}">
      <dsp:nvSpPr>
        <dsp:cNvPr id="0" name=""/>
        <dsp:cNvSpPr/>
      </dsp:nvSpPr>
      <dsp:spPr>
        <a:xfrm>
          <a:off x="4642042" y="6532853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93DD578-C07C-224C-A90A-80FC79C896DD}">
      <dsp:nvSpPr>
        <dsp:cNvPr id="0" name=""/>
        <dsp:cNvSpPr/>
      </dsp:nvSpPr>
      <dsp:spPr>
        <a:xfrm>
          <a:off x="4747524" y="6633061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Misting Systems</a:t>
          </a:r>
        </a:p>
      </dsp:txBody>
      <dsp:txXfrm>
        <a:off x="4765180" y="6650717"/>
        <a:ext cx="914025" cy="567517"/>
      </dsp:txXfrm>
    </dsp:sp>
    <dsp:sp modelId="{A7B5AA75-9105-E046-A7ED-DC862522B820}">
      <dsp:nvSpPr>
        <dsp:cNvPr id="0" name=""/>
        <dsp:cNvSpPr/>
      </dsp:nvSpPr>
      <dsp:spPr>
        <a:xfrm>
          <a:off x="4642042" y="7411781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C9E6637-A6FC-7E47-B700-39925215437D}">
      <dsp:nvSpPr>
        <dsp:cNvPr id="0" name=""/>
        <dsp:cNvSpPr/>
      </dsp:nvSpPr>
      <dsp:spPr>
        <a:xfrm>
          <a:off x="4747524" y="7511989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Automated Nozzles</a:t>
          </a:r>
        </a:p>
      </dsp:txBody>
      <dsp:txXfrm>
        <a:off x="4765180" y="7529645"/>
        <a:ext cx="914025" cy="567517"/>
      </dsp:txXfrm>
    </dsp:sp>
    <dsp:sp modelId="{577210CD-C018-0A4E-B584-807336AAA528}">
      <dsp:nvSpPr>
        <dsp:cNvPr id="0" name=""/>
        <dsp:cNvSpPr/>
      </dsp:nvSpPr>
      <dsp:spPr>
        <a:xfrm>
          <a:off x="4642042" y="8290709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60C92AC-6CCB-7D4E-A4AE-1E096BD836F6}">
      <dsp:nvSpPr>
        <dsp:cNvPr id="0" name=""/>
        <dsp:cNvSpPr/>
      </dsp:nvSpPr>
      <dsp:spPr>
        <a:xfrm>
          <a:off x="4747524" y="8390917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Rain Barrels Integration</a:t>
          </a:r>
        </a:p>
      </dsp:txBody>
      <dsp:txXfrm>
        <a:off x="4765180" y="8408573"/>
        <a:ext cx="914025" cy="567517"/>
      </dsp:txXfrm>
    </dsp:sp>
    <dsp:sp modelId="{48ED2F1D-793A-8743-8EA8-7E73CEE7722D}">
      <dsp:nvSpPr>
        <dsp:cNvPr id="0" name=""/>
        <dsp:cNvSpPr/>
      </dsp:nvSpPr>
      <dsp:spPr>
        <a:xfrm>
          <a:off x="5802343" y="3017140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E1F25DD-DCB0-E74B-8C51-5F75D67BC77F}">
      <dsp:nvSpPr>
        <dsp:cNvPr id="0" name=""/>
        <dsp:cNvSpPr/>
      </dsp:nvSpPr>
      <dsp:spPr>
        <a:xfrm>
          <a:off x="5907825" y="3117348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1.4.2. Control Flow Rate for Different Watering Methods</a:t>
          </a:r>
        </a:p>
      </dsp:txBody>
      <dsp:txXfrm>
        <a:off x="5925481" y="3135004"/>
        <a:ext cx="914025" cy="567517"/>
      </dsp:txXfrm>
    </dsp:sp>
    <dsp:sp modelId="{AABD11BB-3602-1E4E-AAED-25CD0EBEA847}">
      <dsp:nvSpPr>
        <dsp:cNvPr id="0" name=""/>
        <dsp:cNvSpPr/>
      </dsp:nvSpPr>
      <dsp:spPr>
        <a:xfrm>
          <a:off x="5802343" y="3896068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A8E5BD1-EBC1-BA48-BDB0-84964239A6E7}">
      <dsp:nvSpPr>
        <dsp:cNvPr id="0" name=""/>
        <dsp:cNvSpPr/>
      </dsp:nvSpPr>
      <dsp:spPr>
        <a:xfrm>
          <a:off x="5907825" y="3996276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Manual Ball Valves</a:t>
          </a:r>
        </a:p>
      </dsp:txBody>
      <dsp:txXfrm>
        <a:off x="5925481" y="4013932"/>
        <a:ext cx="914025" cy="567517"/>
      </dsp:txXfrm>
    </dsp:sp>
    <dsp:sp modelId="{D0B126EE-0564-1449-AA77-0334A2C0BFDD}">
      <dsp:nvSpPr>
        <dsp:cNvPr id="0" name=""/>
        <dsp:cNvSpPr/>
      </dsp:nvSpPr>
      <dsp:spPr>
        <a:xfrm>
          <a:off x="5802343" y="4774996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5E2536F-2AD9-3948-90C4-3FF68FE17A78}">
      <dsp:nvSpPr>
        <dsp:cNvPr id="0" name=""/>
        <dsp:cNvSpPr/>
      </dsp:nvSpPr>
      <dsp:spPr>
        <a:xfrm>
          <a:off x="5907825" y="4875204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Automated Timer Valves</a:t>
          </a:r>
        </a:p>
      </dsp:txBody>
      <dsp:txXfrm>
        <a:off x="5925481" y="4892860"/>
        <a:ext cx="914025" cy="567517"/>
      </dsp:txXfrm>
    </dsp:sp>
    <dsp:sp modelId="{227AB222-FBE2-8247-9DA4-4E20B74C11BC}">
      <dsp:nvSpPr>
        <dsp:cNvPr id="0" name=""/>
        <dsp:cNvSpPr/>
      </dsp:nvSpPr>
      <dsp:spPr>
        <a:xfrm>
          <a:off x="5802343" y="5653925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B4BBCEC-52C4-1E4D-B41B-AF023CF39B01}">
      <dsp:nvSpPr>
        <dsp:cNvPr id="0" name=""/>
        <dsp:cNvSpPr/>
      </dsp:nvSpPr>
      <dsp:spPr>
        <a:xfrm>
          <a:off x="5907825" y="5754133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Flow Control Regulators</a:t>
          </a:r>
        </a:p>
      </dsp:txBody>
      <dsp:txXfrm>
        <a:off x="5925481" y="5771789"/>
        <a:ext cx="914025" cy="567517"/>
      </dsp:txXfrm>
    </dsp:sp>
    <dsp:sp modelId="{31768B2E-B585-2B4F-80E7-A069F356466D}">
      <dsp:nvSpPr>
        <dsp:cNvPr id="0" name=""/>
        <dsp:cNvSpPr/>
      </dsp:nvSpPr>
      <dsp:spPr>
        <a:xfrm>
          <a:off x="5802343" y="6532853"/>
          <a:ext cx="949337" cy="602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0DA06BC-7C67-E743-B1BA-0E10C5631680}">
      <dsp:nvSpPr>
        <dsp:cNvPr id="0" name=""/>
        <dsp:cNvSpPr/>
      </dsp:nvSpPr>
      <dsp:spPr>
        <a:xfrm>
          <a:off x="5907825" y="6633061"/>
          <a:ext cx="949337" cy="6028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800" b="0" kern="1200" dirty="0"/>
            <a:t>Adjustable Sprinkler Heads</a:t>
          </a:r>
        </a:p>
      </dsp:txBody>
      <dsp:txXfrm>
        <a:off x="5925481" y="6650717"/>
        <a:ext cx="914025" cy="5675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BC85E-EBDE-2D4D-A451-6AFAE89E78F0}">
      <dsp:nvSpPr>
        <dsp:cNvPr id="0" name=""/>
        <dsp:cNvSpPr/>
      </dsp:nvSpPr>
      <dsp:spPr>
        <a:xfrm>
          <a:off x="6376790" y="8596230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697E52-B0F0-5E4E-B4F2-50417DF279C2}">
      <dsp:nvSpPr>
        <dsp:cNvPr id="0" name=""/>
        <dsp:cNvSpPr/>
      </dsp:nvSpPr>
      <dsp:spPr>
        <a:xfrm>
          <a:off x="6376790" y="793982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AED835-6224-CE4B-8E8E-A269CF436E2D}">
      <dsp:nvSpPr>
        <dsp:cNvPr id="0" name=""/>
        <dsp:cNvSpPr/>
      </dsp:nvSpPr>
      <dsp:spPr>
        <a:xfrm>
          <a:off x="6376790" y="728341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E2094E-0BF2-8B44-BAC1-1CE128F3EF51}">
      <dsp:nvSpPr>
        <dsp:cNvPr id="0" name=""/>
        <dsp:cNvSpPr/>
      </dsp:nvSpPr>
      <dsp:spPr>
        <a:xfrm>
          <a:off x="6376790" y="662701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2A9DD0-3DD6-7446-8967-151F3B0F2B56}">
      <dsp:nvSpPr>
        <dsp:cNvPr id="0" name=""/>
        <dsp:cNvSpPr/>
      </dsp:nvSpPr>
      <dsp:spPr>
        <a:xfrm>
          <a:off x="6376790" y="5970606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1540DB-369D-7940-81C9-D323FC77B02D}">
      <dsp:nvSpPr>
        <dsp:cNvPr id="0" name=""/>
        <dsp:cNvSpPr/>
      </dsp:nvSpPr>
      <dsp:spPr>
        <a:xfrm>
          <a:off x="6376790" y="5314200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604C73-E95A-AA4C-8533-50BD62045870}">
      <dsp:nvSpPr>
        <dsp:cNvPr id="0" name=""/>
        <dsp:cNvSpPr/>
      </dsp:nvSpPr>
      <dsp:spPr>
        <a:xfrm>
          <a:off x="6376790" y="465779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2D0CAC-5B12-6947-8B74-EAFD1CAB5827}">
      <dsp:nvSpPr>
        <dsp:cNvPr id="0" name=""/>
        <dsp:cNvSpPr/>
      </dsp:nvSpPr>
      <dsp:spPr>
        <a:xfrm>
          <a:off x="6376790" y="400138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0E950E-9124-3F46-BEDF-C9CD919054C8}">
      <dsp:nvSpPr>
        <dsp:cNvPr id="0" name=""/>
        <dsp:cNvSpPr/>
      </dsp:nvSpPr>
      <dsp:spPr>
        <a:xfrm>
          <a:off x="6376790" y="334498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D14463-497E-BF4E-8EA9-A724EB53C713}">
      <dsp:nvSpPr>
        <dsp:cNvPr id="0" name=""/>
        <dsp:cNvSpPr/>
      </dsp:nvSpPr>
      <dsp:spPr>
        <a:xfrm>
          <a:off x="6376790" y="2688577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6FC4A7-E690-2F41-A30C-12FFC91259B2}">
      <dsp:nvSpPr>
        <dsp:cNvPr id="0" name=""/>
        <dsp:cNvSpPr/>
      </dsp:nvSpPr>
      <dsp:spPr>
        <a:xfrm>
          <a:off x="3389611" y="2032171"/>
          <a:ext cx="3032898" cy="2061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517"/>
              </a:lnTo>
              <a:lnTo>
                <a:pt x="3032898" y="140517"/>
              </a:lnTo>
              <a:lnTo>
                <a:pt x="3032898" y="20619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87650F-E43B-104B-BC87-27550C21DBDC}">
      <dsp:nvSpPr>
        <dsp:cNvPr id="0" name=""/>
        <dsp:cNvSpPr/>
      </dsp:nvSpPr>
      <dsp:spPr>
        <a:xfrm>
          <a:off x="5510247" y="728341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A9CFE0-7277-994F-8A2E-619B09E48CD7}">
      <dsp:nvSpPr>
        <dsp:cNvPr id="0" name=""/>
        <dsp:cNvSpPr/>
      </dsp:nvSpPr>
      <dsp:spPr>
        <a:xfrm>
          <a:off x="5510247" y="662701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8617F6-CB04-7C4E-9982-F3F1BD2D89CB}">
      <dsp:nvSpPr>
        <dsp:cNvPr id="0" name=""/>
        <dsp:cNvSpPr/>
      </dsp:nvSpPr>
      <dsp:spPr>
        <a:xfrm>
          <a:off x="5510247" y="5970606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3E44B5-D280-7143-8822-5B0FCF32AB73}">
      <dsp:nvSpPr>
        <dsp:cNvPr id="0" name=""/>
        <dsp:cNvSpPr/>
      </dsp:nvSpPr>
      <dsp:spPr>
        <a:xfrm>
          <a:off x="5510247" y="5314200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CA1D3C-25B3-B04C-8104-9C9ABB8D80DF}">
      <dsp:nvSpPr>
        <dsp:cNvPr id="0" name=""/>
        <dsp:cNvSpPr/>
      </dsp:nvSpPr>
      <dsp:spPr>
        <a:xfrm>
          <a:off x="5510247" y="465779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DBC5D2-A719-B942-BB80-F740ED83FA38}">
      <dsp:nvSpPr>
        <dsp:cNvPr id="0" name=""/>
        <dsp:cNvSpPr/>
      </dsp:nvSpPr>
      <dsp:spPr>
        <a:xfrm>
          <a:off x="5510247" y="400138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C90691-499B-524F-B4AF-0C706C8C6B7F}">
      <dsp:nvSpPr>
        <dsp:cNvPr id="0" name=""/>
        <dsp:cNvSpPr/>
      </dsp:nvSpPr>
      <dsp:spPr>
        <a:xfrm>
          <a:off x="5510247" y="334498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336208-29C6-FB49-90BE-87972E11FCFA}">
      <dsp:nvSpPr>
        <dsp:cNvPr id="0" name=""/>
        <dsp:cNvSpPr/>
      </dsp:nvSpPr>
      <dsp:spPr>
        <a:xfrm>
          <a:off x="5510247" y="2688577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48DBBE-681F-8847-8E5A-D875F6268319}">
      <dsp:nvSpPr>
        <dsp:cNvPr id="0" name=""/>
        <dsp:cNvSpPr/>
      </dsp:nvSpPr>
      <dsp:spPr>
        <a:xfrm>
          <a:off x="3389611" y="2032171"/>
          <a:ext cx="2166356" cy="2061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517"/>
              </a:lnTo>
              <a:lnTo>
                <a:pt x="2166356" y="140517"/>
              </a:lnTo>
              <a:lnTo>
                <a:pt x="2166356" y="20619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EAC8D8-CCFB-0749-85C7-7B795E12C58B}">
      <dsp:nvSpPr>
        <dsp:cNvPr id="0" name=""/>
        <dsp:cNvSpPr/>
      </dsp:nvSpPr>
      <dsp:spPr>
        <a:xfrm>
          <a:off x="4643705" y="728341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B5563E-047A-1A44-BEDD-E9E63003EBC8}">
      <dsp:nvSpPr>
        <dsp:cNvPr id="0" name=""/>
        <dsp:cNvSpPr/>
      </dsp:nvSpPr>
      <dsp:spPr>
        <a:xfrm>
          <a:off x="4643705" y="662701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D99CE7-0120-864C-8D3F-C2EB98F2ADFB}">
      <dsp:nvSpPr>
        <dsp:cNvPr id="0" name=""/>
        <dsp:cNvSpPr/>
      </dsp:nvSpPr>
      <dsp:spPr>
        <a:xfrm>
          <a:off x="4643705" y="5970606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2801A2-B16D-934B-8765-87755576EAAE}">
      <dsp:nvSpPr>
        <dsp:cNvPr id="0" name=""/>
        <dsp:cNvSpPr/>
      </dsp:nvSpPr>
      <dsp:spPr>
        <a:xfrm>
          <a:off x="4643705" y="5314200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D1CDCA-46D2-7247-B770-EC9C103B8A38}">
      <dsp:nvSpPr>
        <dsp:cNvPr id="0" name=""/>
        <dsp:cNvSpPr/>
      </dsp:nvSpPr>
      <dsp:spPr>
        <a:xfrm>
          <a:off x="4643705" y="465779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9356F7-0240-B246-B2A2-829AE67E3527}">
      <dsp:nvSpPr>
        <dsp:cNvPr id="0" name=""/>
        <dsp:cNvSpPr/>
      </dsp:nvSpPr>
      <dsp:spPr>
        <a:xfrm>
          <a:off x="4643705" y="400138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27C761-46EA-944C-B883-A985F3F21D25}">
      <dsp:nvSpPr>
        <dsp:cNvPr id="0" name=""/>
        <dsp:cNvSpPr/>
      </dsp:nvSpPr>
      <dsp:spPr>
        <a:xfrm>
          <a:off x="4643705" y="334498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97C68-BE2D-2C43-B1F8-0A93AEF42A61}">
      <dsp:nvSpPr>
        <dsp:cNvPr id="0" name=""/>
        <dsp:cNvSpPr/>
      </dsp:nvSpPr>
      <dsp:spPr>
        <a:xfrm>
          <a:off x="4643705" y="2688577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C3F062-4011-3D4E-A564-322953AB1EB5}">
      <dsp:nvSpPr>
        <dsp:cNvPr id="0" name=""/>
        <dsp:cNvSpPr/>
      </dsp:nvSpPr>
      <dsp:spPr>
        <a:xfrm>
          <a:off x="3389611" y="2032171"/>
          <a:ext cx="1299813" cy="2061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517"/>
              </a:lnTo>
              <a:lnTo>
                <a:pt x="1299813" y="140517"/>
              </a:lnTo>
              <a:lnTo>
                <a:pt x="1299813" y="20619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F50C4C-A26D-BA40-B6BB-749254ACCAFF}">
      <dsp:nvSpPr>
        <dsp:cNvPr id="0" name=""/>
        <dsp:cNvSpPr/>
      </dsp:nvSpPr>
      <dsp:spPr>
        <a:xfrm>
          <a:off x="3777162" y="728341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3573FB-5B10-9547-BB56-609958A0B646}">
      <dsp:nvSpPr>
        <dsp:cNvPr id="0" name=""/>
        <dsp:cNvSpPr/>
      </dsp:nvSpPr>
      <dsp:spPr>
        <a:xfrm>
          <a:off x="3777162" y="662701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BED106-A762-2844-9B3A-CAA600BFD5EF}">
      <dsp:nvSpPr>
        <dsp:cNvPr id="0" name=""/>
        <dsp:cNvSpPr/>
      </dsp:nvSpPr>
      <dsp:spPr>
        <a:xfrm>
          <a:off x="3777162" y="5970606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4D4154-200B-FD47-9155-57AD9BC86E3B}">
      <dsp:nvSpPr>
        <dsp:cNvPr id="0" name=""/>
        <dsp:cNvSpPr/>
      </dsp:nvSpPr>
      <dsp:spPr>
        <a:xfrm>
          <a:off x="3777162" y="5314200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93A301-FCD5-1241-8B0F-8E77946CE087}">
      <dsp:nvSpPr>
        <dsp:cNvPr id="0" name=""/>
        <dsp:cNvSpPr/>
      </dsp:nvSpPr>
      <dsp:spPr>
        <a:xfrm>
          <a:off x="3777162" y="465779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E67419-0BB4-1541-A4C5-EFB62B0EEF5F}">
      <dsp:nvSpPr>
        <dsp:cNvPr id="0" name=""/>
        <dsp:cNvSpPr/>
      </dsp:nvSpPr>
      <dsp:spPr>
        <a:xfrm>
          <a:off x="3777162" y="400138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EB7F18-4C53-9C4D-8D04-79CF823680F3}">
      <dsp:nvSpPr>
        <dsp:cNvPr id="0" name=""/>
        <dsp:cNvSpPr/>
      </dsp:nvSpPr>
      <dsp:spPr>
        <a:xfrm>
          <a:off x="3777162" y="334498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D0FDB-5CC8-0C4E-B7C4-8D08A90977C6}">
      <dsp:nvSpPr>
        <dsp:cNvPr id="0" name=""/>
        <dsp:cNvSpPr/>
      </dsp:nvSpPr>
      <dsp:spPr>
        <a:xfrm>
          <a:off x="3777162" y="2688577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16AFCD-B452-6C4B-97F2-FCE45698E45E}">
      <dsp:nvSpPr>
        <dsp:cNvPr id="0" name=""/>
        <dsp:cNvSpPr/>
      </dsp:nvSpPr>
      <dsp:spPr>
        <a:xfrm>
          <a:off x="3389611" y="2032171"/>
          <a:ext cx="433271" cy="2061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517"/>
              </a:lnTo>
              <a:lnTo>
                <a:pt x="433271" y="140517"/>
              </a:lnTo>
              <a:lnTo>
                <a:pt x="433271" y="20619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CA5D29-239C-3E4F-8A78-766BA4EB3694}">
      <dsp:nvSpPr>
        <dsp:cNvPr id="0" name=""/>
        <dsp:cNvSpPr/>
      </dsp:nvSpPr>
      <dsp:spPr>
        <a:xfrm>
          <a:off x="2910620" y="728341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6E9B1E-0AD2-A54E-A911-D1CDB533C01B}">
      <dsp:nvSpPr>
        <dsp:cNvPr id="0" name=""/>
        <dsp:cNvSpPr/>
      </dsp:nvSpPr>
      <dsp:spPr>
        <a:xfrm>
          <a:off x="2910620" y="662701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EAED72-44D2-5044-8006-962A5CB98BA4}">
      <dsp:nvSpPr>
        <dsp:cNvPr id="0" name=""/>
        <dsp:cNvSpPr/>
      </dsp:nvSpPr>
      <dsp:spPr>
        <a:xfrm>
          <a:off x="2910620" y="5970606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E7E8F9-9B19-EC46-9230-858B8963AB04}">
      <dsp:nvSpPr>
        <dsp:cNvPr id="0" name=""/>
        <dsp:cNvSpPr/>
      </dsp:nvSpPr>
      <dsp:spPr>
        <a:xfrm>
          <a:off x="2910620" y="5314200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515398-4E98-3A44-B1D6-03B9384505C4}">
      <dsp:nvSpPr>
        <dsp:cNvPr id="0" name=""/>
        <dsp:cNvSpPr/>
      </dsp:nvSpPr>
      <dsp:spPr>
        <a:xfrm>
          <a:off x="2910620" y="465779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458AA3-A901-304B-A8DC-1B5F0CAAB42C}">
      <dsp:nvSpPr>
        <dsp:cNvPr id="0" name=""/>
        <dsp:cNvSpPr/>
      </dsp:nvSpPr>
      <dsp:spPr>
        <a:xfrm>
          <a:off x="2910620" y="400138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98755E-5E1C-4749-8D02-139061720F22}">
      <dsp:nvSpPr>
        <dsp:cNvPr id="0" name=""/>
        <dsp:cNvSpPr/>
      </dsp:nvSpPr>
      <dsp:spPr>
        <a:xfrm>
          <a:off x="2910620" y="334498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BC68E-891D-5B41-9003-5208DCAF802D}">
      <dsp:nvSpPr>
        <dsp:cNvPr id="0" name=""/>
        <dsp:cNvSpPr/>
      </dsp:nvSpPr>
      <dsp:spPr>
        <a:xfrm>
          <a:off x="2910620" y="2688577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744963-9A0F-5544-A44E-74B9221C1CA3}">
      <dsp:nvSpPr>
        <dsp:cNvPr id="0" name=""/>
        <dsp:cNvSpPr/>
      </dsp:nvSpPr>
      <dsp:spPr>
        <a:xfrm>
          <a:off x="2956340" y="2032171"/>
          <a:ext cx="433271" cy="206197"/>
        </a:xfrm>
        <a:custGeom>
          <a:avLst/>
          <a:gdLst/>
          <a:ahLst/>
          <a:cxnLst/>
          <a:rect l="0" t="0" r="0" b="0"/>
          <a:pathLst>
            <a:path>
              <a:moveTo>
                <a:pt x="433271" y="0"/>
              </a:moveTo>
              <a:lnTo>
                <a:pt x="433271" y="140517"/>
              </a:lnTo>
              <a:lnTo>
                <a:pt x="0" y="140517"/>
              </a:lnTo>
              <a:lnTo>
                <a:pt x="0" y="20619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BFBF2-E3FA-894F-9B4B-B57BF9BA1C40}">
      <dsp:nvSpPr>
        <dsp:cNvPr id="0" name=""/>
        <dsp:cNvSpPr/>
      </dsp:nvSpPr>
      <dsp:spPr>
        <a:xfrm>
          <a:off x="2044078" y="5970606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A183EE-9754-D34D-94F6-867EE3F905E6}">
      <dsp:nvSpPr>
        <dsp:cNvPr id="0" name=""/>
        <dsp:cNvSpPr/>
      </dsp:nvSpPr>
      <dsp:spPr>
        <a:xfrm>
          <a:off x="2044078" y="5314200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E626E3-239D-1144-9D4C-88A1B9388AC2}">
      <dsp:nvSpPr>
        <dsp:cNvPr id="0" name=""/>
        <dsp:cNvSpPr/>
      </dsp:nvSpPr>
      <dsp:spPr>
        <a:xfrm>
          <a:off x="2044078" y="465779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1885C5-418E-DA45-94D8-189E45A1B363}">
      <dsp:nvSpPr>
        <dsp:cNvPr id="0" name=""/>
        <dsp:cNvSpPr/>
      </dsp:nvSpPr>
      <dsp:spPr>
        <a:xfrm>
          <a:off x="2044078" y="400138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01C4D-F436-3045-8158-3B248EC51C5D}">
      <dsp:nvSpPr>
        <dsp:cNvPr id="0" name=""/>
        <dsp:cNvSpPr/>
      </dsp:nvSpPr>
      <dsp:spPr>
        <a:xfrm>
          <a:off x="2044078" y="334498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2A12F8-F6D6-EE40-BF2F-F2C006A19981}">
      <dsp:nvSpPr>
        <dsp:cNvPr id="0" name=""/>
        <dsp:cNvSpPr/>
      </dsp:nvSpPr>
      <dsp:spPr>
        <a:xfrm>
          <a:off x="2044078" y="2688577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DF9C79-6609-AF49-8BA0-76AC2E69182A}">
      <dsp:nvSpPr>
        <dsp:cNvPr id="0" name=""/>
        <dsp:cNvSpPr/>
      </dsp:nvSpPr>
      <dsp:spPr>
        <a:xfrm>
          <a:off x="2089798" y="2032171"/>
          <a:ext cx="1299813" cy="206197"/>
        </a:xfrm>
        <a:custGeom>
          <a:avLst/>
          <a:gdLst/>
          <a:ahLst/>
          <a:cxnLst/>
          <a:rect l="0" t="0" r="0" b="0"/>
          <a:pathLst>
            <a:path>
              <a:moveTo>
                <a:pt x="1299813" y="0"/>
              </a:moveTo>
              <a:lnTo>
                <a:pt x="1299813" y="140517"/>
              </a:lnTo>
              <a:lnTo>
                <a:pt x="0" y="140517"/>
              </a:lnTo>
              <a:lnTo>
                <a:pt x="0" y="20619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1D2DCE-D9AC-974B-BCC1-D0B54706A6E5}">
      <dsp:nvSpPr>
        <dsp:cNvPr id="0" name=""/>
        <dsp:cNvSpPr/>
      </dsp:nvSpPr>
      <dsp:spPr>
        <a:xfrm>
          <a:off x="1177535" y="793982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266954-29B5-6441-A2E9-9C6AC7BD7EA0}">
      <dsp:nvSpPr>
        <dsp:cNvPr id="0" name=""/>
        <dsp:cNvSpPr/>
      </dsp:nvSpPr>
      <dsp:spPr>
        <a:xfrm>
          <a:off x="1177535" y="728341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396E5-FC0F-E64A-8A02-5BFCD96591EC}">
      <dsp:nvSpPr>
        <dsp:cNvPr id="0" name=""/>
        <dsp:cNvSpPr/>
      </dsp:nvSpPr>
      <dsp:spPr>
        <a:xfrm>
          <a:off x="1177535" y="662701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3DB7C7-26B9-5944-94C7-723CC0147B55}">
      <dsp:nvSpPr>
        <dsp:cNvPr id="0" name=""/>
        <dsp:cNvSpPr/>
      </dsp:nvSpPr>
      <dsp:spPr>
        <a:xfrm>
          <a:off x="1177535" y="5970606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ECF13C-AFA2-7F4C-B9CE-D020D6830FC8}">
      <dsp:nvSpPr>
        <dsp:cNvPr id="0" name=""/>
        <dsp:cNvSpPr/>
      </dsp:nvSpPr>
      <dsp:spPr>
        <a:xfrm>
          <a:off x="1177535" y="5314200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4ED23F-44E8-6F44-A94D-0B20A62EBA08}">
      <dsp:nvSpPr>
        <dsp:cNvPr id="0" name=""/>
        <dsp:cNvSpPr/>
      </dsp:nvSpPr>
      <dsp:spPr>
        <a:xfrm>
          <a:off x="1177535" y="465779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213E2C-7666-6146-9CB0-664B1B86295C}">
      <dsp:nvSpPr>
        <dsp:cNvPr id="0" name=""/>
        <dsp:cNvSpPr/>
      </dsp:nvSpPr>
      <dsp:spPr>
        <a:xfrm>
          <a:off x="1177535" y="400138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5C2C55-214A-4A49-82BE-7965CE65CB39}">
      <dsp:nvSpPr>
        <dsp:cNvPr id="0" name=""/>
        <dsp:cNvSpPr/>
      </dsp:nvSpPr>
      <dsp:spPr>
        <a:xfrm>
          <a:off x="1177535" y="334498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A99166-EF3E-C946-99ED-46E156172716}">
      <dsp:nvSpPr>
        <dsp:cNvPr id="0" name=""/>
        <dsp:cNvSpPr/>
      </dsp:nvSpPr>
      <dsp:spPr>
        <a:xfrm>
          <a:off x="1177535" y="2688577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E96FD7-00E5-B645-B404-685D8E28C886}">
      <dsp:nvSpPr>
        <dsp:cNvPr id="0" name=""/>
        <dsp:cNvSpPr/>
      </dsp:nvSpPr>
      <dsp:spPr>
        <a:xfrm>
          <a:off x="1223255" y="2032171"/>
          <a:ext cx="2166356" cy="206197"/>
        </a:xfrm>
        <a:custGeom>
          <a:avLst/>
          <a:gdLst/>
          <a:ahLst/>
          <a:cxnLst/>
          <a:rect l="0" t="0" r="0" b="0"/>
          <a:pathLst>
            <a:path>
              <a:moveTo>
                <a:pt x="2166356" y="0"/>
              </a:moveTo>
              <a:lnTo>
                <a:pt x="2166356" y="140517"/>
              </a:lnTo>
              <a:lnTo>
                <a:pt x="0" y="140517"/>
              </a:lnTo>
              <a:lnTo>
                <a:pt x="0" y="20619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D819-4356-A840-90EE-3D7CBB9CFC3A}">
      <dsp:nvSpPr>
        <dsp:cNvPr id="0" name=""/>
        <dsp:cNvSpPr/>
      </dsp:nvSpPr>
      <dsp:spPr>
        <a:xfrm>
          <a:off x="310993" y="793982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4AD822-E2A8-394E-98A4-81638381FE8B}">
      <dsp:nvSpPr>
        <dsp:cNvPr id="0" name=""/>
        <dsp:cNvSpPr/>
      </dsp:nvSpPr>
      <dsp:spPr>
        <a:xfrm>
          <a:off x="310993" y="728341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68E266-9084-E141-90DA-B8FF44229EB4}">
      <dsp:nvSpPr>
        <dsp:cNvPr id="0" name=""/>
        <dsp:cNvSpPr/>
      </dsp:nvSpPr>
      <dsp:spPr>
        <a:xfrm>
          <a:off x="310993" y="662701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F0FDAB-BA29-D049-9403-07776A618840}">
      <dsp:nvSpPr>
        <dsp:cNvPr id="0" name=""/>
        <dsp:cNvSpPr/>
      </dsp:nvSpPr>
      <dsp:spPr>
        <a:xfrm>
          <a:off x="310993" y="5970606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338FB-03EE-1943-92C5-561F6F2E3887}">
      <dsp:nvSpPr>
        <dsp:cNvPr id="0" name=""/>
        <dsp:cNvSpPr/>
      </dsp:nvSpPr>
      <dsp:spPr>
        <a:xfrm>
          <a:off x="310993" y="5314200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2638EB-6CEA-B44F-A9FC-61DC338FCB60}">
      <dsp:nvSpPr>
        <dsp:cNvPr id="0" name=""/>
        <dsp:cNvSpPr/>
      </dsp:nvSpPr>
      <dsp:spPr>
        <a:xfrm>
          <a:off x="310993" y="4657794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1D6092-65AB-6D48-A2A7-417E9C085D81}">
      <dsp:nvSpPr>
        <dsp:cNvPr id="0" name=""/>
        <dsp:cNvSpPr/>
      </dsp:nvSpPr>
      <dsp:spPr>
        <a:xfrm>
          <a:off x="310993" y="4001388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C3537-D831-714E-81E6-0F37BDFEE9D9}">
      <dsp:nvSpPr>
        <dsp:cNvPr id="0" name=""/>
        <dsp:cNvSpPr/>
      </dsp:nvSpPr>
      <dsp:spPr>
        <a:xfrm>
          <a:off x="310993" y="3344982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CC4504-55F4-A74B-AE46-BF1B713875A2}">
      <dsp:nvSpPr>
        <dsp:cNvPr id="0" name=""/>
        <dsp:cNvSpPr/>
      </dsp:nvSpPr>
      <dsp:spPr>
        <a:xfrm>
          <a:off x="310993" y="2688577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E0D81-4ED5-AA4E-8634-25371E59F780}">
      <dsp:nvSpPr>
        <dsp:cNvPr id="0" name=""/>
        <dsp:cNvSpPr/>
      </dsp:nvSpPr>
      <dsp:spPr>
        <a:xfrm>
          <a:off x="356713" y="2032171"/>
          <a:ext cx="3032898" cy="206197"/>
        </a:xfrm>
        <a:custGeom>
          <a:avLst/>
          <a:gdLst/>
          <a:ahLst/>
          <a:cxnLst/>
          <a:rect l="0" t="0" r="0" b="0"/>
          <a:pathLst>
            <a:path>
              <a:moveTo>
                <a:pt x="3032898" y="0"/>
              </a:moveTo>
              <a:lnTo>
                <a:pt x="3032898" y="140517"/>
              </a:lnTo>
              <a:lnTo>
                <a:pt x="0" y="140517"/>
              </a:lnTo>
              <a:lnTo>
                <a:pt x="0" y="20619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711AB0-AEA3-294E-BBE4-2466BF667065}">
      <dsp:nvSpPr>
        <dsp:cNvPr id="0" name=""/>
        <dsp:cNvSpPr/>
      </dsp:nvSpPr>
      <dsp:spPr>
        <a:xfrm>
          <a:off x="3343891" y="1375765"/>
          <a:ext cx="91440" cy="2061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19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089603-B7BB-734E-9B62-4290FAB4D50A}">
      <dsp:nvSpPr>
        <dsp:cNvPr id="0" name=""/>
        <dsp:cNvSpPr/>
      </dsp:nvSpPr>
      <dsp:spPr>
        <a:xfrm>
          <a:off x="3035117" y="925557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54CE81A-40BF-0E48-B56E-FA4E7D6235A6}">
      <dsp:nvSpPr>
        <dsp:cNvPr id="0" name=""/>
        <dsp:cNvSpPr/>
      </dsp:nvSpPr>
      <dsp:spPr>
        <a:xfrm>
          <a:off x="3113893" y="1000394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SYSTEM</a:t>
          </a:r>
        </a:p>
      </dsp:txBody>
      <dsp:txXfrm>
        <a:off x="3127079" y="1013580"/>
        <a:ext cx="682617" cy="423836"/>
      </dsp:txXfrm>
    </dsp:sp>
    <dsp:sp modelId="{59ED7921-2F06-3F4B-86DF-54F73D9A6E96}">
      <dsp:nvSpPr>
        <dsp:cNvPr id="0" name=""/>
        <dsp:cNvSpPr/>
      </dsp:nvSpPr>
      <dsp:spPr>
        <a:xfrm>
          <a:off x="3035117" y="158196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38F7C18-B446-3C4F-92D7-2D9A0B0EEF1A}">
      <dsp:nvSpPr>
        <dsp:cNvPr id="0" name=""/>
        <dsp:cNvSpPr/>
      </dsp:nvSpPr>
      <dsp:spPr>
        <a:xfrm>
          <a:off x="3113893" y="1656800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Essential Functions</a:t>
          </a:r>
        </a:p>
      </dsp:txBody>
      <dsp:txXfrm>
        <a:off x="3127079" y="1669986"/>
        <a:ext cx="682617" cy="423836"/>
      </dsp:txXfrm>
    </dsp:sp>
    <dsp:sp modelId="{C8AD6C4F-CE07-2F40-9E08-92BABBE84151}">
      <dsp:nvSpPr>
        <dsp:cNvPr id="0" name=""/>
        <dsp:cNvSpPr/>
      </dsp:nvSpPr>
      <dsp:spPr>
        <a:xfrm>
          <a:off x="2218" y="223836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12BD426-090A-F246-86BB-091A8573C4FF}">
      <dsp:nvSpPr>
        <dsp:cNvPr id="0" name=""/>
        <dsp:cNvSpPr/>
      </dsp:nvSpPr>
      <dsp:spPr>
        <a:xfrm>
          <a:off x="80995" y="231320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1.1. Activation of Transfer</a:t>
          </a:r>
        </a:p>
      </dsp:txBody>
      <dsp:txXfrm>
        <a:off x="94181" y="2326392"/>
        <a:ext cx="682617" cy="423836"/>
      </dsp:txXfrm>
    </dsp:sp>
    <dsp:sp modelId="{D6054EBD-5179-F249-B6DD-6086EE26C75E}">
      <dsp:nvSpPr>
        <dsp:cNvPr id="0" name=""/>
        <dsp:cNvSpPr/>
      </dsp:nvSpPr>
      <dsp:spPr>
        <a:xfrm>
          <a:off x="2218" y="289477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DF564BB-E269-9849-B433-A457FD77B11F}">
      <dsp:nvSpPr>
        <dsp:cNvPr id="0" name=""/>
        <dsp:cNvSpPr/>
      </dsp:nvSpPr>
      <dsp:spPr>
        <a:xfrm>
          <a:off x="80995" y="296961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b="1" kern="1200" dirty="0"/>
            <a:t>Mechanical Lever Switch</a:t>
          </a:r>
          <a:endParaRPr lang="en-US" sz="600" kern="1200" dirty="0"/>
        </a:p>
      </dsp:txBody>
      <dsp:txXfrm>
        <a:off x="94181" y="2982798"/>
        <a:ext cx="682617" cy="423836"/>
      </dsp:txXfrm>
    </dsp:sp>
    <dsp:sp modelId="{3CDEF670-034B-3840-9372-89C3FF2C923A}">
      <dsp:nvSpPr>
        <dsp:cNvPr id="0" name=""/>
        <dsp:cNvSpPr/>
      </dsp:nvSpPr>
      <dsp:spPr>
        <a:xfrm>
          <a:off x="2218" y="355118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A358CE-591C-8040-BB65-E33F32560990}">
      <dsp:nvSpPr>
        <dsp:cNvPr id="0" name=""/>
        <dsp:cNvSpPr/>
      </dsp:nvSpPr>
      <dsp:spPr>
        <a:xfrm>
          <a:off x="80995" y="362601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Toggle Switch</a:t>
          </a:r>
        </a:p>
      </dsp:txBody>
      <dsp:txXfrm>
        <a:off x="94181" y="3639204"/>
        <a:ext cx="682617" cy="423836"/>
      </dsp:txXfrm>
    </dsp:sp>
    <dsp:sp modelId="{B0CD3667-A26B-9345-9F44-27E8647A5FC5}">
      <dsp:nvSpPr>
        <dsp:cNvPr id="0" name=""/>
        <dsp:cNvSpPr/>
      </dsp:nvSpPr>
      <dsp:spPr>
        <a:xfrm>
          <a:off x="2218" y="420758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80E1B8A-5ACF-7A43-939F-B60A825122DC}">
      <dsp:nvSpPr>
        <dsp:cNvPr id="0" name=""/>
        <dsp:cNvSpPr/>
      </dsp:nvSpPr>
      <dsp:spPr>
        <a:xfrm>
          <a:off x="80995" y="4282424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Push Button</a:t>
          </a:r>
        </a:p>
      </dsp:txBody>
      <dsp:txXfrm>
        <a:off x="94181" y="4295610"/>
        <a:ext cx="682617" cy="423836"/>
      </dsp:txXfrm>
    </dsp:sp>
    <dsp:sp modelId="{F82FE2F3-2F3B-AD41-B94A-078A3D6F655C}">
      <dsp:nvSpPr>
        <dsp:cNvPr id="0" name=""/>
        <dsp:cNvSpPr/>
      </dsp:nvSpPr>
      <dsp:spPr>
        <a:xfrm>
          <a:off x="2218" y="486399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89A6AB6-3BA9-3440-8A1F-2DCCC9CAD848}">
      <dsp:nvSpPr>
        <dsp:cNvPr id="0" name=""/>
        <dsp:cNvSpPr/>
      </dsp:nvSpPr>
      <dsp:spPr>
        <a:xfrm>
          <a:off x="80995" y="4938830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Manual Pump Handle</a:t>
          </a:r>
        </a:p>
      </dsp:txBody>
      <dsp:txXfrm>
        <a:off x="94181" y="4952016"/>
        <a:ext cx="682617" cy="423836"/>
      </dsp:txXfrm>
    </dsp:sp>
    <dsp:sp modelId="{0F42AE3F-A219-E64C-9945-69880A20AAE3}">
      <dsp:nvSpPr>
        <dsp:cNvPr id="0" name=""/>
        <dsp:cNvSpPr/>
      </dsp:nvSpPr>
      <dsp:spPr>
        <a:xfrm>
          <a:off x="2218" y="552039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C568434-3838-7E42-83BA-689B4707AF78}">
      <dsp:nvSpPr>
        <dsp:cNvPr id="0" name=""/>
        <dsp:cNvSpPr/>
      </dsp:nvSpPr>
      <dsp:spPr>
        <a:xfrm>
          <a:off x="80995" y="559523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Wired Electrical Switch</a:t>
          </a:r>
        </a:p>
      </dsp:txBody>
      <dsp:txXfrm>
        <a:off x="94181" y="5608422"/>
        <a:ext cx="682617" cy="423836"/>
      </dsp:txXfrm>
    </dsp:sp>
    <dsp:sp modelId="{427FDEB9-BA38-1346-8876-E5924C5CF84F}">
      <dsp:nvSpPr>
        <dsp:cNvPr id="0" name=""/>
        <dsp:cNvSpPr/>
      </dsp:nvSpPr>
      <dsp:spPr>
        <a:xfrm>
          <a:off x="2218" y="617680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8EF7105-E3E5-FD41-A7E7-57BF04DC09C3}">
      <dsp:nvSpPr>
        <dsp:cNvPr id="0" name=""/>
        <dsp:cNvSpPr/>
      </dsp:nvSpPr>
      <dsp:spPr>
        <a:xfrm>
          <a:off x="80995" y="625164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Pressure Sensor Activation</a:t>
          </a:r>
        </a:p>
      </dsp:txBody>
      <dsp:txXfrm>
        <a:off x="94181" y="6264828"/>
        <a:ext cx="682617" cy="423836"/>
      </dsp:txXfrm>
    </dsp:sp>
    <dsp:sp modelId="{6A3A0C2F-8FDC-CB4C-90EB-DE4E1E2C7F6E}">
      <dsp:nvSpPr>
        <dsp:cNvPr id="0" name=""/>
        <dsp:cNvSpPr/>
      </dsp:nvSpPr>
      <dsp:spPr>
        <a:xfrm>
          <a:off x="2218" y="683321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CC817C9-DC0F-6E46-B484-D3C93AC1F1FE}">
      <dsp:nvSpPr>
        <dsp:cNvPr id="0" name=""/>
        <dsp:cNvSpPr/>
      </dsp:nvSpPr>
      <dsp:spPr>
        <a:xfrm>
          <a:off x="80995" y="690804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Timer-Controlled Switch</a:t>
          </a:r>
        </a:p>
      </dsp:txBody>
      <dsp:txXfrm>
        <a:off x="94181" y="6921234"/>
        <a:ext cx="682617" cy="423836"/>
      </dsp:txXfrm>
    </dsp:sp>
    <dsp:sp modelId="{D909C44D-A5FA-1344-8BE8-DD6A106B4222}">
      <dsp:nvSpPr>
        <dsp:cNvPr id="0" name=""/>
        <dsp:cNvSpPr/>
      </dsp:nvSpPr>
      <dsp:spPr>
        <a:xfrm>
          <a:off x="2218" y="748961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AC3DE9B-08A2-0E47-B77E-7614BFD79316}">
      <dsp:nvSpPr>
        <dsp:cNvPr id="0" name=""/>
        <dsp:cNvSpPr/>
      </dsp:nvSpPr>
      <dsp:spPr>
        <a:xfrm>
          <a:off x="80995" y="7564453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Flow Sensor-Based Activation</a:t>
          </a:r>
        </a:p>
      </dsp:txBody>
      <dsp:txXfrm>
        <a:off x="94181" y="7577639"/>
        <a:ext cx="682617" cy="423836"/>
      </dsp:txXfrm>
    </dsp:sp>
    <dsp:sp modelId="{FF7C9F48-3B47-AF40-B679-02E4BD860202}">
      <dsp:nvSpPr>
        <dsp:cNvPr id="0" name=""/>
        <dsp:cNvSpPr/>
      </dsp:nvSpPr>
      <dsp:spPr>
        <a:xfrm>
          <a:off x="2218" y="814602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3B60DA8-FDC0-5B45-9F32-2912421AB09A}">
      <dsp:nvSpPr>
        <dsp:cNvPr id="0" name=""/>
        <dsp:cNvSpPr/>
      </dsp:nvSpPr>
      <dsp:spPr>
        <a:xfrm>
          <a:off x="80995" y="8220859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Motion Sensor Activation</a:t>
          </a:r>
        </a:p>
      </dsp:txBody>
      <dsp:txXfrm>
        <a:off x="94181" y="8234045"/>
        <a:ext cx="682617" cy="423836"/>
      </dsp:txXfrm>
    </dsp:sp>
    <dsp:sp modelId="{E86FC2C7-BB8E-7741-867A-069003AC3F80}">
      <dsp:nvSpPr>
        <dsp:cNvPr id="0" name=""/>
        <dsp:cNvSpPr/>
      </dsp:nvSpPr>
      <dsp:spPr>
        <a:xfrm>
          <a:off x="868760" y="223836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B8CE36F-0B80-0645-9C3D-DD138B2ABFD4}">
      <dsp:nvSpPr>
        <dsp:cNvPr id="0" name=""/>
        <dsp:cNvSpPr/>
      </dsp:nvSpPr>
      <dsp:spPr>
        <a:xfrm>
          <a:off x="947537" y="231320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1.2. Adjustment of Flowrate</a:t>
          </a:r>
        </a:p>
      </dsp:txBody>
      <dsp:txXfrm>
        <a:off x="960723" y="2326392"/>
        <a:ext cx="682617" cy="423836"/>
      </dsp:txXfrm>
    </dsp:sp>
    <dsp:sp modelId="{C9218AD4-74AC-3B44-A547-C3D071AF67E9}">
      <dsp:nvSpPr>
        <dsp:cNvPr id="0" name=""/>
        <dsp:cNvSpPr/>
      </dsp:nvSpPr>
      <dsp:spPr>
        <a:xfrm>
          <a:off x="868760" y="289477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8F4047B-F11F-104D-AAD9-039D61506DE7}">
      <dsp:nvSpPr>
        <dsp:cNvPr id="0" name=""/>
        <dsp:cNvSpPr/>
      </dsp:nvSpPr>
      <dsp:spPr>
        <a:xfrm>
          <a:off x="947537" y="296961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Ball Valve</a:t>
          </a:r>
        </a:p>
      </dsp:txBody>
      <dsp:txXfrm>
        <a:off x="960723" y="2982798"/>
        <a:ext cx="682617" cy="423836"/>
      </dsp:txXfrm>
    </dsp:sp>
    <dsp:sp modelId="{ECD1BA69-2AEA-5342-8939-3A017F34793D}">
      <dsp:nvSpPr>
        <dsp:cNvPr id="0" name=""/>
        <dsp:cNvSpPr/>
      </dsp:nvSpPr>
      <dsp:spPr>
        <a:xfrm>
          <a:off x="868760" y="355118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8F5008D-588D-2748-A4A4-832E9796E001}">
      <dsp:nvSpPr>
        <dsp:cNvPr id="0" name=""/>
        <dsp:cNvSpPr/>
      </dsp:nvSpPr>
      <dsp:spPr>
        <a:xfrm>
          <a:off x="947537" y="362601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Gate Valve</a:t>
          </a:r>
        </a:p>
      </dsp:txBody>
      <dsp:txXfrm>
        <a:off x="960723" y="3639204"/>
        <a:ext cx="682617" cy="423836"/>
      </dsp:txXfrm>
    </dsp:sp>
    <dsp:sp modelId="{F30AD719-4594-E64B-918B-4D6082A18233}">
      <dsp:nvSpPr>
        <dsp:cNvPr id="0" name=""/>
        <dsp:cNvSpPr/>
      </dsp:nvSpPr>
      <dsp:spPr>
        <a:xfrm>
          <a:off x="868760" y="420758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0571EAC-B843-074C-B657-C4DB9ADD85DE}">
      <dsp:nvSpPr>
        <dsp:cNvPr id="0" name=""/>
        <dsp:cNvSpPr/>
      </dsp:nvSpPr>
      <dsp:spPr>
        <a:xfrm>
          <a:off x="947537" y="4282424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Needle Valve</a:t>
          </a:r>
        </a:p>
      </dsp:txBody>
      <dsp:txXfrm>
        <a:off x="960723" y="4295610"/>
        <a:ext cx="682617" cy="423836"/>
      </dsp:txXfrm>
    </dsp:sp>
    <dsp:sp modelId="{464E657A-0ACE-284D-83AC-18521668FAB5}">
      <dsp:nvSpPr>
        <dsp:cNvPr id="0" name=""/>
        <dsp:cNvSpPr/>
      </dsp:nvSpPr>
      <dsp:spPr>
        <a:xfrm>
          <a:off x="868760" y="486399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1DE8ACF-F008-7544-A7E5-BA98AEE6FD37}">
      <dsp:nvSpPr>
        <dsp:cNvPr id="0" name=""/>
        <dsp:cNvSpPr/>
      </dsp:nvSpPr>
      <dsp:spPr>
        <a:xfrm>
          <a:off x="947537" y="4938830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Motorized Valve (Electric Control)</a:t>
          </a:r>
        </a:p>
      </dsp:txBody>
      <dsp:txXfrm>
        <a:off x="960723" y="4952016"/>
        <a:ext cx="682617" cy="423836"/>
      </dsp:txXfrm>
    </dsp:sp>
    <dsp:sp modelId="{EF5F9993-71E7-8741-A965-EF77CF2324D1}">
      <dsp:nvSpPr>
        <dsp:cNvPr id="0" name=""/>
        <dsp:cNvSpPr/>
      </dsp:nvSpPr>
      <dsp:spPr>
        <a:xfrm>
          <a:off x="868760" y="552039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6753DDA-C769-894C-BFE0-9984BFBB3391}">
      <dsp:nvSpPr>
        <dsp:cNvPr id="0" name=""/>
        <dsp:cNvSpPr/>
      </dsp:nvSpPr>
      <dsp:spPr>
        <a:xfrm>
          <a:off x="947537" y="559523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Programmable Flow Controller</a:t>
          </a:r>
        </a:p>
      </dsp:txBody>
      <dsp:txXfrm>
        <a:off x="960723" y="5608422"/>
        <a:ext cx="682617" cy="423836"/>
      </dsp:txXfrm>
    </dsp:sp>
    <dsp:sp modelId="{F3F3B3C4-D7E6-6A4F-9EA5-C89212676A87}">
      <dsp:nvSpPr>
        <dsp:cNvPr id="0" name=""/>
        <dsp:cNvSpPr/>
      </dsp:nvSpPr>
      <dsp:spPr>
        <a:xfrm>
          <a:off x="868760" y="617680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984F774-87A0-B24F-A1B0-B2782AB3387F}">
      <dsp:nvSpPr>
        <dsp:cNvPr id="0" name=""/>
        <dsp:cNvSpPr/>
      </dsp:nvSpPr>
      <dsp:spPr>
        <a:xfrm>
          <a:off x="947537" y="625164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Solenoid Valve</a:t>
          </a:r>
        </a:p>
      </dsp:txBody>
      <dsp:txXfrm>
        <a:off x="960723" y="6264828"/>
        <a:ext cx="682617" cy="423836"/>
      </dsp:txXfrm>
    </dsp:sp>
    <dsp:sp modelId="{C8DFE140-C01D-C740-BBE2-B38C5A7B0790}">
      <dsp:nvSpPr>
        <dsp:cNvPr id="0" name=""/>
        <dsp:cNvSpPr/>
      </dsp:nvSpPr>
      <dsp:spPr>
        <a:xfrm>
          <a:off x="868760" y="683321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28B0CD9-8844-D54B-AB3B-6B20541F06B2}">
      <dsp:nvSpPr>
        <dsp:cNvPr id="0" name=""/>
        <dsp:cNvSpPr/>
      </dsp:nvSpPr>
      <dsp:spPr>
        <a:xfrm>
          <a:off x="947537" y="690804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Flow-Adjustable Nozzles</a:t>
          </a:r>
        </a:p>
      </dsp:txBody>
      <dsp:txXfrm>
        <a:off x="960723" y="6921234"/>
        <a:ext cx="682617" cy="423836"/>
      </dsp:txXfrm>
    </dsp:sp>
    <dsp:sp modelId="{BB88B08C-5264-5E4B-80D1-88A8F42EEABE}">
      <dsp:nvSpPr>
        <dsp:cNvPr id="0" name=""/>
        <dsp:cNvSpPr/>
      </dsp:nvSpPr>
      <dsp:spPr>
        <a:xfrm>
          <a:off x="868760" y="748961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086D43C-DE7A-4C4A-B7E1-8B67E5C1FCA3}">
      <dsp:nvSpPr>
        <dsp:cNvPr id="0" name=""/>
        <dsp:cNvSpPr/>
      </dsp:nvSpPr>
      <dsp:spPr>
        <a:xfrm>
          <a:off x="947537" y="7564453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Pressure-Regulating Valves</a:t>
          </a:r>
        </a:p>
      </dsp:txBody>
      <dsp:txXfrm>
        <a:off x="960723" y="7577639"/>
        <a:ext cx="682617" cy="423836"/>
      </dsp:txXfrm>
    </dsp:sp>
    <dsp:sp modelId="{4567A167-4267-0249-9523-D76ABD880AAA}">
      <dsp:nvSpPr>
        <dsp:cNvPr id="0" name=""/>
        <dsp:cNvSpPr/>
      </dsp:nvSpPr>
      <dsp:spPr>
        <a:xfrm>
          <a:off x="868760" y="814602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37AD1CC-4DD4-914B-942D-50DBDCDCF626}">
      <dsp:nvSpPr>
        <dsp:cNvPr id="0" name=""/>
        <dsp:cNvSpPr/>
      </dsp:nvSpPr>
      <dsp:spPr>
        <a:xfrm>
          <a:off x="947537" y="8220859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Inline Flow Meters with Adjustment Knobs</a:t>
          </a:r>
        </a:p>
      </dsp:txBody>
      <dsp:txXfrm>
        <a:off x="960723" y="8234045"/>
        <a:ext cx="682617" cy="423836"/>
      </dsp:txXfrm>
    </dsp:sp>
    <dsp:sp modelId="{BD848D0A-70F8-6441-B3B7-ADEADD4EB3F9}">
      <dsp:nvSpPr>
        <dsp:cNvPr id="0" name=""/>
        <dsp:cNvSpPr/>
      </dsp:nvSpPr>
      <dsp:spPr>
        <a:xfrm>
          <a:off x="1735303" y="223836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9947061-A630-C24D-94D4-4639B17FD0D6}">
      <dsp:nvSpPr>
        <dsp:cNvPr id="0" name=""/>
        <dsp:cNvSpPr/>
      </dsp:nvSpPr>
      <dsp:spPr>
        <a:xfrm>
          <a:off x="1814079" y="231320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1.3. Storing Water</a:t>
          </a:r>
        </a:p>
      </dsp:txBody>
      <dsp:txXfrm>
        <a:off x="1827265" y="2326392"/>
        <a:ext cx="682617" cy="423836"/>
      </dsp:txXfrm>
    </dsp:sp>
    <dsp:sp modelId="{E3D44FD5-6640-FE43-AFCB-1929C9A628EC}">
      <dsp:nvSpPr>
        <dsp:cNvPr id="0" name=""/>
        <dsp:cNvSpPr/>
      </dsp:nvSpPr>
      <dsp:spPr>
        <a:xfrm>
          <a:off x="1735303" y="289477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0E4820B-3BF2-1942-A66F-8D8D1EB11D95}">
      <dsp:nvSpPr>
        <dsp:cNvPr id="0" name=""/>
        <dsp:cNvSpPr/>
      </dsp:nvSpPr>
      <dsp:spPr>
        <a:xfrm>
          <a:off x="1814079" y="296961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Rain Barrels</a:t>
          </a:r>
        </a:p>
      </dsp:txBody>
      <dsp:txXfrm>
        <a:off x="1827265" y="2982798"/>
        <a:ext cx="682617" cy="423836"/>
      </dsp:txXfrm>
    </dsp:sp>
    <dsp:sp modelId="{31581123-53A8-BB4C-A763-231C8A71DC36}">
      <dsp:nvSpPr>
        <dsp:cNvPr id="0" name=""/>
        <dsp:cNvSpPr/>
      </dsp:nvSpPr>
      <dsp:spPr>
        <a:xfrm>
          <a:off x="1735303" y="355118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30AD9D9-ADE1-D44A-B0FA-5E7DD7DB6388}">
      <dsp:nvSpPr>
        <dsp:cNvPr id="0" name=""/>
        <dsp:cNvSpPr/>
      </dsp:nvSpPr>
      <dsp:spPr>
        <a:xfrm>
          <a:off x="1814079" y="362601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Large Capacity Cisterns</a:t>
          </a:r>
        </a:p>
      </dsp:txBody>
      <dsp:txXfrm>
        <a:off x="1827265" y="3639204"/>
        <a:ext cx="682617" cy="423836"/>
      </dsp:txXfrm>
    </dsp:sp>
    <dsp:sp modelId="{D1EF7A3C-C9C6-DF4F-B215-74C70CA4CA4C}">
      <dsp:nvSpPr>
        <dsp:cNvPr id="0" name=""/>
        <dsp:cNvSpPr/>
      </dsp:nvSpPr>
      <dsp:spPr>
        <a:xfrm>
          <a:off x="1735303" y="420758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D4469E1-5D21-7D44-B73A-18A6B8E599C0}">
      <dsp:nvSpPr>
        <dsp:cNvPr id="0" name=""/>
        <dsp:cNvSpPr/>
      </dsp:nvSpPr>
      <dsp:spPr>
        <a:xfrm>
          <a:off x="1814079" y="4282424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Elevated Tanks for Gravity Feed</a:t>
          </a:r>
        </a:p>
      </dsp:txBody>
      <dsp:txXfrm>
        <a:off x="1827265" y="4295610"/>
        <a:ext cx="682617" cy="423836"/>
      </dsp:txXfrm>
    </dsp:sp>
    <dsp:sp modelId="{5A6DF238-D3D0-534B-97FF-05E56E724326}">
      <dsp:nvSpPr>
        <dsp:cNvPr id="0" name=""/>
        <dsp:cNvSpPr/>
      </dsp:nvSpPr>
      <dsp:spPr>
        <a:xfrm>
          <a:off x="1735303" y="486399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D02832C-EE8B-B648-9086-59B8A6047794}">
      <dsp:nvSpPr>
        <dsp:cNvPr id="0" name=""/>
        <dsp:cNvSpPr/>
      </dsp:nvSpPr>
      <dsp:spPr>
        <a:xfrm>
          <a:off x="1814079" y="4938830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Modular Tank Systems</a:t>
          </a:r>
        </a:p>
      </dsp:txBody>
      <dsp:txXfrm>
        <a:off x="1827265" y="4952016"/>
        <a:ext cx="682617" cy="423836"/>
      </dsp:txXfrm>
    </dsp:sp>
    <dsp:sp modelId="{1DC94AD3-293A-FD44-AF63-4090926F5C36}">
      <dsp:nvSpPr>
        <dsp:cNvPr id="0" name=""/>
        <dsp:cNvSpPr/>
      </dsp:nvSpPr>
      <dsp:spPr>
        <a:xfrm>
          <a:off x="1735303" y="552039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69877BA-E1BE-ED41-AF8A-1D8F986EB516}">
      <dsp:nvSpPr>
        <dsp:cNvPr id="0" name=""/>
        <dsp:cNvSpPr/>
      </dsp:nvSpPr>
      <dsp:spPr>
        <a:xfrm>
          <a:off x="1814079" y="559523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/>
            <a:t>Portable Water Containers</a:t>
          </a:r>
        </a:p>
      </dsp:txBody>
      <dsp:txXfrm>
        <a:off x="1827265" y="5608422"/>
        <a:ext cx="682617" cy="423836"/>
      </dsp:txXfrm>
    </dsp:sp>
    <dsp:sp modelId="{1F5C0314-6455-4C43-A55F-E9A10252E87A}">
      <dsp:nvSpPr>
        <dsp:cNvPr id="0" name=""/>
        <dsp:cNvSpPr/>
      </dsp:nvSpPr>
      <dsp:spPr>
        <a:xfrm>
          <a:off x="1735303" y="617680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B2A5E95-2A54-4F42-9A17-9F250C192535}">
      <dsp:nvSpPr>
        <dsp:cNvPr id="0" name=""/>
        <dsp:cNvSpPr/>
      </dsp:nvSpPr>
      <dsp:spPr>
        <a:xfrm>
          <a:off x="1814079" y="625164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Reservoir Tanks with Overflow Protection</a:t>
          </a:r>
        </a:p>
      </dsp:txBody>
      <dsp:txXfrm>
        <a:off x="1827265" y="6264828"/>
        <a:ext cx="682617" cy="423836"/>
      </dsp:txXfrm>
    </dsp:sp>
    <dsp:sp modelId="{46C26868-C2EE-464B-A817-CABECEB3A626}">
      <dsp:nvSpPr>
        <dsp:cNvPr id="0" name=""/>
        <dsp:cNvSpPr/>
      </dsp:nvSpPr>
      <dsp:spPr>
        <a:xfrm>
          <a:off x="2601845" y="223836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240F38A-9248-1249-A534-B76CE036121C}">
      <dsp:nvSpPr>
        <dsp:cNvPr id="0" name=""/>
        <dsp:cNvSpPr/>
      </dsp:nvSpPr>
      <dsp:spPr>
        <a:xfrm>
          <a:off x="2680622" y="231320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1.4. Transferring Water</a:t>
          </a:r>
        </a:p>
      </dsp:txBody>
      <dsp:txXfrm>
        <a:off x="2693808" y="2326392"/>
        <a:ext cx="682617" cy="423836"/>
      </dsp:txXfrm>
    </dsp:sp>
    <dsp:sp modelId="{21924883-A6CF-D742-A53D-E208CFD52DB9}">
      <dsp:nvSpPr>
        <dsp:cNvPr id="0" name=""/>
        <dsp:cNvSpPr/>
      </dsp:nvSpPr>
      <dsp:spPr>
        <a:xfrm>
          <a:off x="2601845" y="289477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1E48C2F-8B87-0E42-9D49-9FBBD3DB507E}">
      <dsp:nvSpPr>
        <dsp:cNvPr id="0" name=""/>
        <dsp:cNvSpPr/>
      </dsp:nvSpPr>
      <dsp:spPr>
        <a:xfrm>
          <a:off x="2680622" y="296961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Manual Pump (Hand or Foot Operated)</a:t>
          </a:r>
        </a:p>
      </dsp:txBody>
      <dsp:txXfrm>
        <a:off x="2693808" y="2982798"/>
        <a:ext cx="682617" cy="423836"/>
      </dsp:txXfrm>
    </dsp:sp>
    <dsp:sp modelId="{DA26FBF8-7609-0D4A-B436-A784B6DFE8A6}">
      <dsp:nvSpPr>
        <dsp:cNvPr id="0" name=""/>
        <dsp:cNvSpPr/>
      </dsp:nvSpPr>
      <dsp:spPr>
        <a:xfrm>
          <a:off x="2601845" y="355118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FB2CBE8-CEA9-3249-8B92-4676D5287685}">
      <dsp:nvSpPr>
        <dsp:cNvPr id="0" name=""/>
        <dsp:cNvSpPr/>
      </dsp:nvSpPr>
      <dsp:spPr>
        <a:xfrm>
          <a:off x="2680622" y="362601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Hydraulic Ram Pump</a:t>
          </a:r>
        </a:p>
      </dsp:txBody>
      <dsp:txXfrm>
        <a:off x="2693808" y="3639204"/>
        <a:ext cx="682617" cy="423836"/>
      </dsp:txXfrm>
    </dsp:sp>
    <dsp:sp modelId="{DC966B37-0C7C-2E4E-9D88-51386C08140E}">
      <dsp:nvSpPr>
        <dsp:cNvPr id="0" name=""/>
        <dsp:cNvSpPr/>
      </dsp:nvSpPr>
      <dsp:spPr>
        <a:xfrm>
          <a:off x="2601845" y="420758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0F2DB53-868F-F645-A93B-51636D01A250}">
      <dsp:nvSpPr>
        <dsp:cNvPr id="0" name=""/>
        <dsp:cNvSpPr/>
      </dsp:nvSpPr>
      <dsp:spPr>
        <a:xfrm>
          <a:off x="2680622" y="4282424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Submersible Pump</a:t>
          </a:r>
        </a:p>
      </dsp:txBody>
      <dsp:txXfrm>
        <a:off x="2693808" y="4295610"/>
        <a:ext cx="682617" cy="423836"/>
      </dsp:txXfrm>
    </dsp:sp>
    <dsp:sp modelId="{575C2AF5-6E42-F84F-B988-FD0CE12C0AE7}">
      <dsp:nvSpPr>
        <dsp:cNvPr id="0" name=""/>
        <dsp:cNvSpPr/>
      </dsp:nvSpPr>
      <dsp:spPr>
        <a:xfrm>
          <a:off x="2601845" y="486399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40E670A-B91A-4A40-935A-670A0265F7BA}">
      <dsp:nvSpPr>
        <dsp:cNvPr id="0" name=""/>
        <dsp:cNvSpPr/>
      </dsp:nvSpPr>
      <dsp:spPr>
        <a:xfrm>
          <a:off x="2680622" y="4938830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Inline Booster Pump</a:t>
          </a:r>
        </a:p>
      </dsp:txBody>
      <dsp:txXfrm>
        <a:off x="2693808" y="4952016"/>
        <a:ext cx="682617" cy="423836"/>
      </dsp:txXfrm>
    </dsp:sp>
    <dsp:sp modelId="{9D1EDF1B-7D69-954B-935E-EA991224B047}">
      <dsp:nvSpPr>
        <dsp:cNvPr id="0" name=""/>
        <dsp:cNvSpPr/>
      </dsp:nvSpPr>
      <dsp:spPr>
        <a:xfrm>
          <a:off x="2601845" y="552039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71AFBFE-F689-BC4F-8C4F-E8A166E31EA0}">
      <dsp:nvSpPr>
        <dsp:cNvPr id="0" name=""/>
        <dsp:cNvSpPr/>
      </dsp:nvSpPr>
      <dsp:spPr>
        <a:xfrm>
          <a:off x="2680622" y="559523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Solar-Powered Pump</a:t>
          </a:r>
        </a:p>
      </dsp:txBody>
      <dsp:txXfrm>
        <a:off x="2693808" y="5608422"/>
        <a:ext cx="682617" cy="423836"/>
      </dsp:txXfrm>
    </dsp:sp>
    <dsp:sp modelId="{3D9E07A1-0432-BE4F-BA16-F9FEF3835A1A}">
      <dsp:nvSpPr>
        <dsp:cNvPr id="0" name=""/>
        <dsp:cNvSpPr/>
      </dsp:nvSpPr>
      <dsp:spPr>
        <a:xfrm>
          <a:off x="2601845" y="617680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9C51A00-E525-1F4A-8170-45E6ACD0C714}">
      <dsp:nvSpPr>
        <dsp:cNvPr id="0" name=""/>
        <dsp:cNvSpPr/>
      </dsp:nvSpPr>
      <dsp:spPr>
        <a:xfrm>
          <a:off x="2680622" y="625164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Gravity-Fed Systems</a:t>
          </a:r>
        </a:p>
      </dsp:txBody>
      <dsp:txXfrm>
        <a:off x="2693808" y="6264828"/>
        <a:ext cx="682617" cy="423836"/>
      </dsp:txXfrm>
    </dsp:sp>
    <dsp:sp modelId="{BD0D79E4-2997-B449-A577-7227A6C255A7}">
      <dsp:nvSpPr>
        <dsp:cNvPr id="0" name=""/>
        <dsp:cNvSpPr/>
      </dsp:nvSpPr>
      <dsp:spPr>
        <a:xfrm>
          <a:off x="2601845" y="683321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CE5B234-08F9-B24D-81AD-4B13DB0505B6}">
      <dsp:nvSpPr>
        <dsp:cNvPr id="0" name=""/>
        <dsp:cNvSpPr/>
      </dsp:nvSpPr>
      <dsp:spPr>
        <a:xfrm>
          <a:off x="2680622" y="690804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Siphon System</a:t>
          </a:r>
        </a:p>
      </dsp:txBody>
      <dsp:txXfrm>
        <a:off x="2693808" y="6921234"/>
        <a:ext cx="682617" cy="423836"/>
      </dsp:txXfrm>
    </dsp:sp>
    <dsp:sp modelId="{A2407D32-C609-5E4E-982B-2CE966F19710}">
      <dsp:nvSpPr>
        <dsp:cNvPr id="0" name=""/>
        <dsp:cNvSpPr/>
      </dsp:nvSpPr>
      <dsp:spPr>
        <a:xfrm>
          <a:off x="2601845" y="748961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5EB8F65-C0BC-F043-B1E7-F2C2D8441DF5}">
      <dsp:nvSpPr>
        <dsp:cNvPr id="0" name=""/>
        <dsp:cNvSpPr/>
      </dsp:nvSpPr>
      <dsp:spPr>
        <a:xfrm>
          <a:off x="2680622" y="7564453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Airlift Pumps</a:t>
          </a:r>
        </a:p>
      </dsp:txBody>
      <dsp:txXfrm>
        <a:off x="2693808" y="7577639"/>
        <a:ext cx="682617" cy="423836"/>
      </dsp:txXfrm>
    </dsp:sp>
    <dsp:sp modelId="{418B9F71-5BB0-9847-9EB0-F9F16B645A34}">
      <dsp:nvSpPr>
        <dsp:cNvPr id="0" name=""/>
        <dsp:cNvSpPr/>
      </dsp:nvSpPr>
      <dsp:spPr>
        <a:xfrm>
          <a:off x="3468388" y="223836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C209B2E-D20F-1C44-87FB-2ECAB1EBD168}">
      <dsp:nvSpPr>
        <dsp:cNvPr id="0" name=""/>
        <dsp:cNvSpPr/>
      </dsp:nvSpPr>
      <dsp:spPr>
        <a:xfrm>
          <a:off x="3547164" y="231320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1.5. Controlling Flowrate</a:t>
          </a:r>
        </a:p>
      </dsp:txBody>
      <dsp:txXfrm>
        <a:off x="3560350" y="2326392"/>
        <a:ext cx="682617" cy="423836"/>
      </dsp:txXfrm>
    </dsp:sp>
    <dsp:sp modelId="{4A7FFC07-1C2D-E442-8094-1048FB1448AC}">
      <dsp:nvSpPr>
        <dsp:cNvPr id="0" name=""/>
        <dsp:cNvSpPr/>
      </dsp:nvSpPr>
      <dsp:spPr>
        <a:xfrm>
          <a:off x="3468388" y="289477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7E2137E-B9E2-AD4C-BA3C-DD6AB7E56010}">
      <dsp:nvSpPr>
        <dsp:cNvPr id="0" name=""/>
        <dsp:cNvSpPr/>
      </dsp:nvSpPr>
      <dsp:spPr>
        <a:xfrm>
          <a:off x="3547164" y="296961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/>
            <a:t>Spring-Loaded Flow Regulators</a:t>
          </a:r>
        </a:p>
      </dsp:txBody>
      <dsp:txXfrm>
        <a:off x="3560350" y="2982798"/>
        <a:ext cx="682617" cy="423836"/>
      </dsp:txXfrm>
    </dsp:sp>
    <dsp:sp modelId="{47F20A49-94ED-B042-B279-2BA7A34A35DB}">
      <dsp:nvSpPr>
        <dsp:cNvPr id="0" name=""/>
        <dsp:cNvSpPr/>
      </dsp:nvSpPr>
      <dsp:spPr>
        <a:xfrm>
          <a:off x="3468388" y="355118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0AEB1C3-F447-CC46-8DFD-C9EB638D21ED}">
      <dsp:nvSpPr>
        <dsp:cNvPr id="0" name=""/>
        <dsp:cNvSpPr/>
      </dsp:nvSpPr>
      <dsp:spPr>
        <a:xfrm>
          <a:off x="3547164" y="362601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Adjustable Pressure Relief Valves</a:t>
          </a:r>
        </a:p>
      </dsp:txBody>
      <dsp:txXfrm>
        <a:off x="3560350" y="3639204"/>
        <a:ext cx="682617" cy="423836"/>
      </dsp:txXfrm>
    </dsp:sp>
    <dsp:sp modelId="{DA79C108-6721-E249-8240-7A7B1A7C9C9A}">
      <dsp:nvSpPr>
        <dsp:cNvPr id="0" name=""/>
        <dsp:cNvSpPr/>
      </dsp:nvSpPr>
      <dsp:spPr>
        <a:xfrm>
          <a:off x="3468388" y="420758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6BBEA80-56E2-C84D-8BA9-A7BDAF738CC6}">
      <dsp:nvSpPr>
        <dsp:cNvPr id="0" name=""/>
        <dsp:cNvSpPr/>
      </dsp:nvSpPr>
      <dsp:spPr>
        <a:xfrm>
          <a:off x="3547164" y="4282424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Programmable Logic Controller (PLC)</a:t>
          </a:r>
        </a:p>
      </dsp:txBody>
      <dsp:txXfrm>
        <a:off x="3560350" y="4295610"/>
        <a:ext cx="682617" cy="423836"/>
      </dsp:txXfrm>
    </dsp:sp>
    <dsp:sp modelId="{FEFA0D65-C022-5E40-B0C9-19FE34E9F140}">
      <dsp:nvSpPr>
        <dsp:cNvPr id="0" name=""/>
        <dsp:cNvSpPr/>
      </dsp:nvSpPr>
      <dsp:spPr>
        <a:xfrm>
          <a:off x="3468388" y="486399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512DA08-5237-BE4D-8C4D-97328DCE47FE}">
      <dsp:nvSpPr>
        <dsp:cNvPr id="0" name=""/>
        <dsp:cNvSpPr/>
      </dsp:nvSpPr>
      <dsp:spPr>
        <a:xfrm>
          <a:off x="3547164" y="4938830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Smart Controllers with IoT Integration</a:t>
          </a:r>
        </a:p>
      </dsp:txBody>
      <dsp:txXfrm>
        <a:off x="3560350" y="4952016"/>
        <a:ext cx="682617" cy="423836"/>
      </dsp:txXfrm>
    </dsp:sp>
    <dsp:sp modelId="{A58D26F0-5FD5-CE4A-BE2F-9F52C9989626}">
      <dsp:nvSpPr>
        <dsp:cNvPr id="0" name=""/>
        <dsp:cNvSpPr/>
      </dsp:nvSpPr>
      <dsp:spPr>
        <a:xfrm>
          <a:off x="3468388" y="552039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5375966-B281-7E43-AC2F-1E050FAB687E}">
      <dsp:nvSpPr>
        <dsp:cNvPr id="0" name=""/>
        <dsp:cNvSpPr/>
      </dsp:nvSpPr>
      <dsp:spPr>
        <a:xfrm>
          <a:off x="3547164" y="559523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Microcontroller-Based Flow Control (e.g., Arduino)</a:t>
          </a:r>
        </a:p>
      </dsp:txBody>
      <dsp:txXfrm>
        <a:off x="3560350" y="5608422"/>
        <a:ext cx="682617" cy="423836"/>
      </dsp:txXfrm>
    </dsp:sp>
    <dsp:sp modelId="{8F37BD2D-8E8B-9248-B1D0-71A70965A567}">
      <dsp:nvSpPr>
        <dsp:cNvPr id="0" name=""/>
        <dsp:cNvSpPr/>
      </dsp:nvSpPr>
      <dsp:spPr>
        <a:xfrm>
          <a:off x="3468388" y="617680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F663E12-634B-E345-B195-D7AAD15EFDE1}">
      <dsp:nvSpPr>
        <dsp:cNvPr id="0" name=""/>
        <dsp:cNvSpPr/>
      </dsp:nvSpPr>
      <dsp:spPr>
        <a:xfrm>
          <a:off x="3547164" y="625164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Feedback Loop with Flow Sensors</a:t>
          </a:r>
        </a:p>
      </dsp:txBody>
      <dsp:txXfrm>
        <a:off x="3560350" y="6264828"/>
        <a:ext cx="682617" cy="423836"/>
      </dsp:txXfrm>
    </dsp:sp>
    <dsp:sp modelId="{4F14B517-4C04-7C4C-839E-E0EA97DB50C3}">
      <dsp:nvSpPr>
        <dsp:cNvPr id="0" name=""/>
        <dsp:cNvSpPr/>
      </dsp:nvSpPr>
      <dsp:spPr>
        <a:xfrm>
          <a:off x="3468388" y="683321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8F03625-A3A2-304D-9E49-8BC6CC6412A4}">
      <dsp:nvSpPr>
        <dsp:cNvPr id="0" name=""/>
        <dsp:cNvSpPr/>
      </dsp:nvSpPr>
      <dsp:spPr>
        <a:xfrm>
          <a:off x="3547164" y="690804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Pressure Compensating Drippers</a:t>
          </a:r>
        </a:p>
      </dsp:txBody>
      <dsp:txXfrm>
        <a:off x="3560350" y="6921234"/>
        <a:ext cx="682617" cy="423836"/>
      </dsp:txXfrm>
    </dsp:sp>
    <dsp:sp modelId="{686C31A2-6845-8446-B670-679EA3DD65FE}">
      <dsp:nvSpPr>
        <dsp:cNvPr id="0" name=""/>
        <dsp:cNvSpPr/>
      </dsp:nvSpPr>
      <dsp:spPr>
        <a:xfrm>
          <a:off x="3468388" y="748961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27A3170-1E77-8A4A-8E36-8A70EC321C9A}">
      <dsp:nvSpPr>
        <dsp:cNvPr id="0" name=""/>
        <dsp:cNvSpPr/>
      </dsp:nvSpPr>
      <dsp:spPr>
        <a:xfrm>
          <a:off x="3547164" y="7564453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Time-Based Controllers with Override Options</a:t>
          </a:r>
        </a:p>
      </dsp:txBody>
      <dsp:txXfrm>
        <a:off x="3560350" y="7577639"/>
        <a:ext cx="682617" cy="423836"/>
      </dsp:txXfrm>
    </dsp:sp>
    <dsp:sp modelId="{BA32EFB6-7C59-8841-81CD-98C3A9912DEA}">
      <dsp:nvSpPr>
        <dsp:cNvPr id="0" name=""/>
        <dsp:cNvSpPr/>
      </dsp:nvSpPr>
      <dsp:spPr>
        <a:xfrm>
          <a:off x="4334930" y="223836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997345D-7AA7-6447-87BD-2164BD09C5B6}">
      <dsp:nvSpPr>
        <dsp:cNvPr id="0" name=""/>
        <dsp:cNvSpPr/>
      </dsp:nvSpPr>
      <dsp:spPr>
        <a:xfrm>
          <a:off x="4413707" y="231320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1.6. Delivering Water</a:t>
          </a:r>
        </a:p>
      </dsp:txBody>
      <dsp:txXfrm>
        <a:off x="4426893" y="2326392"/>
        <a:ext cx="682617" cy="423836"/>
      </dsp:txXfrm>
    </dsp:sp>
    <dsp:sp modelId="{7D21F1AA-CF83-CD42-9404-90AC2DC31A09}">
      <dsp:nvSpPr>
        <dsp:cNvPr id="0" name=""/>
        <dsp:cNvSpPr/>
      </dsp:nvSpPr>
      <dsp:spPr>
        <a:xfrm>
          <a:off x="4334930" y="289477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62472E4-6D53-624C-AF73-47448F975718}">
      <dsp:nvSpPr>
        <dsp:cNvPr id="0" name=""/>
        <dsp:cNvSpPr/>
      </dsp:nvSpPr>
      <dsp:spPr>
        <a:xfrm>
          <a:off x="4413707" y="296961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Flexible Hoses</a:t>
          </a:r>
        </a:p>
      </dsp:txBody>
      <dsp:txXfrm>
        <a:off x="4426893" y="2982798"/>
        <a:ext cx="682617" cy="423836"/>
      </dsp:txXfrm>
    </dsp:sp>
    <dsp:sp modelId="{FE403413-7783-9D42-96E0-947C477E093F}">
      <dsp:nvSpPr>
        <dsp:cNvPr id="0" name=""/>
        <dsp:cNvSpPr/>
      </dsp:nvSpPr>
      <dsp:spPr>
        <a:xfrm>
          <a:off x="4334930" y="355118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B433A1D-EF0E-7649-A908-CCAA1FEF33DE}">
      <dsp:nvSpPr>
        <dsp:cNvPr id="0" name=""/>
        <dsp:cNvSpPr/>
      </dsp:nvSpPr>
      <dsp:spPr>
        <a:xfrm>
          <a:off x="4413707" y="362601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Fixed Piping Network</a:t>
          </a:r>
        </a:p>
      </dsp:txBody>
      <dsp:txXfrm>
        <a:off x="4426893" y="3639204"/>
        <a:ext cx="682617" cy="423836"/>
      </dsp:txXfrm>
    </dsp:sp>
    <dsp:sp modelId="{39624EAC-98DD-DA45-B48C-5C83746F5CB7}">
      <dsp:nvSpPr>
        <dsp:cNvPr id="0" name=""/>
        <dsp:cNvSpPr/>
      </dsp:nvSpPr>
      <dsp:spPr>
        <a:xfrm>
          <a:off x="4334930" y="420758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CC9E137-F3F5-994A-B47F-C54DE7E4C086}">
      <dsp:nvSpPr>
        <dsp:cNvPr id="0" name=""/>
        <dsp:cNvSpPr/>
      </dsp:nvSpPr>
      <dsp:spPr>
        <a:xfrm>
          <a:off x="4413707" y="4282424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Drip Irrigation Lines</a:t>
          </a:r>
        </a:p>
      </dsp:txBody>
      <dsp:txXfrm>
        <a:off x="4426893" y="4295610"/>
        <a:ext cx="682617" cy="423836"/>
      </dsp:txXfrm>
    </dsp:sp>
    <dsp:sp modelId="{F1381A79-DAB3-844E-9777-3DDC0FC989AB}">
      <dsp:nvSpPr>
        <dsp:cNvPr id="0" name=""/>
        <dsp:cNvSpPr/>
      </dsp:nvSpPr>
      <dsp:spPr>
        <a:xfrm>
          <a:off x="4334930" y="486399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4EC927D-7C61-224D-9498-EEE1648E0200}">
      <dsp:nvSpPr>
        <dsp:cNvPr id="0" name=""/>
        <dsp:cNvSpPr/>
      </dsp:nvSpPr>
      <dsp:spPr>
        <a:xfrm>
          <a:off x="4413707" y="4938830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Sprinkler Heads</a:t>
          </a:r>
        </a:p>
      </dsp:txBody>
      <dsp:txXfrm>
        <a:off x="4426893" y="4952016"/>
        <a:ext cx="682617" cy="423836"/>
      </dsp:txXfrm>
    </dsp:sp>
    <dsp:sp modelId="{0372CBE1-DCDD-544F-8DE2-ED8B07F38FC7}">
      <dsp:nvSpPr>
        <dsp:cNvPr id="0" name=""/>
        <dsp:cNvSpPr/>
      </dsp:nvSpPr>
      <dsp:spPr>
        <a:xfrm>
          <a:off x="4334930" y="552039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A6BD81C-3B4B-2143-8AB2-C445D458CC0D}">
      <dsp:nvSpPr>
        <dsp:cNvPr id="0" name=""/>
        <dsp:cNvSpPr/>
      </dsp:nvSpPr>
      <dsp:spPr>
        <a:xfrm>
          <a:off x="4413707" y="559523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Misting Systems</a:t>
          </a:r>
        </a:p>
      </dsp:txBody>
      <dsp:txXfrm>
        <a:off x="4426893" y="5608422"/>
        <a:ext cx="682617" cy="423836"/>
      </dsp:txXfrm>
    </dsp:sp>
    <dsp:sp modelId="{3BB9605C-C53A-6B47-878A-E203E77050DC}">
      <dsp:nvSpPr>
        <dsp:cNvPr id="0" name=""/>
        <dsp:cNvSpPr/>
      </dsp:nvSpPr>
      <dsp:spPr>
        <a:xfrm>
          <a:off x="4334930" y="617680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42EE22C-C728-AD4F-93D5-E41E334279C7}">
      <dsp:nvSpPr>
        <dsp:cNvPr id="0" name=""/>
        <dsp:cNvSpPr/>
      </dsp:nvSpPr>
      <dsp:spPr>
        <a:xfrm>
          <a:off x="4413707" y="625164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Watering Cans</a:t>
          </a:r>
        </a:p>
      </dsp:txBody>
      <dsp:txXfrm>
        <a:off x="4426893" y="6264828"/>
        <a:ext cx="682617" cy="423836"/>
      </dsp:txXfrm>
    </dsp:sp>
    <dsp:sp modelId="{E5728A81-C83C-DF49-929F-4F601B1F3988}">
      <dsp:nvSpPr>
        <dsp:cNvPr id="0" name=""/>
        <dsp:cNvSpPr/>
      </dsp:nvSpPr>
      <dsp:spPr>
        <a:xfrm>
          <a:off x="4334930" y="683321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52663C9-50C6-BA49-A7C7-13811001EE18}">
      <dsp:nvSpPr>
        <dsp:cNvPr id="0" name=""/>
        <dsp:cNvSpPr/>
      </dsp:nvSpPr>
      <dsp:spPr>
        <a:xfrm>
          <a:off x="4413707" y="690804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Portable Sprayer Tanks</a:t>
          </a:r>
        </a:p>
      </dsp:txBody>
      <dsp:txXfrm>
        <a:off x="4426893" y="6921234"/>
        <a:ext cx="682617" cy="423836"/>
      </dsp:txXfrm>
    </dsp:sp>
    <dsp:sp modelId="{E12117F3-47F1-E94B-984E-E2C73E00F4E2}">
      <dsp:nvSpPr>
        <dsp:cNvPr id="0" name=""/>
        <dsp:cNvSpPr/>
      </dsp:nvSpPr>
      <dsp:spPr>
        <a:xfrm>
          <a:off x="4334930" y="748961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D1E62C3-0CED-884B-B19C-004B4C9BF057}">
      <dsp:nvSpPr>
        <dsp:cNvPr id="0" name=""/>
        <dsp:cNvSpPr/>
      </dsp:nvSpPr>
      <dsp:spPr>
        <a:xfrm>
          <a:off x="4413707" y="7564453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Hose-End Nozzles</a:t>
          </a:r>
        </a:p>
      </dsp:txBody>
      <dsp:txXfrm>
        <a:off x="4426893" y="7577639"/>
        <a:ext cx="682617" cy="423836"/>
      </dsp:txXfrm>
    </dsp:sp>
    <dsp:sp modelId="{FD766113-E03B-BB47-BA95-C8B84328C6AB}">
      <dsp:nvSpPr>
        <dsp:cNvPr id="0" name=""/>
        <dsp:cNvSpPr/>
      </dsp:nvSpPr>
      <dsp:spPr>
        <a:xfrm>
          <a:off x="5201473" y="223836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982F38C-6E66-A44F-A2DA-E423EBEAA983}">
      <dsp:nvSpPr>
        <dsp:cNvPr id="0" name=""/>
        <dsp:cNvSpPr/>
      </dsp:nvSpPr>
      <dsp:spPr>
        <a:xfrm>
          <a:off x="5280249" y="231320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1.7. Irrigating the Garden</a:t>
          </a:r>
        </a:p>
      </dsp:txBody>
      <dsp:txXfrm>
        <a:off x="5293435" y="2326392"/>
        <a:ext cx="682617" cy="423836"/>
      </dsp:txXfrm>
    </dsp:sp>
    <dsp:sp modelId="{EB59BF57-A94C-2E4C-8128-6119C90EFEC6}">
      <dsp:nvSpPr>
        <dsp:cNvPr id="0" name=""/>
        <dsp:cNvSpPr/>
      </dsp:nvSpPr>
      <dsp:spPr>
        <a:xfrm>
          <a:off x="5201473" y="289477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1A0ED74-47CD-E142-9089-7F794FF9D699}">
      <dsp:nvSpPr>
        <dsp:cNvPr id="0" name=""/>
        <dsp:cNvSpPr/>
      </dsp:nvSpPr>
      <dsp:spPr>
        <a:xfrm>
          <a:off x="5280249" y="296961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Flood Irrigation</a:t>
          </a:r>
        </a:p>
      </dsp:txBody>
      <dsp:txXfrm>
        <a:off x="5293435" y="2982798"/>
        <a:ext cx="682617" cy="423836"/>
      </dsp:txXfrm>
    </dsp:sp>
    <dsp:sp modelId="{F8AF1710-8096-184A-BC81-3C139B21E9FB}">
      <dsp:nvSpPr>
        <dsp:cNvPr id="0" name=""/>
        <dsp:cNvSpPr/>
      </dsp:nvSpPr>
      <dsp:spPr>
        <a:xfrm>
          <a:off x="5201473" y="355118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B740B69-C427-344E-BDB3-3C681C5B2886}">
      <dsp:nvSpPr>
        <dsp:cNvPr id="0" name=""/>
        <dsp:cNvSpPr/>
      </dsp:nvSpPr>
      <dsp:spPr>
        <a:xfrm>
          <a:off x="5280249" y="362601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Furrow Irrigation Channels</a:t>
          </a:r>
        </a:p>
      </dsp:txBody>
      <dsp:txXfrm>
        <a:off x="5293435" y="3639204"/>
        <a:ext cx="682617" cy="423836"/>
      </dsp:txXfrm>
    </dsp:sp>
    <dsp:sp modelId="{A75F035E-68BA-3345-BDE5-568FDE464FD4}">
      <dsp:nvSpPr>
        <dsp:cNvPr id="0" name=""/>
        <dsp:cNvSpPr/>
      </dsp:nvSpPr>
      <dsp:spPr>
        <a:xfrm>
          <a:off x="5201473" y="420758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71B81CB-58C4-2B4D-A1B4-F96FEBE80962}">
      <dsp:nvSpPr>
        <dsp:cNvPr id="0" name=""/>
        <dsp:cNvSpPr/>
      </dsp:nvSpPr>
      <dsp:spPr>
        <a:xfrm>
          <a:off x="5280249" y="4282424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Drip Irrigation</a:t>
          </a:r>
        </a:p>
      </dsp:txBody>
      <dsp:txXfrm>
        <a:off x="5293435" y="4295610"/>
        <a:ext cx="682617" cy="423836"/>
      </dsp:txXfrm>
    </dsp:sp>
    <dsp:sp modelId="{21C8C068-00BD-0D4B-ADF3-78BCC2F693D5}">
      <dsp:nvSpPr>
        <dsp:cNvPr id="0" name=""/>
        <dsp:cNvSpPr/>
      </dsp:nvSpPr>
      <dsp:spPr>
        <a:xfrm>
          <a:off x="5201473" y="486399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3C9F8D2-6F12-3247-B0AE-0B0665475E74}">
      <dsp:nvSpPr>
        <dsp:cNvPr id="0" name=""/>
        <dsp:cNvSpPr/>
      </dsp:nvSpPr>
      <dsp:spPr>
        <a:xfrm>
          <a:off x="5280249" y="4938830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Soaker Hoses</a:t>
          </a:r>
        </a:p>
      </dsp:txBody>
      <dsp:txXfrm>
        <a:off x="5293435" y="4952016"/>
        <a:ext cx="682617" cy="423836"/>
      </dsp:txXfrm>
    </dsp:sp>
    <dsp:sp modelId="{BF99D3CF-C7E2-0746-B740-DD02B8AC4AF1}">
      <dsp:nvSpPr>
        <dsp:cNvPr id="0" name=""/>
        <dsp:cNvSpPr/>
      </dsp:nvSpPr>
      <dsp:spPr>
        <a:xfrm>
          <a:off x="5201473" y="552039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8B6F8AD-1538-7645-B83A-0619BEF39E60}">
      <dsp:nvSpPr>
        <dsp:cNvPr id="0" name=""/>
        <dsp:cNvSpPr/>
      </dsp:nvSpPr>
      <dsp:spPr>
        <a:xfrm>
          <a:off x="5280249" y="559523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Rotating Sprinkler Heads</a:t>
          </a:r>
        </a:p>
      </dsp:txBody>
      <dsp:txXfrm>
        <a:off x="5293435" y="5608422"/>
        <a:ext cx="682617" cy="423836"/>
      </dsp:txXfrm>
    </dsp:sp>
    <dsp:sp modelId="{52979FF9-F4E5-274A-A696-33A27F3BEDC4}">
      <dsp:nvSpPr>
        <dsp:cNvPr id="0" name=""/>
        <dsp:cNvSpPr/>
      </dsp:nvSpPr>
      <dsp:spPr>
        <a:xfrm>
          <a:off x="5201473" y="617680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0950A11-E88E-EA41-B41C-C1E09DB38E3E}">
      <dsp:nvSpPr>
        <dsp:cNvPr id="0" name=""/>
        <dsp:cNvSpPr/>
      </dsp:nvSpPr>
      <dsp:spPr>
        <a:xfrm>
          <a:off x="5280249" y="625164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Oscillating Sprinklers</a:t>
          </a:r>
        </a:p>
      </dsp:txBody>
      <dsp:txXfrm>
        <a:off x="5293435" y="6264828"/>
        <a:ext cx="682617" cy="423836"/>
      </dsp:txXfrm>
    </dsp:sp>
    <dsp:sp modelId="{1767D2CC-06CA-034F-A23E-6AD6243EB5C7}">
      <dsp:nvSpPr>
        <dsp:cNvPr id="0" name=""/>
        <dsp:cNvSpPr/>
      </dsp:nvSpPr>
      <dsp:spPr>
        <a:xfrm>
          <a:off x="5201473" y="683321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D21DEF3-9C30-5F44-9B3A-3BC27FCB9FFA}">
      <dsp:nvSpPr>
        <dsp:cNvPr id="0" name=""/>
        <dsp:cNvSpPr/>
      </dsp:nvSpPr>
      <dsp:spPr>
        <a:xfrm>
          <a:off x="5280249" y="690804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Automated Timed Systems</a:t>
          </a:r>
        </a:p>
      </dsp:txBody>
      <dsp:txXfrm>
        <a:off x="5293435" y="6921234"/>
        <a:ext cx="682617" cy="423836"/>
      </dsp:txXfrm>
    </dsp:sp>
    <dsp:sp modelId="{9B1CB3AE-E313-1747-92EA-986183738116}">
      <dsp:nvSpPr>
        <dsp:cNvPr id="0" name=""/>
        <dsp:cNvSpPr/>
      </dsp:nvSpPr>
      <dsp:spPr>
        <a:xfrm>
          <a:off x="5201473" y="748961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C2D7FB0-6590-4644-BD6A-99F32394FFC7}">
      <dsp:nvSpPr>
        <dsp:cNvPr id="0" name=""/>
        <dsp:cNvSpPr/>
      </dsp:nvSpPr>
      <dsp:spPr>
        <a:xfrm>
          <a:off x="5280249" y="7564453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Sensor-Based Smart Irrigation</a:t>
          </a:r>
        </a:p>
      </dsp:txBody>
      <dsp:txXfrm>
        <a:off x="5293435" y="7577639"/>
        <a:ext cx="682617" cy="423836"/>
      </dsp:txXfrm>
    </dsp:sp>
    <dsp:sp modelId="{3AB5F313-F673-C741-8253-5ADA8C97BA93}">
      <dsp:nvSpPr>
        <dsp:cNvPr id="0" name=""/>
        <dsp:cNvSpPr/>
      </dsp:nvSpPr>
      <dsp:spPr>
        <a:xfrm>
          <a:off x="6068015" y="223836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204BB3D-1950-2041-BCB6-86CD6847132B}">
      <dsp:nvSpPr>
        <dsp:cNvPr id="0" name=""/>
        <dsp:cNvSpPr/>
      </dsp:nvSpPr>
      <dsp:spPr>
        <a:xfrm>
          <a:off x="6146792" y="231320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1.8. Receiving Power</a:t>
          </a:r>
        </a:p>
      </dsp:txBody>
      <dsp:txXfrm>
        <a:off x="6159978" y="2326392"/>
        <a:ext cx="682617" cy="423836"/>
      </dsp:txXfrm>
    </dsp:sp>
    <dsp:sp modelId="{18C54ABD-59F4-BF4C-8E0E-105A9B3C464D}">
      <dsp:nvSpPr>
        <dsp:cNvPr id="0" name=""/>
        <dsp:cNvSpPr/>
      </dsp:nvSpPr>
      <dsp:spPr>
        <a:xfrm>
          <a:off x="6068015" y="289477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A577E50-2055-2147-8A46-267011302FCD}">
      <dsp:nvSpPr>
        <dsp:cNvPr id="0" name=""/>
        <dsp:cNvSpPr/>
      </dsp:nvSpPr>
      <dsp:spPr>
        <a:xfrm>
          <a:off x="6146792" y="296961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AC Power from Outlet</a:t>
          </a:r>
        </a:p>
      </dsp:txBody>
      <dsp:txXfrm>
        <a:off x="6159978" y="2982798"/>
        <a:ext cx="682617" cy="423836"/>
      </dsp:txXfrm>
    </dsp:sp>
    <dsp:sp modelId="{69841CF6-A907-B646-97DF-2597B1A506DA}">
      <dsp:nvSpPr>
        <dsp:cNvPr id="0" name=""/>
        <dsp:cNvSpPr/>
      </dsp:nvSpPr>
      <dsp:spPr>
        <a:xfrm>
          <a:off x="6068015" y="355118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13F3935-4720-F141-B13D-66C6B84EDE24}">
      <dsp:nvSpPr>
        <dsp:cNvPr id="0" name=""/>
        <dsp:cNvSpPr/>
      </dsp:nvSpPr>
      <dsp:spPr>
        <a:xfrm>
          <a:off x="6146792" y="362601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Battery Power with Rechargeable Packs</a:t>
          </a:r>
        </a:p>
      </dsp:txBody>
      <dsp:txXfrm>
        <a:off x="6159978" y="3639204"/>
        <a:ext cx="682617" cy="423836"/>
      </dsp:txXfrm>
    </dsp:sp>
    <dsp:sp modelId="{AF50A209-B43E-9649-8A0D-5001D588BDDC}">
      <dsp:nvSpPr>
        <dsp:cNvPr id="0" name=""/>
        <dsp:cNvSpPr/>
      </dsp:nvSpPr>
      <dsp:spPr>
        <a:xfrm>
          <a:off x="6068015" y="420758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7E62874-05BE-F94B-AA40-5942BDA2D4EA}">
      <dsp:nvSpPr>
        <dsp:cNvPr id="0" name=""/>
        <dsp:cNvSpPr/>
      </dsp:nvSpPr>
      <dsp:spPr>
        <a:xfrm>
          <a:off x="6146792" y="4282424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Solar Panel Array</a:t>
          </a:r>
        </a:p>
      </dsp:txBody>
      <dsp:txXfrm>
        <a:off x="6159978" y="4295610"/>
        <a:ext cx="682617" cy="423836"/>
      </dsp:txXfrm>
    </dsp:sp>
    <dsp:sp modelId="{7CF2A8E1-3668-1C4C-B1CE-448925610207}">
      <dsp:nvSpPr>
        <dsp:cNvPr id="0" name=""/>
        <dsp:cNvSpPr/>
      </dsp:nvSpPr>
      <dsp:spPr>
        <a:xfrm>
          <a:off x="6068015" y="486399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C6C0909-718C-9048-854D-CFEF8FD58D76}">
      <dsp:nvSpPr>
        <dsp:cNvPr id="0" name=""/>
        <dsp:cNvSpPr/>
      </dsp:nvSpPr>
      <dsp:spPr>
        <a:xfrm>
          <a:off x="6146792" y="4938830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Hand Pump Operation</a:t>
          </a:r>
        </a:p>
      </dsp:txBody>
      <dsp:txXfrm>
        <a:off x="6159978" y="4952016"/>
        <a:ext cx="682617" cy="423836"/>
      </dsp:txXfrm>
    </dsp:sp>
    <dsp:sp modelId="{67132B9C-2357-F842-8287-7F9952769DC0}">
      <dsp:nvSpPr>
        <dsp:cNvPr id="0" name=""/>
        <dsp:cNvSpPr/>
      </dsp:nvSpPr>
      <dsp:spPr>
        <a:xfrm>
          <a:off x="6068015" y="5520398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64EA5DA-0A3B-824B-85C5-DCE70E5F82C9}">
      <dsp:nvSpPr>
        <dsp:cNvPr id="0" name=""/>
        <dsp:cNvSpPr/>
      </dsp:nvSpPr>
      <dsp:spPr>
        <a:xfrm>
          <a:off x="6146792" y="5595236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Pedal-Powered Pump</a:t>
          </a:r>
        </a:p>
      </dsp:txBody>
      <dsp:txXfrm>
        <a:off x="6159978" y="5608422"/>
        <a:ext cx="682617" cy="423836"/>
      </dsp:txXfrm>
    </dsp:sp>
    <dsp:sp modelId="{4569B8C0-972B-6542-91EB-CF93F79C99A0}">
      <dsp:nvSpPr>
        <dsp:cNvPr id="0" name=""/>
        <dsp:cNvSpPr/>
      </dsp:nvSpPr>
      <dsp:spPr>
        <a:xfrm>
          <a:off x="6068015" y="6176804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CE33D3B-FDB2-CA40-AD9D-ED613A0DF73A}">
      <dsp:nvSpPr>
        <dsp:cNvPr id="0" name=""/>
        <dsp:cNvSpPr/>
      </dsp:nvSpPr>
      <dsp:spPr>
        <a:xfrm>
          <a:off x="6146792" y="6251642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Solar-Powered Pumps</a:t>
          </a:r>
        </a:p>
      </dsp:txBody>
      <dsp:txXfrm>
        <a:off x="6159978" y="6264828"/>
        <a:ext cx="682617" cy="423836"/>
      </dsp:txXfrm>
    </dsp:sp>
    <dsp:sp modelId="{BA20F204-89FD-9F45-BAC1-57A753D32780}">
      <dsp:nvSpPr>
        <dsp:cNvPr id="0" name=""/>
        <dsp:cNvSpPr/>
      </dsp:nvSpPr>
      <dsp:spPr>
        <a:xfrm>
          <a:off x="6068015" y="6833210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B5BF2FF-BAFA-7C41-AB54-DC499957555D}">
      <dsp:nvSpPr>
        <dsp:cNvPr id="0" name=""/>
        <dsp:cNvSpPr/>
      </dsp:nvSpPr>
      <dsp:spPr>
        <a:xfrm>
          <a:off x="6146792" y="6908048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Wind-Powered Water Transfer Systems</a:t>
          </a:r>
        </a:p>
      </dsp:txBody>
      <dsp:txXfrm>
        <a:off x="6159978" y="6921234"/>
        <a:ext cx="682617" cy="423836"/>
      </dsp:txXfrm>
    </dsp:sp>
    <dsp:sp modelId="{1322F085-4D57-5F4E-8228-20F134225450}">
      <dsp:nvSpPr>
        <dsp:cNvPr id="0" name=""/>
        <dsp:cNvSpPr/>
      </dsp:nvSpPr>
      <dsp:spPr>
        <a:xfrm>
          <a:off x="6068015" y="7489616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B30A40A-707E-264D-8A3A-F0AE7103538D}">
      <dsp:nvSpPr>
        <dsp:cNvPr id="0" name=""/>
        <dsp:cNvSpPr/>
      </dsp:nvSpPr>
      <dsp:spPr>
        <a:xfrm>
          <a:off x="6146792" y="7564453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b="1" kern="1200" dirty="0"/>
            <a:t>Hybrid Power Options</a:t>
          </a:r>
          <a:endParaRPr lang="en-US" sz="600" kern="1200" dirty="0"/>
        </a:p>
      </dsp:txBody>
      <dsp:txXfrm>
        <a:off x="6159978" y="7577639"/>
        <a:ext cx="682617" cy="423836"/>
      </dsp:txXfrm>
    </dsp:sp>
    <dsp:sp modelId="{0C9B9589-D6F3-4944-9FE7-FD1A57CBC242}">
      <dsp:nvSpPr>
        <dsp:cNvPr id="0" name=""/>
        <dsp:cNvSpPr/>
      </dsp:nvSpPr>
      <dsp:spPr>
        <a:xfrm>
          <a:off x="6068015" y="8146022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89CF90-CA07-844A-A9DB-505BCD393FEB}">
      <dsp:nvSpPr>
        <dsp:cNvPr id="0" name=""/>
        <dsp:cNvSpPr/>
      </dsp:nvSpPr>
      <dsp:spPr>
        <a:xfrm>
          <a:off x="6146792" y="8220859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Solar Backup with Battery Storage</a:t>
          </a:r>
        </a:p>
      </dsp:txBody>
      <dsp:txXfrm>
        <a:off x="6159978" y="8234045"/>
        <a:ext cx="682617" cy="423836"/>
      </dsp:txXfrm>
    </dsp:sp>
    <dsp:sp modelId="{B40D39C4-0679-0E43-99A3-79D8A6C141AA}">
      <dsp:nvSpPr>
        <dsp:cNvPr id="0" name=""/>
        <dsp:cNvSpPr/>
      </dsp:nvSpPr>
      <dsp:spPr>
        <a:xfrm>
          <a:off x="6068015" y="8802427"/>
          <a:ext cx="708989" cy="4502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E56B7F1-B714-A04D-BA7C-C154EB2D69D4}">
      <dsp:nvSpPr>
        <dsp:cNvPr id="0" name=""/>
        <dsp:cNvSpPr/>
      </dsp:nvSpPr>
      <dsp:spPr>
        <a:xfrm>
          <a:off x="6146792" y="8877265"/>
          <a:ext cx="708989" cy="4502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Hand Pump Backup in Case of Power Failure</a:t>
          </a:r>
        </a:p>
      </dsp:txBody>
      <dsp:txXfrm>
        <a:off x="6159978" y="8890451"/>
        <a:ext cx="682617" cy="4238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16F95-001C-7B40-A068-5CF9E4C19B66}">
      <dsp:nvSpPr>
        <dsp:cNvPr id="0" name=""/>
        <dsp:cNvSpPr/>
      </dsp:nvSpPr>
      <dsp:spPr>
        <a:xfrm>
          <a:off x="6310822" y="6466992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D7A637-A254-3C40-B775-8C309921099F}">
      <dsp:nvSpPr>
        <dsp:cNvPr id="0" name=""/>
        <dsp:cNvSpPr/>
      </dsp:nvSpPr>
      <dsp:spPr>
        <a:xfrm>
          <a:off x="6310822" y="5716415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1B19C-2A82-7945-A430-BF98C9A4A756}">
      <dsp:nvSpPr>
        <dsp:cNvPr id="0" name=""/>
        <dsp:cNvSpPr/>
      </dsp:nvSpPr>
      <dsp:spPr>
        <a:xfrm>
          <a:off x="6310822" y="496583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41A3B8-7CE6-9C4E-9118-FEF5F7F26026}">
      <dsp:nvSpPr>
        <dsp:cNvPr id="0" name=""/>
        <dsp:cNvSpPr/>
      </dsp:nvSpPr>
      <dsp:spPr>
        <a:xfrm>
          <a:off x="6310822" y="4215261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225D59-90CC-3C47-9C33-904AC42726DE}">
      <dsp:nvSpPr>
        <dsp:cNvPr id="0" name=""/>
        <dsp:cNvSpPr/>
      </dsp:nvSpPr>
      <dsp:spPr>
        <a:xfrm>
          <a:off x="6310822" y="3464684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98F6FE-3119-8840-954E-52B37C1AD6B7}">
      <dsp:nvSpPr>
        <dsp:cNvPr id="0" name=""/>
        <dsp:cNvSpPr/>
      </dsp:nvSpPr>
      <dsp:spPr>
        <a:xfrm>
          <a:off x="6310822" y="271410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401C97-8FAD-2848-875E-A10CF18E3208}">
      <dsp:nvSpPr>
        <dsp:cNvPr id="0" name=""/>
        <dsp:cNvSpPr/>
      </dsp:nvSpPr>
      <dsp:spPr>
        <a:xfrm>
          <a:off x="3383960" y="1963531"/>
          <a:ext cx="2972581" cy="2357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677"/>
              </a:lnTo>
              <a:lnTo>
                <a:pt x="2972581" y="160677"/>
              </a:lnTo>
              <a:lnTo>
                <a:pt x="2972581" y="23577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AC1E72-6783-E84D-B765-2E02BC6C3A6F}">
      <dsp:nvSpPr>
        <dsp:cNvPr id="0" name=""/>
        <dsp:cNvSpPr/>
      </dsp:nvSpPr>
      <dsp:spPr>
        <a:xfrm>
          <a:off x="5319961" y="5716415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7345A2-1665-8442-92B4-3505A325924B}">
      <dsp:nvSpPr>
        <dsp:cNvPr id="0" name=""/>
        <dsp:cNvSpPr/>
      </dsp:nvSpPr>
      <dsp:spPr>
        <a:xfrm>
          <a:off x="5319961" y="496583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B8E9F6-FD42-284E-A6E5-428FC860DBAD}">
      <dsp:nvSpPr>
        <dsp:cNvPr id="0" name=""/>
        <dsp:cNvSpPr/>
      </dsp:nvSpPr>
      <dsp:spPr>
        <a:xfrm>
          <a:off x="5319961" y="4215261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A7BDA8-3CB8-5842-B1A2-86F1EE460264}">
      <dsp:nvSpPr>
        <dsp:cNvPr id="0" name=""/>
        <dsp:cNvSpPr/>
      </dsp:nvSpPr>
      <dsp:spPr>
        <a:xfrm>
          <a:off x="5319961" y="3464684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618B50-4C21-F74B-8396-BFEFB5C20D9A}">
      <dsp:nvSpPr>
        <dsp:cNvPr id="0" name=""/>
        <dsp:cNvSpPr/>
      </dsp:nvSpPr>
      <dsp:spPr>
        <a:xfrm>
          <a:off x="5319961" y="271410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80A9E4-80AE-534F-B6F2-C526A80D1DCB}">
      <dsp:nvSpPr>
        <dsp:cNvPr id="0" name=""/>
        <dsp:cNvSpPr/>
      </dsp:nvSpPr>
      <dsp:spPr>
        <a:xfrm>
          <a:off x="3383960" y="1963531"/>
          <a:ext cx="1981720" cy="2357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677"/>
              </a:lnTo>
              <a:lnTo>
                <a:pt x="1981720" y="160677"/>
              </a:lnTo>
              <a:lnTo>
                <a:pt x="1981720" y="23577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7F3144-C10A-224B-A9F1-8C57A30C0454}">
      <dsp:nvSpPr>
        <dsp:cNvPr id="0" name=""/>
        <dsp:cNvSpPr/>
      </dsp:nvSpPr>
      <dsp:spPr>
        <a:xfrm>
          <a:off x="4329101" y="496583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D79C46-8D49-554B-BFFB-9AD9FEED5106}">
      <dsp:nvSpPr>
        <dsp:cNvPr id="0" name=""/>
        <dsp:cNvSpPr/>
      </dsp:nvSpPr>
      <dsp:spPr>
        <a:xfrm>
          <a:off x="4329101" y="4215261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2C514A-6074-DC44-BE19-6789BCA6FC18}">
      <dsp:nvSpPr>
        <dsp:cNvPr id="0" name=""/>
        <dsp:cNvSpPr/>
      </dsp:nvSpPr>
      <dsp:spPr>
        <a:xfrm>
          <a:off x="4329101" y="3464684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0BCAA8-585C-8F42-916C-CFAB189693D8}">
      <dsp:nvSpPr>
        <dsp:cNvPr id="0" name=""/>
        <dsp:cNvSpPr/>
      </dsp:nvSpPr>
      <dsp:spPr>
        <a:xfrm>
          <a:off x="4329101" y="271410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2BB388-7FD1-4246-A9AD-16E3D9977B16}">
      <dsp:nvSpPr>
        <dsp:cNvPr id="0" name=""/>
        <dsp:cNvSpPr/>
      </dsp:nvSpPr>
      <dsp:spPr>
        <a:xfrm>
          <a:off x="3383960" y="1963531"/>
          <a:ext cx="990860" cy="2357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677"/>
              </a:lnTo>
              <a:lnTo>
                <a:pt x="990860" y="160677"/>
              </a:lnTo>
              <a:lnTo>
                <a:pt x="990860" y="23577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A2C39A-B287-2B45-98FF-F4CBBEAD9CB9}">
      <dsp:nvSpPr>
        <dsp:cNvPr id="0" name=""/>
        <dsp:cNvSpPr/>
      </dsp:nvSpPr>
      <dsp:spPr>
        <a:xfrm>
          <a:off x="3338240" y="6466992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BD2805-0008-2948-9DC5-7BFB04963381}">
      <dsp:nvSpPr>
        <dsp:cNvPr id="0" name=""/>
        <dsp:cNvSpPr/>
      </dsp:nvSpPr>
      <dsp:spPr>
        <a:xfrm>
          <a:off x="3338240" y="5716415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02E2B3-0BF4-9F47-A6EA-E8E14FCCCAD3}">
      <dsp:nvSpPr>
        <dsp:cNvPr id="0" name=""/>
        <dsp:cNvSpPr/>
      </dsp:nvSpPr>
      <dsp:spPr>
        <a:xfrm>
          <a:off x="3338240" y="496583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999DAD-D30E-884F-BDFD-43AA26BAB8D6}">
      <dsp:nvSpPr>
        <dsp:cNvPr id="0" name=""/>
        <dsp:cNvSpPr/>
      </dsp:nvSpPr>
      <dsp:spPr>
        <a:xfrm>
          <a:off x="3338240" y="4215261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BEFFF3-4DE5-074C-AF73-F0BE1FCCC075}">
      <dsp:nvSpPr>
        <dsp:cNvPr id="0" name=""/>
        <dsp:cNvSpPr/>
      </dsp:nvSpPr>
      <dsp:spPr>
        <a:xfrm>
          <a:off x="3338240" y="3464684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E313D-9765-D749-AAF8-412382A7ABBC}">
      <dsp:nvSpPr>
        <dsp:cNvPr id="0" name=""/>
        <dsp:cNvSpPr/>
      </dsp:nvSpPr>
      <dsp:spPr>
        <a:xfrm>
          <a:off x="3338240" y="271410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44DB8-59FA-EE44-BF2D-887EF741966C}">
      <dsp:nvSpPr>
        <dsp:cNvPr id="0" name=""/>
        <dsp:cNvSpPr/>
      </dsp:nvSpPr>
      <dsp:spPr>
        <a:xfrm>
          <a:off x="3338240" y="1963531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C8A2E8-178B-3246-A1ED-86E3B821F21B}">
      <dsp:nvSpPr>
        <dsp:cNvPr id="0" name=""/>
        <dsp:cNvSpPr/>
      </dsp:nvSpPr>
      <dsp:spPr>
        <a:xfrm>
          <a:off x="2347380" y="6466992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79D097-6C93-194E-ABE0-E0B4303331E5}">
      <dsp:nvSpPr>
        <dsp:cNvPr id="0" name=""/>
        <dsp:cNvSpPr/>
      </dsp:nvSpPr>
      <dsp:spPr>
        <a:xfrm>
          <a:off x="2347380" y="5716415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3B8B07-BCBC-0145-A2ED-E40F25D4B270}">
      <dsp:nvSpPr>
        <dsp:cNvPr id="0" name=""/>
        <dsp:cNvSpPr/>
      </dsp:nvSpPr>
      <dsp:spPr>
        <a:xfrm>
          <a:off x="2347380" y="496583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97C0D-59C4-6C47-A962-C76CCAD6ACA6}">
      <dsp:nvSpPr>
        <dsp:cNvPr id="0" name=""/>
        <dsp:cNvSpPr/>
      </dsp:nvSpPr>
      <dsp:spPr>
        <a:xfrm>
          <a:off x="2347380" y="4215261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E5B9BB-327E-9F48-B943-02E3D5C88655}">
      <dsp:nvSpPr>
        <dsp:cNvPr id="0" name=""/>
        <dsp:cNvSpPr/>
      </dsp:nvSpPr>
      <dsp:spPr>
        <a:xfrm>
          <a:off x="2347380" y="3464684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6B1196-168F-1B46-8910-9E6D5CA16392}">
      <dsp:nvSpPr>
        <dsp:cNvPr id="0" name=""/>
        <dsp:cNvSpPr/>
      </dsp:nvSpPr>
      <dsp:spPr>
        <a:xfrm>
          <a:off x="2347380" y="271410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4EBF56-3AE8-A54A-BE90-97B9B3286E92}">
      <dsp:nvSpPr>
        <dsp:cNvPr id="0" name=""/>
        <dsp:cNvSpPr/>
      </dsp:nvSpPr>
      <dsp:spPr>
        <a:xfrm>
          <a:off x="2393100" y="1963531"/>
          <a:ext cx="990860" cy="235779"/>
        </a:xfrm>
        <a:custGeom>
          <a:avLst/>
          <a:gdLst/>
          <a:ahLst/>
          <a:cxnLst/>
          <a:rect l="0" t="0" r="0" b="0"/>
          <a:pathLst>
            <a:path>
              <a:moveTo>
                <a:pt x="990860" y="0"/>
              </a:moveTo>
              <a:lnTo>
                <a:pt x="990860" y="160677"/>
              </a:lnTo>
              <a:lnTo>
                <a:pt x="0" y="160677"/>
              </a:lnTo>
              <a:lnTo>
                <a:pt x="0" y="23577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B31B9D-90B5-5A4D-873E-7F76DC5CD46B}">
      <dsp:nvSpPr>
        <dsp:cNvPr id="0" name=""/>
        <dsp:cNvSpPr/>
      </dsp:nvSpPr>
      <dsp:spPr>
        <a:xfrm>
          <a:off x="1356519" y="7968145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775A3-2CB7-6948-AD57-92F71613C11D}">
      <dsp:nvSpPr>
        <dsp:cNvPr id="0" name=""/>
        <dsp:cNvSpPr/>
      </dsp:nvSpPr>
      <dsp:spPr>
        <a:xfrm>
          <a:off x="1356519" y="721756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AF06D3-9946-D249-B623-FC286100A915}">
      <dsp:nvSpPr>
        <dsp:cNvPr id="0" name=""/>
        <dsp:cNvSpPr/>
      </dsp:nvSpPr>
      <dsp:spPr>
        <a:xfrm>
          <a:off x="1356519" y="6466992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B0BE4-3414-F145-AA4A-2A5EBFF387D7}">
      <dsp:nvSpPr>
        <dsp:cNvPr id="0" name=""/>
        <dsp:cNvSpPr/>
      </dsp:nvSpPr>
      <dsp:spPr>
        <a:xfrm>
          <a:off x="1356519" y="5716415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7877DA-1783-2749-97C5-12BEC24C2F8D}">
      <dsp:nvSpPr>
        <dsp:cNvPr id="0" name=""/>
        <dsp:cNvSpPr/>
      </dsp:nvSpPr>
      <dsp:spPr>
        <a:xfrm>
          <a:off x="1356519" y="496583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98BD8D-8EE4-354A-943E-2906F1378E40}">
      <dsp:nvSpPr>
        <dsp:cNvPr id="0" name=""/>
        <dsp:cNvSpPr/>
      </dsp:nvSpPr>
      <dsp:spPr>
        <a:xfrm>
          <a:off x="1356519" y="4215261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6914F9-2BDD-3C48-B823-6EF902460C88}">
      <dsp:nvSpPr>
        <dsp:cNvPr id="0" name=""/>
        <dsp:cNvSpPr/>
      </dsp:nvSpPr>
      <dsp:spPr>
        <a:xfrm>
          <a:off x="1356519" y="3464684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FADCCC-5902-0342-9894-B22B5F237715}">
      <dsp:nvSpPr>
        <dsp:cNvPr id="0" name=""/>
        <dsp:cNvSpPr/>
      </dsp:nvSpPr>
      <dsp:spPr>
        <a:xfrm>
          <a:off x="1356519" y="271410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F90AB-B4B0-CB4A-BBCA-396CD23E8B84}">
      <dsp:nvSpPr>
        <dsp:cNvPr id="0" name=""/>
        <dsp:cNvSpPr/>
      </dsp:nvSpPr>
      <dsp:spPr>
        <a:xfrm>
          <a:off x="1402239" y="1963531"/>
          <a:ext cx="1981720" cy="235779"/>
        </a:xfrm>
        <a:custGeom>
          <a:avLst/>
          <a:gdLst/>
          <a:ahLst/>
          <a:cxnLst/>
          <a:rect l="0" t="0" r="0" b="0"/>
          <a:pathLst>
            <a:path>
              <a:moveTo>
                <a:pt x="1981720" y="0"/>
              </a:moveTo>
              <a:lnTo>
                <a:pt x="1981720" y="160677"/>
              </a:lnTo>
              <a:lnTo>
                <a:pt x="0" y="160677"/>
              </a:lnTo>
              <a:lnTo>
                <a:pt x="0" y="23577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69A7E9-7890-F84F-874F-FB5109EE6ED3}">
      <dsp:nvSpPr>
        <dsp:cNvPr id="0" name=""/>
        <dsp:cNvSpPr/>
      </dsp:nvSpPr>
      <dsp:spPr>
        <a:xfrm>
          <a:off x="365659" y="6466992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BDBE8-1F3C-2648-B988-228B8E02D6C0}">
      <dsp:nvSpPr>
        <dsp:cNvPr id="0" name=""/>
        <dsp:cNvSpPr/>
      </dsp:nvSpPr>
      <dsp:spPr>
        <a:xfrm>
          <a:off x="365659" y="5716415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E035AA-6AE8-C548-9EAE-B830A2AA2CA5}">
      <dsp:nvSpPr>
        <dsp:cNvPr id="0" name=""/>
        <dsp:cNvSpPr/>
      </dsp:nvSpPr>
      <dsp:spPr>
        <a:xfrm>
          <a:off x="365659" y="496583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A65B4B-D16C-7B44-9F70-1A3E4DFD06B0}">
      <dsp:nvSpPr>
        <dsp:cNvPr id="0" name=""/>
        <dsp:cNvSpPr/>
      </dsp:nvSpPr>
      <dsp:spPr>
        <a:xfrm>
          <a:off x="365659" y="4215261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17DEA0-35FD-2C40-81C3-72C19B3A6A0D}">
      <dsp:nvSpPr>
        <dsp:cNvPr id="0" name=""/>
        <dsp:cNvSpPr/>
      </dsp:nvSpPr>
      <dsp:spPr>
        <a:xfrm>
          <a:off x="365659" y="3464684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FDB493-05F0-2346-ADF5-08617FF9DCDA}">
      <dsp:nvSpPr>
        <dsp:cNvPr id="0" name=""/>
        <dsp:cNvSpPr/>
      </dsp:nvSpPr>
      <dsp:spPr>
        <a:xfrm>
          <a:off x="365659" y="2714108"/>
          <a:ext cx="91440" cy="235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77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55FD19-5703-B74F-B28B-C643533E6B8C}">
      <dsp:nvSpPr>
        <dsp:cNvPr id="0" name=""/>
        <dsp:cNvSpPr/>
      </dsp:nvSpPr>
      <dsp:spPr>
        <a:xfrm>
          <a:off x="411379" y="1963531"/>
          <a:ext cx="2972581" cy="235779"/>
        </a:xfrm>
        <a:custGeom>
          <a:avLst/>
          <a:gdLst/>
          <a:ahLst/>
          <a:cxnLst/>
          <a:rect l="0" t="0" r="0" b="0"/>
          <a:pathLst>
            <a:path>
              <a:moveTo>
                <a:pt x="2972581" y="0"/>
              </a:moveTo>
              <a:lnTo>
                <a:pt x="2972581" y="160677"/>
              </a:lnTo>
              <a:lnTo>
                <a:pt x="0" y="160677"/>
              </a:lnTo>
              <a:lnTo>
                <a:pt x="0" y="23577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089603-B7BB-734E-9B62-4290FAB4D50A}">
      <dsp:nvSpPr>
        <dsp:cNvPr id="0" name=""/>
        <dsp:cNvSpPr/>
      </dsp:nvSpPr>
      <dsp:spPr>
        <a:xfrm>
          <a:off x="2978608" y="1448734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54CE81A-40BF-0E48-B56E-FA4E7D6235A6}">
      <dsp:nvSpPr>
        <dsp:cNvPr id="0" name=""/>
        <dsp:cNvSpPr/>
      </dsp:nvSpPr>
      <dsp:spPr>
        <a:xfrm>
          <a:off x="3068687" y="1534308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Non-Essential Functions</a:t>
          </a:r>
        </a:p>
      </dsp:txBody>
      <dsp:txXfrm>
        <a:off x="3083765" y="1549386"/>
        <a:ext cx="780548" cy="484641"/>
      </dsp:txXfrm>
    </dsp:sp>
    <dsp:sp modelId="{71609BCC-5679-4C4B-8014-385C27FFE180}">
      <dsp:nvSpPr>
        <dsp:cNvPr id="0" name=""/>
        <dsp:cNvSpPr/>
      </dsp:nvSpPr>
      <dsp:spPr>
        <a:xfrm>
          <a:off x="6027" y="219931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F295882-178B-9449-998B-2A17111D771C}">
      <dsp:nvSpPr>
        <dsp:cNvPr id="0" name=""/>
        <dsp:cNvSpPr/>
      </dsp:nvSpPr>
      <dsp:spPr>
        <a:xfrm>
          <a:off x="96105" y="228488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2.1. User Interaction</a:t>
          </a:r>
          <a:endParaRPr lang="en-US" sz="700" kern="1200" dirty="0"/>
        </a:p>
      </dsp:txBody>
      <dsp:txXfrm>
        <a:off x="111183" y="2299963"/>
        <a:ext cx="780548" cy="484641"/>
      </dsp:txXfrm>
    </dsp:sp>
    <dsp:sp modelId="{E4B73507-FF54-7942-A1DA-CC28FC8F6362}">
      <dsp:nvSpPr>
        <dsp:cNvPr id="0" name=""/>
        <dsp:cNvSpPr/>
      </dsp:nvSpPr>
      <dsp:spPr>
        <a:xfrm>
          <a:off x="6027" y="2949887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E9CB96B-528B-174C-A493-2F71160C3198}">
      <dsp:nvSpPr>
        <dsp:cNvPr id="0" name=""/>
        <dsp:cNvSpPr/>
      </dsp:nvSpPr>
      <dsp:spPr>
        <a:xfrm>
          <a:off x="96105" y="303546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2.1.1. Provide User Interface for Untrained Individuals</a:t>
          </a:r>
        </a:p>
      </dsp:txBody>
      <dsp:txXfrm>
        <a:off x="111183" y="3050540"/>
        <a:ext cx="780548" cy="484641"/>
      </dsp:txXfrm>
    </dsp:sp>
    <dsp:sp modelId="{12D568B4-03B9-1D4F-BAF5-82A927F38A6B}">
      <dsp:nvSpPr>
        <dsp:cNvPr id="0" name=""/>
        <dsp:cNvSpPr/>
      </dsp:nvSpPr>
      <dsp:spPr>
        <a:xfrm>
          <a:off x="6027" y="3700464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4B7C166-E612-C644-BA14-24123ECEB482}">
      <dsp:nvSpPr>
        <dsp:cNvPr id="0" name=""/>
        <dsp:cNvSpPr/>
      </dsp:nvSpPr>
      <dsp:spPr>
        <a:xfrm>
          <a:off x="96105" y="3786038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/>
            <a:t>Simple On/Off Lever</a:t>
          </a:r>
        </a:p>
      </dsp:txBody>
      <dsp:txXfrm>
        <a:off x="111183" y="3801116"/>
        <a:ext cx="780548" cy="484641"/>
      </dsp:txXfrm>
    </dsp:sp>
    <dsp:sp modelId="{E3694C59-D0E8-9649-A3E2-6C21AC226320}">
      <dsp:nvSpPr>
        <dsp:cNvPr id="0" name=""/>
        <dsp:cNvSpPr/>
      </dsp:nvSpPr>
      <dsp:spPr>
        <a:xfrm>
          <a:off x="6027" y="445104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E3A243A-43AF-2E43-9DE5-65856F7E34A6}">
      <dsp:nvSpPr>
        <dsp:cNvPr id="0" name=""/>
        <dsp:cNvSpPr/>
      </dsp:nvSpPr>
      <dsp:spPr>
        <a:xfrm>
          <a:off x="96105" y="453661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Touchscreen Control Panel</a:t>
          </a:r>
        </a:p>
      </dsp:txBody>
      <dsp:txXfrm>
        <a:off x="111183" y="4551693"/>
        <a:ext cx="780548" cy="484641"/>
      </dsp:txXfrm>
    </dsp:sp>
    <dsp:sp modelId="{9B5B0E50-FAD7-484C-97E4-A57D2A5B79B9}">
      <dsp:nvSpPr>
        <dsp:cNvPr id="0" name=""/>
        <dsp:cNvSpPr/>
      </dsp:nvSpPr>
      <dsp:spPr>
        <a:xfrm>
          <a:off x="6027" y="5201618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77CA9C2-5031-7E41-8264-9CE781A49062}">
      <dsp:nvSpPr>
        <dsp:cNvPr id="0" name=""/>
        <dsp:cNvSpPr/>
      </dsp:nvSpPr>
      <dsp:spPr>
        <a:xfrm>
          <a:off x="96105" y="528719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Push-Button Panels</a:t>
          </a:r>
        </a:p>
      </dsp:txBody>
      <dsp:txXfrm>
        <a:off x="111183" y="5302270"/>
        <a:ext cx="780548" cy="484641"/>
      </dsp:txXfrm>
    </dsp:sp>
    <dsp:sp modelId="{ED11E01D-9A7B-D24F-8B9A-D9C4FE078050}">
      <dsp:nvSpPr>
        <dsp:cNvPr id="0" name=""/>
        <dsp:cNvSpPr/>
      </dsp:nvSpPr>
      <dsp:spPr>
        <a:xfrm>
          <a:off x="6027" y="5952195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B42D304-3349-A140-BF25-5618DB3C3EB0}">
      <dsp:nvSpPr>
        <dsp:cNvPr id="0" name=""/>
        <dsp:cNvSpPr/>
      </dsp:nvSpPr>
      <dsp:spPr>
        <a:xfrm>
          <a:off x="96105" y="6037769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Visual Indicators and LEDs</a:t>
          </a:r>
        </a:p>
      </dsp:txBody>
      <dsp:txXfrm>
        <a:off x="111183" y="6052847"/>
        <a:ext cx="780548" cy="484641"/>
      </dsp:txXfrm>
    </dsp:sp>
    <dsp:sp modelId="{17E41289-AF48-F342-A9E0-3238A15EAB8D}">
      <dsp:nvSpPr>
        <dsp:cNvPr id="0" name=""/>
        <dsp:cNvSpPr/>
      </dsp:nvSpPr>
      <dsp:spPr>
        <a:xfrm>
          <a:off x="6027" y="670277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1718E5A-21FD-B842-843F-8652EE057EE5}">
      <dsp:nvSpPr>
        <dsp:cNvPr id="0" name=""/>
        <dsp:cNvSpPr/>
      </dsp:nvSpPr>
      <dsp:spPr>
        <a:xfrm>
          <a:off x="96105" y="6788346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Instructional Signage</a:t>
          </a:r>
        </a:p>
      </dsp:txBody>
      <dsp:txXfrm>
        <a:off x="111183" y="6803424"/>
        <a:ext cx="780548" cy="484641"/>
      </dsp:txXfrm>
    </dsp:sp>
    <dsp:sp modelId="{6EACBA8A-2A40-D448-93FF-8C108224C6A6}">
      <dsp:nvSpPr>
        <dsp:cNvPr id="0" name=""/>
        <dsp:cNvSpPr/>
      </dsp:nvSpPr>
      <dsp:spPr>
        <a:xfrm>
          <a:off x="996887" y="219931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25A9F63-B4C6-034D-AEE0-C7810CD0D700}">
      <dsp:nvSpPr>
        <dsp:cNvPr id="0" name=""/>
        <dsp:cNvSpPr/>
      </dsp:nvSpPr>
      <dsp:spPr>
        <a:xfrm>
          <a:off x="1086966" y="228488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2.2. Safety</a:t>
          </a:r>
        </a:p>
      </dsp:txBody>
      <dsp:txXfrm>
        <a:off x="1102044" y="2299963"/>
        <a:ext cx="780548" cy="484641"/>
      </dsp:txXfrm>
    </dsp:sp>
    <dsp:sp modelId="{03679F6E-3256-8048-905E-87334AA8C279}">
      <dsp:nvSpPr>
        <dsp:cNvPr id="0" name=""/>
        <dsp:cNvSpPr/>
      </dsp:nvSpPr>
      <dsp:spPr>
        <a:xfrm>
          <a:off x="996887" y="2949887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A5C4322-2E97-3B4B-8010-0C336BF5F62F}">
      <dsp:nvSpPr>
        <dsp:cNvPr id="0" name=""/>
        <dsp:cNvSpPr/>
      </dsp:nvSpPr>
      <dsp:spPr>
        <a:xfrm>
          <a:off x="1086966" y="303546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2.2.1. Ensure Compliance with Safety Standards</a:t>
          </a:r>
        </a:p>
      </dsp:txBody>
      <dsp:txXfrm>
        <a:off x="1102044" y="3050540"/>
        <a:ext cx="780548" cy="484641"/>
      </dsp:txXfrm>
    </dsp:sp>
    <dsp:sp modelId="{A7BA3E77-63B3-124A-BE07-B72716BE1611}">
      <dsp:nvSpPr>
        <dsp:cNvPr id="0" name=""/>
        <dsp:cNvSpPr/>
      </dsp:nvSpPr>
      <dsp:spPr>
        <a:xfrm>
          <a:off x="996887" y="3700464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9F854E6-40F7-304E-B463-D58EF5FFBBC2}">
      <dsp:nvSpPr>
        <dsp:cNvPr id="0" name=""/>
        <dsp:cNvSpPr/>
      </dsp:nvSpPr>
      <dsp:spPr>
        <a:xfrm>
          <a:off x="1086966" y="3786038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Pressure Relief Valves</a:t>
          </a:r>
        </a:p>
      </dsp:txBody>
      <dsp:txXfrm>
        <a:off x="1102044" y="3801116"/>
        <a:ext cx="780548" cy="484641"/>
      </dsp:txXfrm>
    </dsp:sp>
    <dsp:sp modelId="{3D525F5D-D873-C94F-899C-5F48CE63A44C}">
      <dsp:nvSpPr>
        <dsp:cNvPr id="0" name=""/>
        <dsp:cNvSpPr/>
      </dsp:nvSpPr>
      <dsp:spPr>
        <a:xfrm>
          <a:off x="996887" y="445104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6915C1C-6428-AF48-A02B-2813F69FD352}">
      <dsp:nvSpPr>
        <dsp:cNvPr id="0" name=""/>
        <dsp:cNvSpPr/>
      </dsp:nvSpPr>
      <dsp:spPr>
        <a:xfrm>
          <a:off x="1086966" y="453661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Automatic Shut-off Systems</a:t>
          </a:r>
        </a:p>
      </dsp:txBody>
      <dsp:txXfrm>
        <a:off x="1102044" y="4551693"/>
        <a:ext cx="780548" cy="484641"/>
      </dsp:txXfrm>
    </dsp:sp>
    <dsp:sp modelId="{6A7BF21E-DA48-634C-9834-AF416AADE2AE}">
      <dsp:nvSpPr>
        <dsp:cNvPr id="0" name=""/>
        <dsp:cNvSpPr/>
      </dsp:nvSpPr>
      <dsp:spPr>
        <a:xfrm>
          <a:off x="996887" y="5201618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9DB6C5B-06B1-C142-BF34-53467A3112BF}">
      <dsp:nvSpPr>
        <dsp:cNvPr id="0" name=""/>
        <dsp:cNvSpPr/>
      </dsp:nvSpPr>
      <dsp:spPr>
        <a:xfrm>
          <a:off x="1086966" y="528719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Warning Indicators</a:t>
          </a:r>
        </a:p>
      </dsp:txBody>
      <dsp:txXfrm>
        <a:off x="1102044" y="5302270"/>
        <a:ext cx="780548" cy="484641"/>
      </dsp:txXfrm>
    </dsp:sp>
    <dsp:sp modelId="{271A9D13-5554-984A-A193-13573A7611B0}">
      <dsp:nvSpPr>
        <dsp:cNvPr id="0" name=""/>
        <dsp:cNvSpPr/>
      </dsp:nvSpPr>
      <dsp:spPr>
        <a:xfrm>
          <a:off x="996887" y="5952195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54E8219-F5EB-5C4B-A41A-A45473E32550}">
      <dsp:nvSpPr>
        <dsp:cNvPr id="0" name=""/>
        <dsp:cNvSpPr/>
      </dsp:nvSpPr>
      <dsp:spPr>
        <a:xfrm>
          <a:off x="1086966" y="6037769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Ground Fault Circuit Interrupters (GFCIs)</a:t>
          </a:r>
        </a:p>
      </dsp:txBody>
      <dsp:txXfrm>
        <a:off x="1102044" y="6052847"/>
        <a:ext cx="780548" cy="484641"/>
      </dsp:txXfrm>
    </dsp:sp>
    <dsp:sp modelId="{BB0B7E7E-2252-B24E-AA17-83C65748B161}">
      <dsp:nvSpPr>
        <dsp:cNvPr id="0" name=""/>
        <dsp:cNvSpPr/>
      </dsp:nvSpPr>
      <dsp:spPr>
        <a:xfrm>
          <a:off x="996887" y="670277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C7163D9-EFB8-914F-B356-9FE7CB41D522}">
      <dsp:nvSpPr>
        <dsp:cNvPr id="0" name=""/>
        <dsp:cNvSpPr/>
      </dsp:nvSpPr>
      <dsp:spPr>
        <a:xfrm>
          <a:off x="1086966" y="6788346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Backflow Preventers</a:t>
          </a:r>
        </a:p>
      </dsp:txBody>
      <dsp:txXfrm>
        <a:off x="1102044" y="6803424"/>
        <a:ext cx="780548" cy="484641"/>
      </dsp:txXfrm>
    </dsp:sp>
    <dsp:sp modelId="{271E5223-AB12-1B4C-A14B-2651E106E72D}">
      <dsp:nvSpPr>
        <dsp:cNvPr id="0" name=""/>
        <dsp:cNvSpPr/>
      </dsp:nvSpPr>
      <dsp:spPr>
        <a:xfrm>
          <a:off x="996887" y="7453348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6A29230-8492-F74F-98A8-E46503B59050}">
      <dsp:nvSpPr>
        <dsp:cNvPr id="0" name=""/>
        <dsp:cNvSpPr/>
      </dsp:nvSpPr>
      <dsp:spPr>
        <a:xfrm>
          <a:off x="1086966" y="753892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Regular Safety Inspections</a:t>
          </a:r>
        </a:p>
      </dsp:txBody>
      <dsp:txXfrm>
        <a:off x="1102044" y="7554000"/>
        <a:ext cx="780548" cy="484641"/>
      </dsp:txXfrm>
    </dsp:sp>
    <dsp:sp modelId="{3659FC3D-0A34-5045-AF75-B28791AF30FC}">
      <dsp:nvSpPr>
        <dsp:cNvPr id="0" name=""/>
        <dsp:cNvSpPr/>
      </dsp:nvSpPr>
      <dsp:spPr>
        <a:xfrm>
          <a:off x="996887" y="8203925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5080583-99E8-6547-9E6D-34742D2C58A5}">
      <dsp:nvSpPr>
        <dsp:cNvPr id="0" name=""/>
        <dsp:cNvSpPr/>
      </dsp:nvSpPr>
      <dsp:spPr>
        <a:xfrm>
          <a:off x="1086966" y="8289499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Safety Training for Users</a:t>
          </a:r>
        </a:p>
      </dsp:txBody>
      <dsp:txXfrm>
        <a:off x="1102044" y="8304577"/>
        <a:ext cx="780548" cy="484641"/>
      </dsp:txXfrm>
    </dsp:sp>
    <dsp:sp modelId="{ED8980AD-7D3A-3D48-B8C5-48A08974E23A}">
      <dsp:nvSpPr>
        <dsp:cNvPr id="0" name=""/>
        <dsp:cNvSpPr/>
      </dsp:nvSpPr>
      <dsp:spPr>
        <a:xfrm>
          <a:off x="1987748" y="219931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D5C3511-6B99-6442-8094-27E2AE4FBC3F}">
      <dsp:nvSpPr>
        <dsp:cNvPr id="0" name=""/>
        <dsp:cNvSpPr/>
      </dsp:nvSpPr>
      <dsp:spPr>
        <a:xfrm>
          <a:off x="2077826" y="228488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2.3. Maintenance</a:t>
          </a:r>
        </a:p>
      </dsp:txBody>
      <dsp:txXfrm>
        <a:off x="2092904" y="2299963"/>
        <a:ext cx="780548" cy="484641"/>
      </dsp:txXfrm>
    </dsp:sp>
    <dsp:sp modelId="{9951ACD9-8C90-E14E-8776-D590AF9D1A94}">
      <dsp:nvSpPr>
        <dsp:cNvPr id="0" name=""/>
        <dsp:cNvSpPr/>
      </dsp:nvSpPr>
      <dsp:spPr>
        <a:xfrm>
          <a:off x="1987748" y="2949887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3045D26-ACC7-664C-948A-59C20FC5103F}">
      <dsp:nvSpPr>
        <dsp:cNvPr id="0" name=""/>
        <dsp:cNvSpPr/>
      </dsp:nvSpPr>
      <dsp:spPr>
        <a:xfrm>
          <a:off x="2077826" y="303546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2.3.1. Allow for Maintenance Access</a:t>
          </a:r>
        </a:p>
      </dsp:txBody>
      <dsp:txXfrm>
        <a:off x="2092904" y="3050540"/>
        <a:ext cx="780548" cy="484641"/>
      </dsp:txXfrm>
    </dsp:sp>
    <dsp:sp modelId="{0161EFCE-147E-5E4D-AC7A-B4DE1D17FF7D}">
      <dsp:nvSpPr>
        <dsp:cNvPr id="0" name=""/>
        <dsp:cNvSpPr/>
      </dsp:nvSpPr>
      <dsp:spPr>
        <a:xfrm>
          <a:off x="1987748" y="3700464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957C0AE-CAB0-F049-90A7-D7120B101A55}">
      <dsp:nvSpPr>
        <dsp:cNvPr id="0" name=""/>
        <dsp:cNvSpPr/>
      </dsp:nvSpPr>
      <dsp:spPr>
        <a:xfrm>
          <a:off x="2077826" y="3786038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Removable Filter Housing</a:t>
          </a:r>
        </a:p>
      </dsp:txBody>
      <dsp:txXfrm>
        <a:off x="2092904" y="3801116"/>
        <a:ext cx="780548" cy="484641"/>
      </dsp:txXfrm>
    </dsp:sp>
    <dsp:sp modelId="{ACB3B3D7-DAEE-BF4B-B7A2-407D85333A89}">
      <dsp:nvSpPr>
        <dsp:cNvPr id="0" name=""/>
        <dsp:cNvSpPr/>
      </dsp:nvSpPr>
      <dsp:spPr>
        <a:xfrm>
          <a:off x="1987748" y="445104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36DD7F5-ECE7-384F-9F42-063B329970F8}">
      <dsp:nvSpPr>
        <dsp:cNvPr id="0" name=""/>
        <dsp:cNvSpPr/>
      </dsp:nvSpPr>
      <dsp:spPr>
        <a:xfrm>
          <a:off x="2077826" y="453661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Hinged Access Panels</a:t>
          </a:r>
        </a:p>
      </dsp:txBody>
      <dsp:txXfrm>
        <a:off x="2092904" y="4551693"/>
        <a:ext cx="780548" cy="484641"/>
      </dsp:txXfrm>
    </dsp:sp>
    <dsp:sp modelId="{762B9EE6-18BA-8941-A47B-9FF2BC2E8766}">
      <dsp:nvSpPr>
        <dsp:cNvPr id="0" name=""/>
        <dsp:cNvSpPr/>
      </dsp:nvSpPr>
      <dsp:spPr>
        <a:xfrm>
          <a:off x="1987748" y="5201618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BE01791-D150-C84B-9F09-6EC847280CA4}">
      <dsp:nvSpPr>
        <dsp:cNvPr id="0" name=""/>
        <dsp:cNvSpPr/>
      </dsp:nvSpPr>
      <dsp:spPr>
        <a:xfrm>
          <a:off x="2077826" y="528719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Quick-Disconnect Fittings</a:t>
          </a:r>
        </a:p>
      </dsp:txBody>
      <dsp:txXfrm>
        <a:off x="2092904" y="5302270"/>
        <a:ext cx="780548" cy="484641"/>
      </dsp:txXfrm>
    </dsp:sp>
    <dsp:sp modelId="{098C12EB-422C-0646-AE06-C5AA2EFDDEBA}">
      <dsp:nvSpPr>
        <dsp:cNvPr id="0" name=""/>
        <dsp:cNvSpPr/>
      </dsp:nvSpPr>
      <dsp:spPr>
        <a:xfrm>
          <a:off x="1987748" y="5952195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C5553E5-CF03-E04C-A3EF-B7BB21F66EF8}">
      <dsp:nvSpPr>
        <dsp:cNvPr id="0" name=""/>
        <dsp:cNvSpPr/>
      </dsp:nvSpPr>
      <dsp:spPr>
        <a:xfrm>
          <a:off x="2077826" y="6037769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Diagnostic Tools Integration</a:t>
          </a:r>
        </a:p>
      </dsp:txBody>
      <dsp:txXfrm>
        <a:off x="2092904" y="6052847"/>
        <a:ext cx="780548" cy="484641"/>
      </dsp:txXfrm>
    </dsp:sp>
    <dsp:sp modelId="{FB99A7A0-8C57-CA46-9745-01C8413CBF89}">
      <dsp:nvSpPr>
        <dsp:cNvPr id="0" name=""/>
        <dsp:cNvSpPr/>
      </dsp:nvSpPr>
      <dsp:spPr>
        <a:xfrm>
          <a:off x="1987748" y="670277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0E5F2CB-93B2-4345-95E2-8E37741E8F3E}">
      <dsp:nvSpPr>
        <dsp:cNvPr id="0" name=""/>
        <dsp:cNvSpPr/>
      </dsp:nvSpPr>
      <dsp:spPr>
        <a:xfrm>
          <a:off x="2077826" y="6788346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Spare Parts Storage</a:t>
          </a:r>
        </a:p>
      </dsp:txBody>
      <dsp:txXfrm>
        <a:off x="2092904" y="6803424"/>
        <a:ext cx="780548" cy="484641"/>
      </dsp:txXfrm>
    </dsp:sp>
    <dsp:sp modelId="{393CFEF9-CEFE-F145-B245-7B33755F7BE7}">
      <dsp:nvSpPr>
        <dsp:cNvPr id="0" name=""/>
        <dsp:cNvSpPr/>
      </dsp:nvSpPr>
      <dsp:spPr>
        <a:xfrm>
          <a:off x="2978608" y="219931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5C49392-95CE-754B-A453-56B8F4ED2F3F}">
      <dsp:nvSpPr>
        <dsp:cNvPr id="0" name=""/>
        <dsp:cNvSpPr/>
      </dsp:nvSpPr>
      <dsp:spPr>
        <a:xfrm>
          <a:off x="3068687" y="228488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2.4. Noise Control</a:t>
          </a:r>
        </a:p>
      </dsp:txBody>
      <dsp:txXfrm>
        <a:off x="3083765" y="2299963"/>
        <a:ext cx="780548" cy="484641"/>
      </dsp:txXfrm>
    </dsp:sp>
    <dsp:sp modelId="{B6DD22EB-F6CB-4744-B3CF-744736774223}">
      <dsp:nvSpPr>
        <dsp:cNvPr id="0" name=""/>
        <dsp:cNvSpPr/>
      </dsp:nvSpPr>
      <dsp:spPr>
        <a:xfrm>
          <a:off x="2978608" y="2949887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B9731A1-DC29-DF41-B179-D13626A8C6C9}">
      <dsp:nvSpPr>
        <dsp:cNvPr id="0" name=""/>
        <dsp:cNvSpPr/>
      </dsp:nvSpPr>
      <dsp:spPr>
        <a:xfrm>
          <a:off x="3068687" y="303546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2.4.1. Operate Within Acceptable Noise Levels</a:t>
          </a:r>
        </a:p>
      </dsp:txBody>
      <dsp:txXfrm>
        <a:off x="3083765" y="3050540"/>
        <a:ext cx="780548" cy="484641"/>
      </dsp:txXfrm>
    </dsp:sp>
    <dsp:sp modelId="{0FDAB9E5-3ECA-2F46-88B8-025CE911AD05}">
      <dsp:nvSpPr>
        <dsp:cNvPr id="0" name=""/>
        <dsp:cNvSpPr/>
      </dsp:nvSpPr>
      <dsp:spPr>
        <a:xfrm>
          <a:off x="2978608" y="3700464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458862F-35DB-A449-8BBA-E8514413A9D2}">
      <dsp:nvSpPr>
        <dsp:cNvPr id="0" name=""/>
        <dsp:cNvSpPr/>
      </dsp:nvSpPr>
      <dsp:spPr>
        <a:xfrm>
          <a:off x="3068687" y="3786038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Install Noise Dampeners</a:t>
          </a:r>
        </a:p>
      </dsp:txBody>
      <dsp:txXfrm>
        <a:off x="3083765" y="3801116"/>
        <a:ext cx="780548" cy="484641"/>
      </dsp:txXfrm>
    </dsp:sp>
    <dsp:sp modelId="{28C08DDE-62C1-BC4F-9AAA-266393BB558D}">
      <dsp:nvSpPr>
        <dsp:cNvPr id="0" name=""/>
        <dsp:cNvSpPr/>
      </dsp:nvSpPr>
      <dsp:spPr>
        <a:xfrm>
          <a:off x="2978608" y="445104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7F6DF39-E669-A242-9D48-1C789B4F9E72}">
      <dsp:nvSpPr>
        <dsp:cNvPr id="0" name=""/>
        <dsp:cNvSpPr/>
      </dsp:nvSpPr>
      <dsp:spPr>
        <a:xfrm>
          <a:off x="3068687" y="453661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Use Submersible Pumps</a:t>
          </a:r>
        </a:p>
      </dsp:txBody>
      <dsp:txXfrm>
        <a:off x="3083765" y="4551693"/>
        <a:ext cx="780548" cy="484641"/>
      </dsp:txXfrm>
    </dsp:sp>
    <dsp:sp modelId="{841B219F-2EB1-4541-8644-CCE4847DF61C}">
      <dsp:nvSpPr>
        <dsp:cNvPr id="0" name=""/>
        <dsp:cNvSpPr/>
      </dsp:nvSpPr>
      <dsp:spPr>
        <a:xfrm>
          <a:off x="2978608" y="5201618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694E37D-12AE-804D-9C3E-DA7F4FFFF4FA}">
      <dsp:nvSpPr>
        <dsp:cNvPr id="0" name=""/>
        <dsp:cNvSpPr/>
      </dsp:nvSpPr>
      <dsp:spPr>
        <a:xfrm>
          <a:off x="3068687" y="528719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Acoustic Enclosures</a:t>
          </a:r>
        </a:p>
      </dsp:txBody>
      <dsp:txXfrm>
        <a:off x="3083765" y="5302270"/>
        <a:ext cx="780548" cy="484641"/>
      </dsp:txXfrm>
    </dsp:sp>
    <dsp:sp modelId="{6E47DB7F-1500-D34B-A181-4773592F37A9}">
      <dsp:nvSpPr>
        <dsp:cNvPr id="0" name=""/>
        <dsp:cNvSpPr/>
      </dsp:nvSpPr>
      <dsp:spPr>
        <a:xfrm>
          <a:off x="2978608" y="5952195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8925B57-BEA9-A14B-95C5-5641AE370AE5}">
      <dsp:nvSpPr>
        <dsp:cNvPr id="0" name=""/>
        <dsp:cNvSpPr/>
      </dsp:nvSpPr>
      <dsp:spPr>
        <a:xfrm>
          <a:off x="3068687" y="6037769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Variable Speed Pumps</a:t>
          </a:r>
        </a:p>
      </dsp:txBody>
      <dsp:txXfrm>
        <a:off x="3083765" y="6052847"/>
        <a:ext cx="780548" cy="484641"/>
      </dsp:txXfrm>
    </dsp:sp>
    <dsp:sp modelId="{82225A2B-ABAD-4B47-A4A8-588D00BF8A2A}">
      <dsp:nvSpPr>
        <dsp:cNvPr id="0" name=""/>
        <dsp:cNvSpPr/>
      </dsp:nvSpPr>
      <dsp:spPr>
        <a:xfrm>
          <a:off x="2978608" y="670277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799FC78-CB28-9E4A-B6EC-748E7B8445C9}">
      <dsp:nvSpPr>
        <dsp:cNvPr id="0" name=""/>
        <dsp:cNvSpPr/>
      </dsp:nvSpPr>
      <dsp:spPr>
        <a:xfrm>
          <a:off x="3068687" y="6788346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Vibration Isolation Mounts</a:t>
          </a:r>
        </a:p>
      </dsp:txBody>
      <dsp:txXfrm>
        <a:off x="3083765" y="6803424"/>
        <a:ext cx="780548" cy="484641"/>
      </dsp:txXfrm>
    </dsp:sp>
    <dsp:sp modelId="{7631241B-39F3-6B43-9458-FCC7EB9700A9}">
      <dsp:nvSpPr>
        <dsp:cNvPr id="0" name=""/>
        <dsp:cNvSpPr/>
      </dsp:nvSpPr>
      <dsp:spPr>
        <a:xfrm>
          <a:off x="3969469" y="219931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232BADD-8274-4246-BAED-3695444F0FC3}">
      <dsp:nvSpPr>
        <dsp:cNvPr id="0" name=""/>
        <dsp:cNvSpPr/>
      </dsp:nvSpPr>
      <dsp:spPr>
        <a:xfrm>
          <a:off x="4059547" y="228488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2.5. Budget</a:t>
          </a:r>
        </a:p>
      </dsp:txBody>
      <dsp:txXfrm>
        <a:off x="4074625" y="2299963"/>
        <a:ext cx="780548" cy="484641"/>
      </dsp:txXfrm>
    </dsp:sp>
    <dsp:sp modelId="{D04A270E-2DED-C643-BA03-DEEABF204EAC}">
      <dsp:nvSpPr>
        <dsp:cNvPr id="0" name=""/>
        <dsp:cNvSpPr/>
      </dsp:nvSpPr>
      <dsp:spPr>
        <a:xfrm>
          <a:off x="3969469" y="2949887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838DA94-38C8-9144-AEB2-EFA4FEA5ED7E}">
      <dsp:nvSpPr>
        <dsp:cNvPr id="0" name=""/>
        <dsp:cNvSpPr/>
      </dsp:nvSpPr>
      <dsp:spPr>
        <a:xfrm>
          <a:off x="4059547" y="303546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2.5.1. Fit Within Budget Constraints</a:t>
          </a:r>
        </a:p>
      </dsp:txBody>
      <dsp:txXfrm>
        <a:off x="4074625" y="3050540"/>
        <a:ext cx="780548" cy="484641"/>
      </dsp:txXfrm>
    </dsp:sp>
    <dsp:sp modelId="{E7111C6C-1082-9B44-96AC-7DD911063CE6}">
      <dsp:nvSpPr>
        <dsp:cNvPr id="0" name=""/>
        <dsp:cNvSpPr/>
      </dsp:nvSpPr>
      <dsp:spPr>
        <a:xfrm>
          <a:off x="3969469" y="3700464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80D516F-DF09-204D-9A4F-B81CD27EC6DB}">
      <dsp:nvSpPr>
        <dsp:cNvPr id="0" name=""/>
        <dsp:cNvSpPr/>
      </dsp:nvSpPr>
      <dsp:spPr>
        <a:xfrm>
          <a:off x="4059547" y="3786038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Utilize Recycled Materials</a:t>
          </a:r>
        </a:p>
      </dsp:txBody>
      <dsp:txXfrm>
        <a:off x="4074625" y="3801116"/>
        <a:ext cx="780548" cy="484641"/>
      </dsp:txXfrm>
    </dsp:sp>
    <dsp:sp modelId="{A046B692-32DC-EE4B-8910-A94310E62901}">
      <dsp:nvSpPr>
        <dsp:cNvPr id="0" name=""/>
        <dsp:cNvSpPr/>
      </dsp:nvSpPr>
      <dsp:spPr>
        <a:xfrm>
          <a:off x="3969469" y="445104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4D642BD-C4F2-F548-8E45-D92C8FCCBAD5}">
      <dsp:nvSpPr>
        <dsp:cNvPr id="0" name=""/>
        <dsp:cNvSpPr/>
      </dsp:nvSpPr>
      <dsp:spPr>
        <a:xfrm>
          <a:off x="4059547" y="453661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Modular System Design</a:t>
          </a:r>
        </a:p>
      </dsp:txBody>
      <dsp:txXfrm>
        <a:off x="4074625" y="4551693"/>
        <a:ext cx="780548" cy="484641"/>
      </dsp:txXfrm>
    </dsp:sp>
    <dsp:sp modelId="{E247D4BE-BA3B-7149-B5EF-7F8D463D3438}">
      <dsp:nvSpPr>
        <dsp:cNvPr id="0" name=""/>
        <dsp:cNvSpPr/>
      </dsp:nvSpPr>
      <dsp:spPr>
        <a:xfrm>
          <a:off x="3969469" y="5201618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F661340-D7E6-764E-B726-ED9B28203CB0}">
      <dsp:nvSpPr>
        <dsp:cNvPr id="0" name=""/>
        <dsp:cNvSpPr/>
      </dsp:nvSpPr>
      <dsp:spPr>
        <a:xfrm>
          <a:off x="4059547" y="528719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DIY Installation</a:t>
          </a:r>
        </a:p>
      </dsp:txBody>
      <dsp:txXfrm>
        <a:off x="4074625" y="5302270"/>
        <a:ext cx="780548" cy="484641"/>
      </dsp:txXfrm>
    </dsp:sp>
    <dsp:sp modelId="{21C3221B-4B11-E34E-90A0-FA1C2BA1639A}">
      <dsp:nvSpPr>
        <dsp:cNvPr id="0" name=""/>
        <dsp:cNvSpPr/>
      </dsp:nvSpPr>
      <dsp:spPr>
        <a:xfrm>
          <a:off x="4960329" y="219931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5713588-D6A6-F242-81DD-322CFB66183B}">
      <dsp:nvSpPr>
        <dsp:cNvPr id="0" name=""/>
        <dsp:cNvSpPr/>
      </dsp:nvSpPr>
      <dsp:spPr>
        <a:xfrm>
          <a:off x="5050408" y="228488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2.6. Usability</a:t>
          </a:r>
        </a:p>
      </dsp:txBody>
      <dsp:txXfrm>
        <a:off x="5065486" y="2299963"/>
        <a:ext cx="780548" cy="484641"/>
      </dsp:txXfrm>
    </dsp:sp>
    <dsp:sp modelId="{5BFAA1D8-E17F-9A4D-A8E5-249EC6AD0AD2}">
      <dsp:nvSpPr>
        <dsp:cNvPr id="0" name=""/>
        <dsp:cNvSpPr/>
      </dsp:nvSpPr>
      <dsp:spPr>
        <a:xfrm>
          <a:off x="4960329" y="2949887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33DE543-E6C7-634C-8119-6C2C96437C04}">
      <dsp:nvSpPr>
        <dsp:cNvPr id="0" name=""/>
        <dsp:cNvSpPr/>
      </dsp:nvSpPr>
      <dsp:spPr>
        <a:xfrm>
          <a:off x="5050408" y="303546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2.6.1. Be Simple and Easy to Use</a:t>
          </a:r>
        </a:p>
      </dsp:txBody>
      <dsp:txXfrm>
        <a:off x="5065486" y="3050540"/>
        <a:ext cx="780548" cy="484641"/>
      </dsp:txXfrm>
    </dsp:sp>
    <dsp:sp modelId="{6549BE55-151E-CD4C-8DAF-59D26F13AC1E}">
      <dsp:nvSpPr>
        <dsp:cNvPr id="0" name=""/>
        <dsp:cNvSpPr/>
      </dsp:nvSpPr>
      <dsp:spPr>
        <a:xfrm>
          <a:off x="4960329" y="3700464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DFF9451-A090-6E41-83F0-6B045351750F}">
      <dsp:nvSpPr>
        <dsp:cNvPr id="0" name=""/>
        <dsp:cNvSpPr/>
      </dsp:nvSpPr>
      <dsp:spPr>
        <a:xfrm>
          <a:off x="5050408" y="3786038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Minimal Moving Parts</a:t>
          </a:r>
        </a:p>
      </dsp:txBody>
      <dsp:txXfrm>
        <a:off x="5065486" y="3801116"/>
        <a:ext cx="780548" cy="484641"/>
      </dsp:txXfrm>
    </dsp:sp>
    <dsp:sp modelId="{CBDDEB99-5DC2-284C-8076-E13125715CA6}">
      <dsp:nvSpPr>
        <dsp:cNvPr id="0" name=""/>
        <dsp:cNvSpPr/>
      </dsp:nvSpPr>
      <dsp:spPr>
        <a:xfrm>
          <a:off x="4960329" y="445104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7026838-5B89-F04C-A105-AB60D1AAE372}">
      <dsp:nvSpPr>
        <dsp:cNvPr id="0" name=""/>
        <dsp:cNvSpPr/>
      </dsp:nvSpPr>
      <dsp:spPr>
        <a:xfrm>
          <a:off x="5050408" y="453661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Clear Labeling</a:t>
          </a:r>
        </a:p>
      </dsp:txBody>
      <dsp:txXfrm>
        <a:off x="5065486" y="4551693"/>
        <a:ext cx="780548" cy="484641"/>
      </dsp:txXfrm>
    </dsp:sp>
    <dsp:sp modelId="{154FC934-0826-AA49-ACE6-2A8FF572A323}">
      <dsp:nvSpPr>
        <dsp:cNvPr id="0" name=""/>
        <dsp:cNvSpPr/>
      </dsp:nvSpPr>
      <dsp:spPr>
        <a:xfrm>
          <a:off x="4960329" y="5201618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5D63E3-0677-2E41-A9A5-23118DD69650}">
      <dsp:nvSpPr>
        <dsp:cNvPr id="0" name=""/>
        <dsp:cNvSpPr/>
      </dsp:nvSpPr>
      <dsp:spPr>
        <a:xfrm>
          <a:off x="5050408" y="528719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Step-by-Step Operation Guides</a:t>
          </a:r>
        </a:p>
      </dsp:txBody>
      <dsp:txXfrm>
        <a:off x="5065486" y="5302270"/>
        <a:ext cx="780548" cy="484641"/>
      </dsp:txXfrm>
    </dsp:sp>
    <dsp:sp modelId="{8DB39D56-667B-9B4B-B24A-3127BD632B11}">
      <dsp:nvSpPr>
        <dsp:cNvPr id="0" name=""/>
        <dsp:cNvSpPr/>
      </dsp:nvSpPr>
      <dsp:spPr>
        <a:xfrm>
          <a:off x="4960329" y="5952195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9F2F986-DE87-DD49-8AD0-9A87C029E653}">
      <dsp:nvSpPr>
        <dsp:cNvPr id="0" name=""/>
        <dsp:cNvSpPr/>
      </dsp:nvSpPr>
      <dsp:spPr>
        <a:xfrm>
          <a:off x="5050408" y="6037769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Minimal Setup Requirements</a:t>
          </a:r>
        </a:p>
      </dsp:txBody>
      <dsp:txXfrm>
        <a:off x="5065486" y="6052847"/>
        <a:ext cx="780548" cy="484641"/>
      </dsp:txXfrm>
    </dsp:sp>
    <dsp:sp modelId="{49C6A6AC-081F-DD4C-81BE-A55B35EA7306}">
      <dsp:nvSpPr>
        <dsp:cNvPr id="0" name=""/>
        <dsp:cNvSpPr/>
      </dsp:nvSpPr>
      <dsp:spPr>
        <a:xfrm>
          <a:off x="5951190" y="219931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F13CEE1-CAD4-A246-9B3F-6F161BE436CA}">
      <dsp:nvSpPr>
        <dsp:cNvPr id="0" name=""/>
        <dsp:cNvSpPr/>
      </dsp:nvSpPr>
      <dsp:spPr>
        <a:xfrm>
          <a:off x="6041268" y="228488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2.7. Durability</a:t>
          </a:r>
        </a:p>
      </dsp:txBody>
      <dsp:txXfrm>
        <a:off x="6056346" y="2299963"/>
        <a:ext cx="780548" cy="484641"/>
      </dsp:txXfrm>
    </dsp:sp>
    <dsp:sp modelId="{AF277444-2FD9-6449-9092-652E8DCD3A90}">
      <dsp:nvSpPr>
        <dsp:cNvPr id="0" name=""/>
        <dsp:cNvSpPr/>
      </dsp:nvSpPr>
      <dsp:spPr>
        <a:xfrm>
          <a:off x="5951190" y="2949887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58259D4-2439-C445-BE00-7CA146560E06}">
      <dsp:nvSpPr>
        <dsp:cNvPr id="0" name=""/>
        <dsp:cNvSpPr/>
      </dsp:nvSpPr>
      <dsp:spPr>
        <a:xfrm>
          <a:off x="6041268" y="303546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2.7.1. Be Durable for Long-Term Use</a:t>
          </a:r>
        </a:p>
      </dsp:txBody>
      <dsp:txXfrm>
        <a:off x="6056346" y="3050540"/>
        <a:ext cx="780548" cy="484641"/>
      </dsp:txXfrm>
    </dsp:sp>
    <dsp:sp modelId="{316CD691-355F-A742-9252-88538E5E9A78}">
      <dsp:nvSpPr>
        <dsp:cNvPr id="0" name=""/>
        <dsp:cNvSpPr/>
      </dsp:nvSpPr>
      <dsp:spPr>
        <a:xfrm>
          <a:off x="5951190" y="3700464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AE276CF-0859-9A4E-9602-CB05769ED12C}">
      <dsp:nvSpPr>
        <dsp:cNvPr id="0" name=""/>
        <dsp:cNvSpPr/>
      </dsp:nvSpPr>
      <dsp:spPr>
        <a:xfrm>
          <a:off x="6041268" y="3786038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Weatherproof Components</a:t>
          </a:r>
        </a:p>
      </dsp:txBody>
      <dsp:txXfrm>
        <a:off x="6056346" y="3801116"/>
        <a:ext cx="780548" cy="484641"/>
      </dsp:txXfrm>
    </dsp:sp>
    <dsp:sp modelId="{A91BBC72-4B5A-9E4B-8130-D4E05EC42486}">
      <dsp:nvSpPr>
        <dsp:cNvPr id="0" name=""/>
        <dsp:cNvSpPr/>
      </dsp:nvSpPr>
      <dsp:spPr>
        <a:xfrm>
          <a:off x="5951190" y="445104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25EAFDC-FC16-E840-B69F-F659EB06999B}">
      <dsp:nvSpPr>
        <dsp:cNvPr id="0" name=""/>
        <dsp:cNvSpPr/>
      </dsp:nvSpPr>
      <dsp:spPr>
        <a:xfrm>
          <a:off x="6041268" y="4536615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UV-Resistant Materials</a:t>
          </a:r>
        </a:p>
      </dsp:txBody>
      <dsp:txXfrm>
        <a:off x="6056346" y="4551693"/>
        <a:ext cx="780548" cy="484641"/>
      </dsp:txXfrm>
    </dsp:sp>
    <dsp:sp modelId="{D03F6A04-C523-6A4C-9B26-39C5555FFA1E}">
      <dsp:nvSpPr>
        <dsp:cNvPr id="0" name=""/>
        <dsp:cNvSpPr/>
      </dsp:nvSpPr>
      <dsp:spPr>
        <a:xfrm>
          <a:off x="5951190" y="5201618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907E771-6AA6-F44C-ACDE-4533CDA809CC}">
      <dsp:nvSpPr>
        <dsp:cNvPr id="0" name=""/>
        <dsp:cNvSpPr/>
      </dsp:nvSpPr>
      <dsp:spPr>
        <a:xfrm>
          <a:off x="6041268" y="5287192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Heavy-Duty Piping</a:t>
          </a:r>
        </a:p>
      </dsp:txBody>
      <dsp:txXfrm>
        <a:off x="6056346" y="5302270"/>
        <a:ext cx="780548" cy="484641"/>
      </dsp:txXfrm>
    </dsp:sp>
    <dsp:sp modelId="{445E6A0B-AB16-CD4E-B9A7-6CD71D24015B}">
      <dsp:nvSpPr>
        <dsp:cNvPr id="0" name=""/>
        <dsp:cNvSpPr/>
      </dsp:nvSpPr>
      <dsp:spPr>
        <a:xfrm>
          <a:off x="5951190" y="5952195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40860A7-7931-AA44-AD65-15CE7D91A57A}">
      <dsp:nvSpPr>
        <dsp:cNvPr id="0" name=""/>
        <dsp:cNvSpPr/>
      </dsp:nvSpPr>
      <dsp:spPr>
        <a:xfrm>
          <a:off x="6041268" y="6037769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Impact-Resistant Fixtures</a:t>
          </a:r>
        </a:p>
      </dsp:txBody>
      <dsp:txXfrm>
        <a:off x="6056346" y="6052847"/>
        <a:ext cx="780548" cy="484641"/>
      </dsp:txXfrm>
    </dsp:sp>
    <dsp:sp modelId="{616FC712-CC7A-F447-B1CD-E376FF980A1C}">
      <dsp:nvSpPr>
        <dsp:cNvPr id="0" name=""/>
        <dsp:cNvSpPr/>
      </dsp:nvSpPr>
      <dsp:spPr>
        <a:xfrm>
          <a:off x="5951190" y="6702771"/>
          <a:ext cx="810704" cy="5147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FC5A3E8-D9D0-864C-9B5F-55DBB9AD4F12}">
      <dsp:nvSpPr>
        <dsp:cNvPr id="0" name=""/>
        <dsp:cNvSpPr/>
      </dsp:nvSpPr>
      <dsp:spPr>
        <a:xfrm>
          <a:off x="6041268" y="6788346"/>
          <a:ext cx="810704" cy="5147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700" kern="1200" dirty="0"/>
            <a:t>Quality Assurance Testing</a:t>
          </a:r>
        </a:p>
      </dsp:txBody>
      <dsp:txXfrm>
        <a:off x="6056346" y="6803424"/>
        <a:ext cx="780548" cy="4846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9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7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3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4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7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59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8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15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81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7624F-1ECA-D14F-B6E7-5BA77E81F499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63B81-6F04-9242-B788-7BA302E3D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1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1035193-DB09-2790-9A9A-7B83E2FAD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1494162"/>
              </p:ext>
            </p:extLst>
          </p:nvPr>
        </p:nvGraphicFramePr>
        <p:xfrm>
          <a:off x="0" y="1938969"/>
          <a:ext cx="6858000" cy="10253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24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D190-6241-9BCB-501A-7536DBFC9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84936F6-5A61-30D9-6FDC-BF143AE497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1577889"/>
              </p:ext>
            </p:extLst>
          </p:nvPr>
        </p:nvGraphicFramePr>
        <p:xfrm>
          <a:off x="0" y="1938969"/>
          <a:ext cx="6858000" cy="10253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971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0F22E-10A3-EB98-5052-7A5535CA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68F81ED-A2E9-95C6-1320-2CE84E5390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83881"/>
              </p:ext>
            </p:extLst>
          </p:nvPr>
        </p:nvGraphicFramePr>
        <p:xfrm>
          <a:off x="0" y="1938969"/>
          <a:ext cx="6858000" cy="10253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147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20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1541</TotalTime>
  <Words>571</Words>
  <Application>Microsoft Macintosh PowerPoint</Application>
  <PresentationFormat>Widescreen</PresentationFormat>
  <Paragraphs>167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Vaught, Jacob</dc:creator>
  <cp:lastModifiedBy>Vaught, Jacob</cp:lastModifiedBy>
  <cp:revision>1</cp:revision>
  <dcterms:created xsi:type="dcterms:W3CDTF">2024-10-16T14:21:41Z</dcterms:created>
  <dcterms:modified xsi:type="dcterms:W3CDTF">2024-10-17T16:03:39Z</dcterms:modified>
</cp:coreProperties>
</file>