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4"/>
    <p:restoredTop sz="94724"/>
  </p:normalViewPr>
  <p:slideViewPr>
    <p:cSldViewPr snapToGrid="0">
      <p:cViewPr>
        <p:scale>
          <a:sx n="54" d="100"/>
          <a:sy n="54" d="100"/>
        </p:scale>
        <p:origin x="992" y="2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8A42-735C-8C41-95F6-2E0B74A82352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3E357-D698-EE4A-9BC0-0BAC1A58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2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8A42-735C-8C41-95F6-2E0B74A82352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3E357-D698-EE4A-9BC0-0BAC1A58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1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8A42-735C-8C41-95F6-2E0B74A82352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3E357-D698-EE4A-9BC0-0BAC1A58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30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8A42-735C-8C41-95F6-2E0B74A82352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3E357-D698-EE4A-9BC0-0BAC1A58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5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8A42-735C-8C41-95F6-2E0B74A82352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3E357-D698-EE4A-9BC0-0BAC1A58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4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8A42-735C-8C41-95F6-2E0B74A82352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3E357-D698-EE4A-9BC0-0BAC1A58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0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8A42-735C-8C41-95F6-2E0B74A82352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3E357-D698-EE4A-9BC0-0BAC1A58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8A42-735C-8C41-95F6-2E0B74A82352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3E357-D698-EE4A-9BC0-0BAC1A58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32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8A42-735C-8C41-95F6-2E0B74A82352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3E357-D698-EE4A-9BC0-0BAC1A58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3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8A42-735C-8C41-95F6-2E0B74A82352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3E357-D698-EE4A-9BC0-0BAC1A58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59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8A42-735C-8C41-95F6-2E0B74A82352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3E357-D698-EE4A-9BC0-0BAC1A58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9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88A42-735C-8C41-95F6-2E0B74A82352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3E357-D698-EE4A-9BC0-0BAC1A58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6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rry image of a red and blue object&#10;&#10;Description automatically generated">
            <a:extLst>
              <a:ext uri="{FF2B5EF4-FFF2-40B4-BE49-F238E27FC236}">
                <a16:creationId xmlns:a16="http://schemas.microsoft.com/office/drawing/2014/main" id="{22EDC316-DBF8-126E-A9D7-C9998ED51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001631" cy="2782957"/>
          </a:xfrm>
          <a:prstGeom prst="rect">
            <a:avLst/>
          </a:prstGeom>
        </p:spPr>
      </p:pic>
      <p:pic>
        <p:nvPicPr>
          <p:cNvPr id="17" name="Picture 16" descr="A blurry image of a red and blue object&#10;&#10;Description automatically generated">
            <a:extLst>
              <a:ext uri="{FF2B5EF4-FFF2-40B4-BE49-F238E27FC236}">
                <a16:creationId xmlns:a16="http://schemas.microsoft.com/office/drawing/2014/main" id="{5C000410-8D01-7C5E-CB55-41F8DA110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372" y="0"/>
            <a:ext cx="5946667" cy="2782957"/>
          </a:xfrm>
          <a:prstGeom prst="rect">
            <a:avLst/>
          </a:prstGeom>
        </p:spPr>
      </p:pic>
      <p:pic>
        <p:nvPicPr>
          <p:cNvPr id="19" name="Picture 18" descr="A screen shot of a computer&#10;&#10;Description automatically generated">
            <a:extLst>
              <a:ext uri="{FF2B5EF4-FFF2-40B4-BE49-F238E27FC236}">
                <a16:creationId xmlns:a16="http://schemas.microsoft.com/office/drawing/2014/main" id="{D084B10A-C95A-54DD-9D56-457B44357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619" y="3020075"/>
            <a:ext cx="5836761" cy="278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61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C78B2-70B8-BABD-C803-8591420DC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screen&#10;&#10;Description automatically generated">
            <a:extLst>
              <a:ext uri="{FF2B5EF4-FFF2-40B4-BE49-F238E27FC236}">
                <a16:creationId xmlns:a16="http://schemas.microsoft.com/office/drawing/2014/main" id="{F95AB805-1F9B-BD6D-F38A-DA3D66AA6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94658" cy="2743200"/>
          </a:xfrm>
          <a:prstGeom prst="rect">
            <a:avLst/>
          </a:prstGeom>
        </p:spPr>
      </p:pic>
      <p:pic>
        <p:nvPicPr>
          <p:cNvPr id="6" name="Picture 5" descr="A grid with a square in the center&#10;&#10;Description automatically generated">
            <a:extLst>
              <a:ext uri="{FF2B5EF4-FFF2-40B4-BE49-F238E27FC236}">
                <a16:creationId xmlns:a16="http://schemas.microsoft.com/office/drawing/2014/main" id="{5FC0EA32-5957-60CD-FCB2-2DD495796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344" y="0"/>
            <a:ext cx="5809861" cy="2743546"/>
          </a:xfrm>
          <a:prstGeom prst="rect">
            <a:avLst/>
          </a:prstGeom>
        </p:spPr>
      </p:pic>
      <p:pic>
        <p:nvPicPr>
          <p:cNvPr id="10" name="Picture 9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A2D5E49A-BF9E-A61D-622A-ED807D013F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r="192" b="11717"/>
          <a:stretch/>
        </p:blipFill>
        <p:spPr>
          <a:xfrm>
            <a:off x="2830892" y="2948433"/>
            <a:ext cx="6530216" cy="274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19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F21C6-49A6-FA4D-35C3-C15589A36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image of a square&#10;&#10;Description automatically generated with medium confidence">
            <a:extLst>
              <a:ext uri="{FF2B5EF4-FFF2-40B4-BE49-F238E27FC236}">
                <a16:creationId xmlns:a16="http://schemas.microsoft.com/office/drawing/2014/main" id="{3C5A8D51-90BB-C8D8-812C-F9766C813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28" y="0"/>
            <a:ext cx="5829196" cy="2695074"/>
          </a:xfrm>
          <a:prstGeom prst="rect">
            <a:avLst/>
          </a:prstGeom>
        </p:spPr>
      </p:pic>
      <p:pic>
        <p:nvPicPr>
          <p:cNvPr id="6" name="Picture 5" descr="A colorful image of a wave&#10;&#10;Description automatically generated with medium confidence">
            <a:extLst>
              <a:ext uri="{FF2B5EF4-FFF2-40B4-BE49-F238E27FC236}">
                <a16:creationId xmlns:a16="http://schemas.microsoft.com/office/drawing/2014/main" id="{0247E759-FBCE-A16E-91C0-23EA286FF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578" y="3843"/>
            <a:ext cx="5454316" cy="2691231"/>
          </a:xfrm>
          <a:prstGeom prst="rect">
            <a:avLst/>
          </a:prstGeom>
        </p:spPr>
      </p:pic>
      <p:pic>
        <p:nvPicPr>
          <p:cNvPr id="10" name="Picture 9" descr="A colorful image of a square&#10;&#10;Description automatically generated with medium confidence">
            <a:extLst>
              <a:ext uri="{FF2B5EF4-FFF2-40B4-BE49-F238E27FC236}">
                <a16:creationId xmlns:a16="http://schemas.microsoft.com/office/drawing/2014/main" id="{F7ED4475-E6B2-AA0A-95A1-63A9F7342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578" y="2865257"/>
            <a:ext cx="5616844" cy="269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56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Vaught, Jacob</dc:creator>
  <cp:lastModifiedBy>Vaught, Jacob</cp:lastModifiedBy>
  <cp:revision>1</cp:revision>
  <dcterms:created xsi:type="dcterms:W3CDTF">2024-10-27T17:43:45Z</dcterms:created>
  <dcterms:modified xsi:type="dcterms:W3CDTF">2024-10-27T17:52:47Z</dcterms:modified>
</cp:coreProperties>
</file>