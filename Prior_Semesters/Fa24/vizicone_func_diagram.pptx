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9" r:id="rId2"/>
    <p:sldId id="260" r:id="rId3"/>
    <p:sldId id="256" r:id="rId4"/>
    <p:sldId id="257" r:id="rId5"/>
    <p:sldId id="258" r:id="rId6"/>
    <p:sldId id="261" r:id="rId7"/>
    <p:sldId id="262" r:id="rId8"/>
  </p:sldIdLst>
  <p:sldSz cx="21945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CBE73-4A36-7946-AFE8-C14268A5F774}" v="353" dt="2024-11-23T14:35:22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/>
    <p:restoredTop sz="96711"/>
  </p:normalViewPr>
  <p:slideViewPr>
    <p:cSldViewPr snapToGrid="0">
      <p:cViewPr>
        <p:scale>
          <a:sx n="126" d="100"/>
          <a:sy n="126" d="100"/>
        </p:scale>
        <p:origin x="14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A298839E-63DA-ED4D-A0C5-22F645D77D20}"/>
    <pc:docChg chg="undo custSel addSld delSld modSld sldOrd modMainMaster modNotesMaster">
      <pc:chgData name="Vaught, Jacob" userId="3948bc58-7b81-44a4-9cf0-22ebac0213b4" providerId="ADAL" clId="{A298839E-63DA-ED4D-A0C5-22F645D77D20}" dt="2024-10-25T06:56:54.223" v="2613" actId="20577"/>
      <pc:docMkLst>
        <pc:docMk/>
      </pc:docMkLst>
      <pc:sldChg chg="modSp">
        <pc:chgData name="Vaught, Jacob" userId="3948bc58-7b81-44a4-9cf0-22ebac0213b4" providerId="ADAL" clId="{A298839E-63DA-ED4D-A0C5-22F645D77D20}" dt="2024-10-25T04:08:59.247" v="1349"/>
        <pc:sldMkLst>
          <pc:docMk/>
          <pc:sldMk cId="1802866090" sldId="256"/>
        </pc:sldMkLst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4" creationId="{8536497C-94B3-7433-747B-5A8E4E6B6EAB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8" creationId="{6FD5D496-8139-349C-815B-EDC2E6A64327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0" creationId="{A3F5AEB6-57A3-43C3-4E19-CB156BD0C4E0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1" creationId="{8A39365C-E288-B375-9D22-C08F8F0F9701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2" creationId="{C084AFAE-D466-76AE-819F-7845C64C80CB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3" creationId="{7EF37B25-D524-46D8-E7D9-96EAC5321264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4" creationId="{61CB4C99-25A6-F232-13C5-F3FE93DBF2A8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19" creationId="{F7F7AD8C-B7AD-6138-DBEB-C70A3A290149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20" creationId="{6A94358F-55D0-2147-98BD-EBA3EED5ACFC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22" creationId="{39CCAC3C-D52D-5513-7C01-81C482F76A6E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35" creationId="{06CBAF6A-2E33-19C3-8DFF-F6676EA02B8D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47" creationId="{3D53C287-BDF6-E158-7785-35E73FAB268B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50" creationId="{E0F0DDB9-AD73-2C5C-3F0E-05834465F1AB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02866090" sldId="256"/>
            <ac:spMk id="57" creationId="{FCA7D9F3-A8C5-8FF8-7FE6-ADCF1698D76C}"/>
          </ac:spMkLst>
        </pc:sp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6" creationId="{79366F41-A547-93CA-802C-E4180CF7B91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16" creationId="{E4BE23F0-02D3-1838-6001-441F84B44ED4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18" creationId="{415E089C-49F8-91ED-029E-6586BB264FA6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23" creationId="{C71AEB07-78C9-9D62-7D63-561064896348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24" creationId="{B2674EAB-D4C9-CEAE-BB0D-FB1B02EE355D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27" creationId="{467FBE08-C548-24D0-914B-86553297BDDE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29" creationId="{3B6D5028-9892-9E09-B77A-E7C2F37DD6AA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31" creationId="{2D36B6DE-57A9-589B-4567-8AC51E6DAD33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33" creationId="{B2D62C42-85EB-F175-00E9-5729601251B6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34" creationId="{91E218CD-AED3-BCD9-53DD-88C5EB32AE0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39" creationId="{B5DEC596-23A9-4BCF-46A0-B0A27BDFC634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41" creationId="{79F3613F-FA44-6257-0F7A-0AF58809DB99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43" creationId="{090B0EDC-F06C-05F0-02B4-865C44BC7188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44" creationId="{1604E392-FA6E-6D5D-46F0-3FE8E53FC8BD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51" creationId="{278674E0-83DE-FD78-B63F-A0BE8E83B2F7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58" creationId="{93D82F66-2E63-0FF4-3E90-FC3B728CD08C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802866090" sldId="256"/>
            <ac:cxnSpMk id="61" creationId="{3CAED0C4-32F9-9A19-DDBA-C7927C67EFD1}"/>
          </ac:cxnSpMkLst>
        </pc:cxnChg>
      </pc:sldChg>
      <pc:sldChg chg="modSp">
        <pc:chgData name="Vaught, Jacob" userId="3948bc58-7b81-44a4-9cf0-22ebac0213b4" providerId="ADAL" clId="{A298839E-63DA-ED4D-A0C5-22F645D77D20}" dt="2024-10-25T04:08:59.247" v="1349"/>
        <pc:sldMkLst>
          <pc:docMk/>
          <pc:sldMk cId="1317557835" sldId="257"/>
        </pc:sldMkLst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4" creationId="{8F73F764-C25B-AEAB-7372-B210AB3DAFEA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7" creationId="{6533B9F1-1A8C-F6F6-B2A0-FCBE4B7E05D2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8" creationId="{842B8BDF-60CA-9DEF-D3AB-DD01DB6A7582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13" creationId="{6493BBEE-7D18-E6F0-D097-440851F3E351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15" creationId="{171F74EF-0EEC-98B3-79B1-DBD48C8400C9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20" creationId="{EF442BB9-DAF9-25F5-40A3-5E9E390CD49F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25" creationId="{6D975AE4-1AFB-2068-A731-E5D9121C7462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47" creationId="{A80C7302-E9BA-A9D6-D7FF-0EFC99146C43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48" creationId="{EBDF8330-D5FB-21F5-AC6E-C29D2FD39C34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50" creationId="{2AE8F1F6-BC08-FD35-DE36-453C67531458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51" creationId="{32E4CF36-321A-6297-9E52-0BE94C71FC34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57" creationId="{AC6F8020-6584-36C8-084D-17AA68651741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106" creationId="{A0E19BAA-74E8-164E-BC31-351BEEB7A284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317557835" sldId="257"/>
            <ac:spMk id="117" creationId="{772E08D1-8F42-76E9-C37D-84A7A91998A2}"/>
          </ac:spMkLst>
        </pc:sp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6" creationId="{F32B5B67-321C-58FA-CEA4-019B51B70E5B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22" creationId="{143CE941-2915-1302-C243-F4A088C5CDA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26" creationId="{FCD75318-E582-A8E6-7C78-0164FE76E9BD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29" creationId="{D830F649-77CD-66C3-BB95-4FF53AA3650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37" creationId="{6579B853-76E2-ABBA-D1AD-7623B3A9CE24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39" creationId="{ABFC1C13-740D-C635-8BF5-2FE35F0EAB4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43" creationId="{A473457E-DB73-8CF0-BBB0-5B447DF89A46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49" creationId="{241B9CBD-57BE-439A-5CC3-C7FA70AB552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58" creationId="{52E0BB29-1B4F-D254-413F-2ABFC5F91607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59" creationId="{B378F573-94DA-E02D-FFD6-B2BD9FF6351C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61" creationId="{BF036A8F-8FCA-8B5C-B011-E048BD8552A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65" creationId="{BD7528D3-C490-4EC8-9A69-1A2227697ADC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76" creationId="{C8F8E422-C669-B9A6-85AD-AE4D1832C0AB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91" creationId="{07285978-9D71-AD84-28D6-1C153622CFB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122" creationId="{C4822F03-ABB8-BD76-2EFD-A02E63564AFB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1317557835" sldId="257"/>
            <ac:cxnSpMk id="125" creationId="{E5C6756B-5057-5B53-F2A6-A53DED2B174F}"/>
          </ac:cxnSpMkLst>
        </pc:cxnChg>
      </pc:sldChg>
      <pc:sldChg chg="modSp add del">
        <pc:chgData name="Vaught, Jacob" userId="3948bc58-7b81-44a4-9cf0-22ebac0213b4" providerId="ADAL" clId="{A298839E-63DA-ED4D-A0C5-22F645D77D20}" dt="2024-10-25T06:56:31.082" v="2604" actId="2696"/>
        <pc:sldMkLst>
          <pc:docMk/>
          <pc:sldMk cId="433822906" sldId="258"/>
        </pc:sldMkLst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4" creationId="{49C33D91-9FC1-C87D-C808-E648F741F5DF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7" creationId="{BE7AFDBB-1CBB-DC73-C7EE-729F8941032A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8" creationId="{CB9ECF80-347F-FC70-3591-10B4168FC320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10" creationId="{6D7C5066-53F7-B0E3-257E-23C80F24C486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13" creationId="{6EA86E3F-5743-A51F-8950-DCD859913B4F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15" creationId="{E57DDBAE-E068-4189-FE07-9D33A4BE8CA0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20" creationId="{A1BB5A93-F961-2D3D-66FA-685912995A56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47" creationId="{79188EDB-B310-DFB3-E9E7-ADF7CA3C4111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53" creationId="{888FA54E-1491-BB7D-F2C9-322CE4709B56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433822906" sldId="258"/>
            <ac:spMk id="57" creationId="{0F3CB315-0A0F-556E-1BEE-1462B5BD419F}"/>
          </ac:spMkLst>
        </pc:sp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6" creationId="{90FEAC41-9222-6FBC-DC1F-C53A817248F4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22" creationId="{2BB69C42-8EEA-C4C9-39D3-E94E1BB7B822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26" creationId="{87FEA4BF-6728-6E92-9C79-131DB1A2160A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32" creationId="{67255A44-857F-F544-5035-643FA9DFD06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37" creationId="{1835E58A-5C34-C289-447E-FF0800D08FF4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39" creationId="{7756CEC3-256D-8230-29D2-6CA0719E9A53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58" creationId="{C3EF4DC4-D218-6613-17D5-A6D9D0311CF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61" creationId="{FC8101E1-C72E-1677-F616-C5F2E8E10140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65" creationId="{D6C14432-EB94-3150-CC53-4ECFF54A801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71" creationId="{8612BC89-A5F6-63E7-7F6F-D790DE7A113C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73" creationId="{6BA43978-0BC7-868D-B619-4F1AF9D24BC7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85" creationId="{2B77D87A-7C8B-D963-87BF-5FE129759291}"/>
          </ac:cxnSpMkLst>
        </pc:cxnChg>
        <pc:cxnChg chg="mod">
          <ac:chgData name="Vaught, Jacob" userId="3948bc58-7b81-44a4-9cf0-22ebac0213b4" providerId="ADAL" clId="{A298839E-63DA-ED4D-A0C5-22F645D77D20}" dt="2024-10-25T04:08:59.247" v="1349"/>
          <ac:cxnSpMkLst>
            <pc:docMk/>
            <pc:sldMk cId="433822906" sldId="258"/>
            <ac:cxnSpMk id="91" creationId="{6DC2ACCB-AC33-CE4B-3BC3-83F4F6F1545D}"/>
          </ac:cxnSpMkLst>
        </pc:cxnChg>
      </pc:sldChg>
      <pc:sldChg chg="addSp delSp modSp add mod ord modNotes modNotesTx">
        <pc:chgData name="Vaught, Jacob" userId="3948bc58-7b81-44a4-9cf0-22ebac0213b4" providerId="ADAL" clId="{A298839E-63DA-ED4D-A0C5-22F645D77D20}" dt="2024-10-25T06:56:54.223" v="2613" actId="20577"/>
        <pc:sldMkLst>
          <pc:docMk/>
          <pc:sldMk cId="1895028134" sldId="259"/>
        </pc:sldMkLst>
        <pc:spChg chg="add del 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4" creationId="{2BF66FE6-3090-0581-C69B-7617652453C6}"/>
          </ac:spMkLst>
        </pc:spChg>
        <pc:spChg chg="mod">
          <ac:chgData name="Vaught, Jacob" userId="3948bc58-7b81-44a4-9cf0-22ebac0213b4" providerId="ADAL" clId="{A298839E-63DA-ED4D-A0C5-22F645D77D20}" dt="2024-10-25T05:18:48.537" v="1994" actId="1076"/>
          <ac:spMkLst>
            <pc:docMk/>
            <pc:sldMk cId="1895028134" sldId="259"/>
            <ac:spMk id="7" creationId="{3C0D578E-2896-D4BC-680F-E36D11B198E7}"/>
          </ac:spMkLst>
        </pc:spChg>
        <pc:spChg chg="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8" creationId="{D1E1BB2C-AB97-A5DF-AA4B-90D16AC78DCD}"/>
          </ac:spMkLst>
        </pc:spChg>
        <pc:spChg chg="add del 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14" creationId="{55F48211-FB65-768A-8AD9-D1E65EB30839}"/>
          </ac:spMkLst>
        </pc:spChg>
        <pc:spChg chg="add 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16" creationId="{090A05F6-16E8-7F60-6168-1A73BC62A985}"/>
          </ac:spMkLst>
        </pc:spChg>
        <pc:spChg chg="add 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17" creationId="{470A884D-F1AD-EEA6-FE31-40B6978AAF75}"/>
          </ac:spMkLst>
        </pc:spChg>
        <pc:spChg chg="add mod">
          <ac:chgData name="Vaught, Jacob" userId="3948bc58-7b81-44a4-9cf0-22ebac0213b4" providerId="ADAL" clId="{A298839E-63DA-ED4D-A0C5-22F645D77D20}" dt="2024-10-25T05:17:29.062" v="1987" actId="1076"/>
          <ac:spMkLst>
            <pc:docMk/>
            <pc:sldMk cId="1895028134" sldId="259"/>
            <ac:spMk id="18" creationId="{F94CF5D4-99E5-9E12-3E6C-E5693B5D06CE}"/>
          </ac:spMkLst>
        </pc:spChg>
        <pc:spChg chg="add mod ord topLvl modVis">
          <ac:chgData name="Vaught, Jacob" userId="3948bc58-7b81-44a4-9cf0-22ebac0213b4" providerId="ADAL" clId="{A298839E-63DA-ED4D-A0C5-22F645D77D20}" dt="2024-10-25T06:56:49.803" v="2607" actId="20577"/>
          <ac:spMkLst>
            <pc:docMk/>
            <pc:sldMk cId="1895028134" sldId="259"/>
            <ac:spMk id="21" creationId="{62BB6B58-8187-A730-404B-87DB3921A2FD}"/>
          </ac:spMkLst>
        </pc:spChg>
        <pc:spChg chg="add mod topLvl modVis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23" creationId="{C285BF1C-615D-4FC9-71B6-D341767BF3F8}"/>
          </ac:spMkLst>
        </pc:spChg>
        <pc:spChg chg="add mod ord modVis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28" creationId="{C10AB0E5-BC17-5067-B6CC-EC6DA9F12525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44" creationId="{E216E9A3-8382-7E4C-4F76-77A6BC661261}"/>
          </ac:spMkLst>
        </pc:spChg>
        <pc:spChg chg="mod">
          <ac:chgData name="Vaught, Jacob" userId="3948bc58-7b81-44a4-9cf0-22ebac0213b4" providerId="ADAL" clId="{A298839E-63DA-ED4D-A0C5-22F645D77D20}" dt="2024-10-25T06:56:52.201" v="2610" actId="20577"/>
          <ac:spMkLst>
            <pc:docMk/>
            <pc:sldMk cId="1895028134" sldId="259"/>
            <ac:spMk id="45" creationId="{D06FF968-7387-B696-B5A6-5C18275879A2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46" creationId="{12CCDE6B-B09F-71A9-3F96-1D91EF4B1FEE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60" creationId="{F712B663-C9A7-0023-4D21-431BC2342627}"/>
          </ac:spMkLst>
        </pc:spChg>
        <pc:spChg chg="mod">
          <ac:chgData name="Vaught, Jacob" userId="3948bc58-7b81-44a4-9cf0-22ebac0213b4" providerId="ADAL" clId="{A298839E-63DA-ED4D-A0C5-22F645D77D20}" dt="2024-10-25T06:56:54.223" v="2613" actId="20577"/>
          <ac:spMkLst>
            <pc:docMk/>
            <pc:sldMk cId="1895028134" sldId="259"/>
            <ac:spMk id="62" creationId="{32E6F3D5-1231-0826-B5D0-1C357C12BBCE}"/>
          </ac:spMkLst>
        </pc:spChg>
        <pc:spChg chg="mod">
          <ac:chgData name="Vaught, Jacob" userId="3948bc58-7b81-44a4-9cf0-22ebac0213b4" providerId="ADAL" clId="{A298839E-63DA-ED4D-A0C5-22F645D77D20}" dt="2024-10-25T04:08:59.247" v="1349"/>
          <ac:spMkLst>
            <pc:docMk/>
            <pc:sldMk cId="1895028134" sldId="259"/>
            <ac:spMk id="63" creationId="{B480E22C-10B0-BDB0-5C5F-2E52C742CBB0}"/>
          </ac:spMkLst>
        </pc:spChg>
        <pc:spChg chg="mod">
          <ac:chgData name="Vaught, Jacob" userId="3948bc58-7b81-44a4-9cf0-22ebac0213b4" providerId="ADAL" clId="{A298839E-63DA-ED4D-A0C5-22F645D77D20}" dt="2024-10-25T04:09:58.109" v="1457" actId="20577"/>
          <ac:spMkLst>
            <pc:docMk/>
            <pc:sldMk cId="1895028134" sldId="259"/>
            <ac:spMk id="96" creationId="{098902AC-C10E-3F06-A8E8-EFA2C08BB9AE}"/>
          </ac:spMkLst>
        </pc:spChg>
        <pc:spChg chg="mod">
          <ac:chgData name="Vaught, Jacob" userId="3948bc58-7b81-44a4-9cf0-22ebac0213b4" providerId="ADAL" clId="{A298839E-63DA-ED4D-A0C5-22F645D77D20}" dt="2024-10-25T04:09:23.915" v="1371" actId="20577"/>
          <ac:spMkLst>
            <pc:docMk/>
            <pc:sldMk cId="1895028134" sldId="259"/>
            <ac:spMk id="97" creationId="{A249F3A2-9E62-CC34-67A2-82AA048A42E4}"/>
          </ac:spMkLst>
        </pc:spChg>
        <pc:spChg chg="mod">
          <ac:chgData name="Vaught, Jacob" userId="3948bc58-7b81-44a4-9cf0-22ebac0213b4" providerId="ADAL" clId="{A298839E-63DA-ED4D-A0C5-22F645D77D20}" dt="2024-10-25T04:09:13.724" v="1351"/>
          <ac:spMkLst>
            <pc:docMk/>
            <pc:sldMk cId="1895028134" sldId="259"/>
            <ac:spMk id="98" creationId="{8460D7F0-5BC5-2CFC-BF2E-8278CB781143}"/>
          </ac:spMkLst>
        </pc:spChg>
        <pc:spChg chg="mod">
          <ac:chgData name="Vaught, Jacob" userId="3948bc58-7b81-44a4-9cf0-22ebac0213b4" providerId="ADAL" clId="{A298839E-63DA-ED4D-A0C5-22F645D77D20}" dt="2024-10-25T04:23:06.765" v="1593" actId="242"/>
          <ac:spMkLst>
            <pc:docMk/>
            <pc:sldMk cId="1895028134" sldId="259"/>
            <ac:spMk id="114" creationId="{19D3AB88-56B1-D966-1E02-8439CE590726}"/>
          </ac:spMkLst>
        </pc:spChg>
        <pc:spChg chg="mod">
          <ac:chgData name="Vaught, Jacob" userId="3948bc58-7b81-44a4-9cf0-22ebac0213b4" providerId="ADAL" clId="{A298839E-63DA-ED4D-A0C5-22F645D77D20}" dt="2024-10-25T04:22:40.326" v="1514" actId="20577"/>
          <ac:spMkLst>
            <pc:docMk/>
            <pc:sldMk cId="1895028134" sldId="259"/>
            <ac:spMk id="115" creationId="{06104525-6EFF-04E7-9D5E-7BADB581376C}"/>
          </ac:spMkLst>
        </pc:spChg>
        <pc:spChg chg="mod">
          <ac:chgData name="Vaught, Jacob" userId="3948bc58-7b81-44a4-9cf0-22ebac0213b4" providerId="ADAL" clId="{A298839E-63DA-ED4D-A0C5-22F645D77D20}" dt="2024-10-25T04:19:04.375" v="1491"/>
          <ac:spMkLst>
            <pc:docMk/>
            <pc:sldMk cId="1895028134" sldId="259"/>
            <ac:spMk id="116" creationId="{5879D2A3-353D-FBAF-049F-58CE0D6ED0B4}"/>
          </ac:spMkLst>
        </pc:spChg>
        <pc:spChg chg="mod">
          <ac:chgData name="Vaught, Jacob" userId="3948bc58-7b81-44a4-9cf0-22ebac0213b4" providerId="ADAL" clId="{A298839E-63DA-ED4D-A0C5-22F645D77D20}" dt="2024-10-25T04:26:06.307" v="1672" actId="242"/>
          <ac:spMkLst>
            <pc:docMk/>
            <pc:sldMk cId="1895028134" sldId="259"/>
            <ac:spMk id="121" creationId="{6A38465F-A4EA-A8E2-804A-EC63BC3E9BB1}"/>
          </ac:spMkLst>
        </pc:spChg>
        <pc:spChg chg="mod">
          <ac:chgData name="Vaught, Jacob" userId="3948bc58-7b81-44a4-9cf0-22ebac0213b4" providerId="ADAL" clId="{A298839E-63DA-ED4D-A0C5-22F645D77D20}" dt="2024-10-25T04:25:40.234" v="1623" actId="20577"/>
          <ac:spMkLst>
            <pc:docMk/>
            <pc:sldMk cId="1895028134" sldId="259"/>
            <ac:spMk id="122" creationId="{88E01164-4CEF-D4FF-C072-5237A8F669EA}"/>
          </ac:spMkLst>
        </pc:spChg>
        <pc:spChg chg="mod">
          <ac:chgData name="Vaught, Jacob" userId="3948bc58-7b81-44a4-9cf0-22ebac0213b4" providerId="ADAL" clId="{A298839E-63DA-ED4D-A0C5-22F645D77D20}" dt="2024-10-25T04:25:19.960" v="1596"/>
          <ac:spMkLst>
            <pc:docMk/>
            <pc:sldMk cId="1895028134" sldId="259"/>
            <ac:spMk id="123" creationId="{2D27B6FD-F732-7963-A93D-9D5FBD281AC4}"/>
          </ac:spMkLst>
        </pc:spChg>
        <pc:spChg chg="mod">
          <ac:chgData name="Vaught, Jacob" userId="3948bc58-7b81-44a4-9cf0-22ebac0213b4" providerId="ADAL" clId="{A298839E-63DA-ED4D-A0C5-22F645D77D20}" dt="2024-10-25T04:28:25.110" v="1732" actId="20577"/>
          <ac:spMkLst>
            <pc:docMk/>
            <pc:sldMk cId="1895028134" sldId="259"/>
            <ac:spMk id="128" creationId="{3A459310-71DB-A768-752C-FC8F147BE4E1}"/>
          </ac:spMkLst>
        </pc:spChg>
        <pc:spChg chg="mod">
          <ac:chgData name="Vaught, Jacob" userId="3948bc58-7b81-44a4-9cf0-22ebac0213b4" providerId="ADAL" clId="{A298839E-63DA-ED4D-A0C5-22F645D77D20}" dt="2024-10-25T04:27:43.599" v="1698" actId="20577"/>
          <ac:spMkLst>
            <pc:docMk/>
            <pc:sldMk cId="1895028134" sldId="259"/>
            <ac:spMk id="129" creationId="{473D2C1A-A163-AC5A-2E19-C6B5227E53E6}"/>
          </ac:spMkLst>
        </pc:spChg>
        <pc:spChg chg="mod">
          <ac:chgData name="Vaught, Jacob" userId="3948bc58-7b81-44a4-9cf0-22ebac0213b4" providerId="ADAL" clId="{A298839E-63DA-ED4D-A0C5-22F645D77D20}" dt="2024-10-25T04:26:22.331" v="1676"/>
          <ac:spMkLst>
            <pc:docMk/>
            <pc:sldMk cId="1895028134" sldId="259"/>
            <ac:spMk id="130" creationId="{1B270A1D-3A84-2E18-2683-06312846AC49}"/>
          </ac:spMkLst>
        </pc:spChg>
        <pc:spChg chg="mod">
          <ac:chgData name="Vaught, Jacob" userId="3948bc58-7b81-44a4-9cf0-22ebac0213b4" providerId="ADAL" clId="{A298839E-63DA-ED4D-A0C5-22F645D77D20}" dt="2024-10-25T04:39:02.581" v="1812" actId="20577"/>
          <ac:spMkLst>
            <pc:docMk/>
            <pc:sldMk cId="1895028134" sldId="259"/>
            <ac:spMk id="148" creationId="{0110C297-8DFE-6E22-C69E-613B71271853}"/>
          </ac:spMkLst>
        </pc:spChg>
        <pc:spChg chg="mod">
          <ac:chgData name="Vaught, Jacob" userId="3948bc58-7b81-44a4-9cf0-22ebac0213b4" providerId="ADAL" clId="{A298839E-63DA-ED4D-A0C5-22F645D77D20}" dt="2024-10-25T04:37:59.764" v="1757" actId="6549"/>
          <ac:spMkLst>
            <pc:docMk/>
            <pc:sldMk cId="1895028134" sldId="259"/>
            <ac:spMk id="149" creationId="{D0013F0F-D2E0-E4D9-72A1-31F02A14912F}"/>
          </ac:spMkLst>
        </pc:spChg>
        <pc:spChg chg="mod">
          <ac:chgData name="Vaught, Jacob" userId="3948bc58-7b81-44a4-9cf0-22ebac0213b4" providerId="ADAL" clId="{A298839E-63DA-ED4D-A0C5-22F645D77D20}" dt="2024-10-25T04:37:49.987" v="1746"/>
          <ac:spMkLst>
            <pc:docMk/>
            <pc:sldMk cId="1895028134" sldId="259"/>
            <ac:spMk id="150" creationId="{7ED37618-1E60-303E-00C8-C9C30D6A728D}"/>
          </ac:spMkLst>
        </pc:spChg>
        <pc:spChg chg="add mod">
          <ac:chgData name="Vaught, Jacob" userId="3948bc58-7b81-44a4-9cf0-22ebac0213b4" providerId="ADAL" clId="{A298839E-63DA-ED4D-A0C5-22F645D77D20}" dt="2024-10-25T05:25:13.733" v="2128" actId="1076"/>
          <ac:spMkLst>
            <pc:docMk/>
            <pc:sldMk cId="1895028134" sldId="259"/>
            <ac:spMk id="249" creationId="{94A35029-EC79-D8E1-8226-9CF01059AB4D}"/>
          </ac:spMkLst>
        </pc:spChg>
        <pc:spChg chg="add mod">
          <ac:chgData name="Vaught, Jacob" userId="3948bc58-7b81-44a4-9cf0-22ebac0213b4" providerId="ADAL" clId="{A298839E-63DA-ED4D-A0C5-22F645D77D20}" dt="2024-10-25T05:25:13.733" v="2128" actId="1076"/>
          <ac:spMkLst>
            <pc:docMk/>
            <pc:sldMk cId="1895028134" sldId="259"/>
            <ac:spMk id="250" creationId="{352F93BF-44B2-1313-C8A0-685A3FE28B78}"/>
          </ac:spMkLst>
        </pc:spChg>
        <pc:spChg chg="add mod">
          <ac:chgData name="Vaught, Jacob" userId="3948bc58-7b81-44a4-9cf0-22ebac0213b4" providerId="ADAL" clId="{A298839E-63DA-ED4D-A0C5-22F645D77D20}" dt="2024-10-25T05:25:13.733" v="2128" actId="1076"/>
          <ac:spMkLst>
            <pc:docMk/>
            <pc:sldMk cId="1895028134" sldId="259"/>
            <ac:spMk id="251" creationId="{6C61EC21-358C-7EEA-9CF4-4E25C8263A7C}"/>
          </ac:spMkLst>
        </pc:spChg>
        <pc:spChg chg="add mod">
          <ac:chgData name="Vaught, Jacob" userId="3948bc58-7b81-44a4-9cf0-22ebac0213b4" providerId="ADAL" clId="{A298839E-63DA-ED4D-A0C5-22F645D77D20}" dt="2024-10-25T05:25:13.733" v="2128" actId="1076"/>
          <ac:spMkLst>
            <pc:docMk/>
            <pc:sldMk cId="1895028134" sldId="259"/>
            <ac:spMk id="252" creationId="{AE7C4B83-758B-5D40-B9F2-76077015119C}"/>
          </ac:spMkLst>
        </pc:spChg>
        <pc:spChg chg="add mod">
          <ac:chgData name="Vaught, Jacob" userId="3948bc58-7b81-44a4-9cf0-22ebac0213b4" providerId="ADAL" clId="{A298839E-63DA-ED4D-A0C5-22F645D77D20}" dt="2024-10-25T05:25:13.733" v="2128" actId="1076"/>
          <ac:spMkLst>
            <pc:docMk/>
            <pc:sldMk cId="1895028134" sldId="259"/>
            <ac:spMk id="253" creationId="{31AE286F-62B1-2662-8EC4-2544D820C16C}"/>
          </ac:spMkLst>
        </pc:s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29" creationId="{2A15C982-BCCD-DDE5-0669-1DB94935E8CE}"/>
          </ac:grpSpMkLst>
        </pc:gr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43" creationId="{ABEE791C-41EF-1130-1DCB-102444B38F3C}"/>
          </ac:grpSpMkLst>
        </pc:gr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59" creationId="{E024F679-F1C4-F056-0A0D-46CFA9DAF8B1}"/>
          </ac:grpSpMkLst>
        </pc:gr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95" creationId="{565E97F4-4E50-BE58-D5A1-9A1FD952C121}"/>
          </ac:grpSpMkLst>
        </pc:grpChg>
        <pc:grpChg chg="add mod">
          <ac:chgData name="Vaught, Jacob" userId="3948bc58-7b81-44a4-9cf0-22ebac0213b4" providerId="ADAL" clId="{A298839E-63DA-ED4D-A0C5-22F645D77D20}" dt="2024-10-25T05:18:35.808" v="1992" actId="1076"/>
          <ac:grpSpMkLst>
            <pc:docMk/>
            <pc:sldMk cId="1895028134" sldId="259"/>
            <ac:grpSpMk id="113" creationId="{C2B12992-BC39-D471-6B5A-083F726434C9}"/>
          </ac:grpSpMkLst>
        </pc:gr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120" creationId="{8F15F829-086D-D03B-65B3-E88B04424DB0}"/>
          </ac:grpSpMkLst>
        </pc:grpChg>
        <pc:grpChg chg="add mod">
          <ac:chgData name="Vaught, Jacob" userId="3948bc58-7b81-44a4-9cf0-22ebac0213b4" providerId="ADAL" clId="{A298839E-63DA-ED4D-A0C5-22F645D77D20}" dt="2024-10-25T05:17:29.062" v="1987" actId="1076"/>
          <ac:grpSpMkLst>
            <pc:docMk/>
            <pc:sldMk cId="1895028134" sldId="259"/>
            <ac:grpSpMk id="127" creationId="{D631DBF8-3723-04F0-EDFE-48679B348329}"/>
          </ac:grpSpMkLst>
        </pc:grpChg>
        <pc:grpChg chg="add mod">
          <ac:chgData name="Vaught, Jacob" userId="3948bc58-7b81-44a4-9cf0-22ebac0213b4" providerId="ADAL" clId="{A298839E-63DA-ED4D-A0C5-22F645D77D20}" dt="2024-10-25T05:21:34.904" v="2090" actId="1076"/>
          <ac:grpSpMkLst>
            <pc:docMk/>
            <pc:sldMk cId="1895028134" sldId="259"/>
            <ac:grpSpMk id="147" creationId="{006F9886-0200-07F3-ABD3-C4DFBB666EA2}"/>
          </ac:grpSpMkLst>
        </pc:grp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34" creationId="{DDD0328F-ADEC-B914-42C2-235CE5CE3A0E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36" creationId="{00F164B1-7590-E8AD-18A8-6ABA76B128AC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48" creationId="{9FD025FA-1775-9CE5-9B25-3C63DD8979FA}"/>
          </ac:cxnSpMkLst>
        </pc:cxnChg>
        <pc:cxnChg chg="add mod">
          <ac:chgData name="Vaught, Jacob" userId="3948bc58-7b81-44a4-9cf0-22ebac0213b4" providerId="ADAL" clId="{A298839E-63DA-ED4D-A0C5-22F645D77D20}" dt="2024-10-25T05:19:39.112" v="2000" actId="1582"/>
          <ac:cxnSpMkLst>
            <pc:docMk/>
            <pc:sldMk cId="1895028134" sldId="259"/>
            <ac:cxnSpMk id="64" creationId="{AA0CC6B3-8969-025C-92FF-E591047E6895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72" creationId="{B0EE1823-2418-B6CD-C453-A4B3F41BE8D8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89" creationId="{82EAB530-CCC8-8868-AD29-6ADC6D96FFC6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102" creationId="{A299FB6E-F8F0-34F1-19B1-E410647A695A}"/>
          </ac:cxnSpMkLst>
        </pc:cxnChg>
        <pc:cxnChg chg="add mod">
          <ac:chgData name="Vaught, Jacob" userId="3948bc58-7b81-44a4-9cf0-22ebac0213b4" providerId="ADAL" clId="{A298839E-63DA-ED4D-A0C5-22F645D77D20}" dt="2024-10-25T05:18:51.754" v="1995" actId="33986"/>
          <ac:cxnSpMkLst>
            <pc:docMk/>
            <pc:sldMk cId="1895028134" sldId="259"/>
            <ac:cxnSpMk id="117" creationId="{A526A8B0-A387-924B-7011-C6B84D5F3F44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124" creationId="{1693DEC3-3F00-455C-7B47-056FD3E3A1E9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131" creationId="{CDE0A12D-F14C-B9F1-5E85-4670070837C6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135" creationId="{FA70D56C-0E4A-0FF2-4147-0A72469A5BB9}"/>
          </ac:cxnSpMkLst>
        </pc:cxnChg>
        <pc:cxnChg chg="add mod">
          <ac:chgData name="Vaught, Jacob" userId="3948bc58-7b81-44a4-9cf0-22ebac0213b4" providerId="ADAL" clId="{A298839E-63DA-ED4D-A0C5-22F645D77D20}" dt="2024-10-25T05:17:29.062" v="1987" actId="1076"/>
          <ac:cxnSpMkLst>
            <pc:docMk/>
            <pc:sldMk cId="1895028134" sldId="259"/>
            <ac:cxnSpMk id="140" creationId="{94CB99D5-C520-84FA-53C1-999049788154}"/>
          </ac:cxnSpMkLst>
        </pc:cxnChg>
        <pc:cxnChg chg="add mod">
          <ac:chgData name="Vaught, Jacob" userId="3948bc58-7b81-44a4-9cf0-22ebac0213b4" providerId="ADAL" clId="{A298839E-63DA-ED4D-A0C5-22F645D77D20}" dt="2024-10-25T05:21:52.355" v="2093" actId="14100"/>
          <ac:cxnSpMkLst>
            <pc:docMk/>
            <pc:sldMk cId="1895028134" sldId="259"/>
            <ac:cxnSpMk id="151" creationId="{0B8E35E9-A291-E7C6-DFEA-C26D8FFB3A32}"/>
          </ac:cxnSpMkLst>
        </pc:cxnChg>
        <pc:cxnChg chg="add mod">
          <ac:chgData name="Vaught, Jacob" userId="3948bc58-7b81-44a4-9cf0-22ebac0213b4" providerId="ADAL" clId="{A298839E-63DA-ED4D-A0C5-22F645D77D20}" dt="2024-10-25T05:21:46.072" v="2092" actId="14100"/>
          <ac:cxnSpMkLst>
            <pc:docMk/>
            <pc:sldMk cId="1895028134" sldId="259"/>
            <ac:cxnSpMk id="154" creationId="{CD6DAE41-CB60-56B0-2660-3A08BCF4820C}"/>
          </ac:cxnSpMkLst>
        </pc:cxnChg>
        <pc:cxnChg chg="add mod">
          <ac:chgData name="Vaught, Jacob" userId="3948bc58-7b81-44a4-9cf0-22ebac0213b4" providerId="ADAL" clId="{A298839E-63DA-ED4D-A0C5-22F645D77D20}" dt="2024-10-25T05:21:40.382" v="2091" actId="14100"/>
          <ac:cxnSpMkLst>
            <pc:docMk/>
            <pc:sldMk cId="1895028134" sldId="259"/>
            <ac:cxnSpMk id="158" creationId="{7521C242-3E71-8D41-3549-F20E4B1AD976}"/>
          </ac:cxnSpMkLst>
        </pc:cxnChg>
        <pc:cxnChg chg="add mod">
          <ac:chgData name="Vaught, Jacob" userId="3948bc58-7b81-44a4-9cf0-22ebac0213b4" providerId="ADAL" clId="{A298839E-63DA-ED4D-A0C5-22F645D77D20}" dt="2024-10-25T05:22:05.746" v="2097" actId="33986"/>
          <ac:cxnSpMkLst>
            <pc:docMk/>
            <pc:sldMk cId="1895028134" sldId="259"/>
            <ac:cxnSpMk id="257" creationId="{1B4B22FD-ECDF-9544-99A4-26CE3D8CD3EF}"/>
          </ac:cxnSpMkLst>
        </pc:cxnChg>
        <pc:cxnChg chg="add mod">
          <ac:chgData name="Vaught, Jacob" userId="3948bc58-7b81-44a4-9cf0-22ebac0213b4" providerId="ADAL" clId="{A298839E-63DA-ED4D-A0C5-22F645D77D20}" dt="2024-10-25T05:22:31.193" v="2102" actId="14100"/>
          <ac:cxnSpMkLst>
            <pc:docMk/>
            <pc:sldMk cId="1895028134" sldId="259"/>
            <ac:cxnSpMk id="260" creationId="{72BB4FCB-FD75-51B6-6D67-F3F0FA47AC38}"/>
          </ac:cxnSpMkLst>
        </pc:cxnChg>
        <pc:cxnChg chg="add mod">
          <ac:chgData name="Vaught, Jacob" userId="3948bc58-7b81-44a4-9cf0-22ebac0213b4" providerId="ADAL" clId="{A298839E-63DA-ED4D-A0C5-22F645D77D20}" dt="2024-10-25T05:25:13.733" v="2128" actId="1076"/>
          <ac:cxnSpMkLst>
            <pc:docMk/>
            <pc:sldMk cId="1895028134" sldId="259"/>
            <ac:cxnSpMk id="264" creationId="{0B84A9DB-DE62-A604-0DEA-75DC721F4A80}"/>
          </ac:cxnSpMkLst>
        </pc:cxnChg>
        <pc:cxnChg chg="add mod">
          <ac:chgData name="Vaught, Jacob" userId="3948bc58-7b81-44a4-9cf0-22ebac0213b4" providerId="ADAL" clId="{A298839E-63DA-ED4D-A0C5-22F645D77D20}" dt="2024-10-25T05:25:13.733" v="2128" actId="1076"/>
          <ac:cxnSpMkLst>
            <pc:docMk/>
            <pc:sldMk cId="1895028134" sldId="259"/>
            <ac:cxnSpMk id="271" creationId="{ED5E841A-44FF-8352-BA60-1ACACBB5193C}"/>
          </ac:cxnSpMkLst>
        </pc:cxnChg>
        <pc:cxnChg chg="add mod">
          <ac:chgData name="Vaught, Jacob" userId="3948bc58-7b81-44a4-9cf0-22ebac0213b4" providerId="ADAL" clId="{A298839E-63DA-ED4D-A0C5-22F645D77D20}" dt="2024-10-25T05:25:13.733" v="2128" actId="1076"/>
          <ac:cxnSpMkLst>
            <pc:docMk/>
            <pc:sldMk cId="1895028134" sldId="259"/>
            <ac:cxnSpMk id="274" creationId="{0CAF4797-4600-EACF-8E18-98636ED47018}"/>
          </ac:cxnSpMkLst>
        </pc:cxnChg>
        <pc:cxnChg chg="add mod">
          <ac:chgData name="Vaught, Jacob" userId="3948bc58-7b81-44a4-9cf0-22ebac0213b4" providerId="ADAL" clId="{A298839E-63DA-ED4D-A0C5-22F645D77D20}" dt="2024-10-25T05:25:13.733" v="2128" actId="1076"/>
          <ac:cxnSpMkLst>
            <pc:docMk/>
            <pc:sldMk cId="1895028134" sldId="259"/>
            <ac:cxnSpMk id="277" creationId="{B5D3AC95-AF9E-1186-9E41-D1E815B0AF2B}"/>
          </ac:cxnSpMkLst>
        </pc:cxnChg>
      </pc:sldChg>
      <pc:sldChg chg="add del">
        <pc:chgData name="Vaught, Jacob" userId="3948bc58-7b81-44a4-9cf0-22ebac0213b4" providerId="ADAL" clId="{A298839E-63DA-ED4D-A0C5-22F645D77D20}" dt="2024-10-25T03:03:54.813" v="1" actId="2696"/>
        <pc:sldMkLst>
          <pc:docMk/>
          <pc:sldMk cId="4184334930" sldId="259"/>
        </pc:sldMkLst>
      </pc:sldChg>
      <pc:sldChg chg="addSp delSp modSp add mod ord">
        <pc:chgData name="Vaught, Jacob" userId="3948bc58-7b81-44a4-9cf0-22ebac0213b4" providerId="ADAL" clId="{A298839E-63DA-ED4D-A0C5-22F645D77D20}" dt="2024-10-25T06:56:40.807" v="2605" actId="20578"/>
        <pc:sldMkLst>
          <pc:docMk/>
          <pc:sldMk cId="1667957762" sldId="260"/>
        </pc:sldMkLst>
        <pc:spChg chg="add mod">
          <ac:chgData name="Vaught, Jacob" userId="3948bc58-7b81-44a4-9cf0-22ebac0213b4" providerId="ADAL" clId="{A298839E-63DA-ED4D-A0C5-22F645D77D20}" dt="2024-10-25T05:29:09.254" v="2407" actId="20577"/>
          <ac:spMkLst>
            <pc:docMk/>
            <pc:sldMk cId="1667957762" sldId="260"/>
            <ac:spMk id="2" creationId="{83FFA9B0-046A-D1A5-8AF5-5B0ADC2C014E}"/>
          </ac:spMkLst>
        </pc:spChg>
        <pc:spChg chg="mod">
          <ac:chgData name="Vaught, Jacob" userId="3948bc58-7b81-44a4-9cf0-22ebac0213b4" providerId="ADAL" clId="{A298839E-63DA-ED4D-A0C5-22F645D77D20}" dt="2024-10-25T05:28:56.738" v="2385" actId="14100"/>
          <ac:spMkLst>
            <pc:docMk/>
            <pc:sldMk cId="1667957762" sldId="260"/>
            <ac:spMk id="8" creationId="{9C43342E-3F21-E45B-3823-D150519C527D}"/>
          </ac:spMkLst>
        </pc:spChg>
        <pc:spChg chg="add del mod">
          <ac:chgData name="Vaught, Jacob" userId="3948bc58-7b81-44a4-9cf0-22ebac0213b4" providerId="ADAL" clId="{A298839E-63DA-ED4D-A0C5-22F645D77D20}" dt="2024-10-25T05:26:23.383" v="2176" actId="20577"/>
          <ac:spMkLst>
            <pc:docMk/>
            <pc:sldMk cId="1667957762" sldId="260"/>
            <ac:spMk id="16" creationId="{B018E9B1-6D14-D3E4-DB10-75417CE6E510}"/>
          </ac:spMkLst>
        </pc:spChg>
        <pc:spChg chg="mod">
          <ac:chgData name="Vaught, Jacob" userId="3948bc58-7b81-44a4-9cf0-22ebac0213b4" providerId="ADAL" clId="{A298839E-63DA-ED4D-A0C5-22F645D77D20}" dt="2024-10-25T05:25:52.454" v="2157" actId="20577"/>
          <ac:spMkLst>
            <pc:docMk/>
            <pc:sldMk cId="1667957762" sldId="260"/>
            <ac:spMk id="17" creationId="{1CC36981-EA4B-F617-AEE8-76C7B6BEDE3F}"/>
          </ac:spMkLst>
        </pc:spChg>
        <pc:spChg chg="mod">
          <ac:chgData name="Vaught, Jacob" userId="3948bc58-7b81-44a4-9cf0-22ebac0213b4" providerId="ADAL" clId="{A298839E-63DA-ED4D-A0C5-22F645D77D20}" dt="2024-10-25T05:32:13.509" v="2596" actId="20577"/>
          <ac:spMkLst>
            <pc:docMk/>
            <pc:sldMk cId="1667957762" sldId="260"/>
            <ac:spMk id="21" creationId="{CC6F4F06-DBEE-D932-9B7D-6101CBEF4211}"/>
          </ac:spMkLst>
        </pc:spChg>
        <pc:spChg chg="mod">
          <ac:chgData name="Vaught, Jacob" userId="3948bc58-7b81-44a4-9cf0-22ebac0213b4" providerId="ADAL" clId="{A298839E-63DA-ED4D-A0C5-22F645D77D20}" dt="2024-10-25T05:26:43.784" v="2190" actId="20577"/>
          <ac:spMkLst>
            <pc:docMk/>
            <pc:sldMk cId="1667957762" sldId="260"/>
            <ac:spMk id="23" creationId="{946B69D5-F6AF-ACDC-AD74-413BF0706C88}"/>
          </ac:spMkLst>
        </pc:spChg>
        <pc:spChg chg="mod">
          <ac:chgData name="Vaught, Jacob" userId="3948bc58-7b81-44a4-9cf0-22ebac0213b4" providerId="ADAL" clId="{A298839E-63DA-ED4D-A0C5-22F645D77D20}" dt="2024-10-25T05:32:15.771" v="2599" actId="20577"/>
          <ac:spMkLst>
            <pc:docMk/>
            <pc:sldMk cId="1667957762" sldId="260"/>
            <ac:spMk id="45" creationId="{FC1B62D4-3D6A-2246-F9C1-04A67CFBAB1E}"/>
          </ac:spMkLst>
        </pc:spChg>
        <pc:spChg chg="mod">
          <ac:chgData name="Vaught, Jacob" userId="3948bc58-7b81-44a4-9cf0-22ebac0213b4" providerId="ADAL" clId="{A298839E-63DA-ED4D-A0C5-22F645D77D20}" dt="2024-10-25T05:32:17.725" v="2602" actId="20577"/>
          <ac:spMkLst>
            <pc:docMk/>
            <pc:sldMk cId="1667957762" sldId="260"/>
            <ac:spMk id="62" creationId="{73AC6495-9EF8-D7A1-8EE1-AA5D67A3D367}"/>
          </ac:spMkLst>
        </pc:spChg>
        <pc:spChg chg="mod">
          <ac:chgData name="Vaught, Jacob" userId="3948bc58-7b81-44a4-9cf0-22ebac0213b4" providerId="ADAL" clId="{A298839E-63DA-ED4D-A0C5-22F645D77D20}" dt="2024-10-25T05:27:27.583" v="2257" actId="20577"/>
          <ac:spMkLst>
            <pc:docMk/>
            <pc:sldMk cId="1667957762" sldId="260"/>
            <ac:spMk id="96" creationId="{C22A4F8B-6E2C-EACC-953D-9E43D0A8352B}"/>
          </ac:spMkLst>
        </pc:spChg>
        <pc:spChg chg="mod">
          <ac:chgData name="Vaught, Jacob" userId="3948bc58-7b81-44a4-9cf0-22ebac0213b4" providerId="ADAL" clId="{A298839E-63DA-ED4D-A0C5-22F645D77D20}" dt="2024-10-25T05:30:22.074" v="2439" actId="20577"/>
          <ac:spMkLst>
            <pc:docMk/>
            <pc:sldMk cId="1667957762" sldId="260"/>
            <ac:spMk id="114" creationId="{083FCDA9-5780-05A9-DD73-C44E7866AF1F}"/>
          </ac:spMkLst>
        </pc:spChg>
        <pc:spChg chg="mod">
          <ac:chgData name="Vaught, Jacob" userId="3948bc58-7b81-44a4-9cf0-22ebac0213b4" providerId="ADAL" clId="{A298839E-63DA-ED4D-A0C5-22F645D77D20}" dt="2024-10-25T05:31:30.410" v="2574" actId="20577"/>
          <ac:spMkLst>
            <pc:docMk/>
            <pc:sldMk cId="1667957762" sldId="260"/>
            <ac:spMk id="121" creationId="{F8F8637C-EE87-09EA-C11F-25F2DE3BFBB1}"/>
          </ac:spMkLst>
        </pc:spChg>
        <pc:spChg chg="mod">
          <ac:chgData name="Vaught, Jacob" userId="3948bc58-7b81-44a4-9cf0-22ebac0213b4" providerId="ADAL" clId="{A298839E-63DA-ED4D-A0C5-22F645D77D20}" dt="2024-10-25T05:27:47.106" v="2271" actId="20577"/>
          <ac:spMkLst>
            <pc:docMk/>
            <pc:sldMk cId="1667957762" sldId="260"/>
            <ac:spMk id="122" creationId="{AA2850EE-F139-AD90-A31E-03720B2DAE9F}"/>
          </ac:spMkLst>
        </pc:spChg>
        <pc:spChg chg="mod">
          <ac:chgData name="Vaught, Jacob" userId="3948bc58-7b81-44a4-9cf0-22ebac0213b4" providerId="ADAL" clId="{A298839E-63DA-ED4D-A0C5-22F645D77D20}" dt="2024-10-25T05:31:36.276" v="2588" actId="20577"/>
          <ac:spMkLst>
            <pc:docMk/>
            <pc:sldMk cId="1667957762" sldId="260"/>
            <ac:spMk id="128" creationId="{1A21466B-B47C-A316-438F-98F7019CF821}"/>
          </ac:spMkLst>
        </pc:spChg>
        <pc:spChg chg="mod">
          <ac:chgData name="Vaught, Jacob" userId="3948bc58-7b81-44a4-9cf0-22ebac0213b4" providerId="ADAL" clId="{A298839E-63DA-ED4D-A0C5-22F645D77D20}" dt="2024-10-25T05:31:16.923" v="2562" actId="20577"/>
          <ac:spMkLst>
            <pc:docMk/>
            <pc:sldMk cId="1667957762" sldId="260"/>
            <ac:spMk id="148" creationId="{F8CBEEE5-DD76-1D66-0587-F1BBF846D27D}"/>
          </ac:spMkLst>
        </pc:spChg>
        <pc:spChg chg="mod">
          <ac:chgData name="Vaught, Jacob" userId="3948bc58-7b81-44a4-9cf0-22ebac0213b4" providerId="ADAL" clId="{A298839E-63DA-ED4D-A0C5-22F645D77D20}" dt="2024-10-25T05:30:34.191" v="2448" actId="20577"/>
          <ac:spMkLst>
            <pc:docMk/>
            <pc:sldMk cId="1667957762" sldId="260"/>
            <ac:spMk id="251" creationId="{26E4F1FF-F267-CB46-0BE8-1EEA826DC9A7}"/>
          </ac:spMkLst>
        </pc:spChg>
        <pc:spChg chg="mod">
          <ac:chgData name="Vaught, Jacob" userId="3948bc58-7b81-44a4-9cf0-22ebac0213b4" providerId="ADAL" clId="{A298839E-63DA-ED4D-A0C5-22F645D77D20}" dt="2024-10-25T05:30:28.707" v="2443" actId="20577"/>
          <ac:spMkLst>
            <pc:docMk/>
            <pc:sldMk cId="1667957762" sldId="260"/>
            <ac:spMk id="253" creationId="{0C88A973-7764-E675-E702-0C57F60E7304}"/>
          </ac:spMkLst>
        </pc:spChg>
        <pc:cxnChg chg="add mod">
          <ac:chgData name="Vaught, Jacob" userId="3948bc58-7b81-44a4-9cf0-22ebac0213b4" providerId="ADAL" clId="{A298839E-63DA-ED4D-A0C5-22F645D77D20}" dt="2024-10-25T05:29:25.432" v="2412" actId="14100"/>
          <ac:cxnSpMkLst>
            <pc:docMk/>
            <pc:sldMk cId="1667957762" sldId="260"/>
            <ac:cxnSpMk id="3" creationId="{5E733139-37C4-DCB6-2043-83C66F967725}"/>
          </ac:cxnSpMkLst>
        </pc:cxnChg>
        <pc:cxnChg chg="add mod">
          <ac:chgData name="Vaught, Jacob" userId="3948bc58-7b81-44a4-9cf0-22ebac0213b4" providerId="ADAL" clId="{A298839E-63DA-ED4D-A0C5-22F645D77D20}" dt="2024-10-25T05:31:58.237" v="2594" actId="14100"/>
          <ac:cxnSpMkLst>
            <pc:docMk/>
            <pc:sldMk cId="1667957762" sldId="260"/>
            <ac:cxnSpMk id="11" creationId="{A2EA66F6-37DA-94CC-C8C6-966068B4995E}"/>
          </ac:cxnSpMkLst>
        </pc:cxnChg>
        <pc:cxnChg chg="add del mod">
          <ac:chgData name="Vaught, Jacob" userId="3948bc58-7b81-44a4-9cf0-22ebac0213b4" providerId="ADAL" clId="{A298839E-63DA-ED4D-A0C5-22F645D77D20}" dt="2024-10-25T05:26:20.670" v="2171" actId="478"/>
          <ac:cxnSpMkLst>
            <pc:docMk/>
            <pc:sldMk cId="1667957762" sldId="260"/>
            <ac:cxnSpMk id="124" creationId="{13751033-A55B-B308-03E8-539A65C90648}"/>
          </ac:cxnSpMkLst>
        </pc:cxnChg>
        <pc:cxnChg chg="add del mod">
          <ac:chgData name="Vaught, Jacob" userId="3948bc58-7b81-44a4-9cf0-22ebac0213b4" providerId="ADAL" clId="{A298839E-63DA-ED4D-A0C5-22F645D77D20}" dt="2024-10-25T05:30:04.221" v="2416" actId="478"/>
          <ac:cxnSpMkLst>
            <pc:docMk/>
            <pc:sldMk cId="1667957762" sldId="260"/>
            <ac:cxnSpMk id="158" creationId="{66B7563E-7CF4-F2B9-AAB8-E42A9D80A832}"/>
          </ac:cxnSpMkLst>
        </pc:cxnChg>
      </pc:sldChg>
      <pc:sldMasterChg chg="modSp modSldLayout">
        <pc:chgData name="Vaught, Jacob" userId="3948bc58-7b81-44a4-9cf0-22ebac0213b4" providerId="ADAL" clId="{A298839E-63DA-ED4D-A0C5-22F645D77D20}" dt="2024-10-25T04:08:59.247" v="1349"/>
        <pc:sldMasterMkLst>
          <pc:docMk/>
          <pc:sldMasterMk cId="1189043135" sldId="2147483648"/>
        </pc:sldMasterMkLst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488744680" sldId="2147483649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2194800269" sldId="2147483651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1053176335" sldId="2147483652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647498682" sldId="2147483653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3262423234" sldId="2147483656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337948668" sldId="2147483657"/>
          </pc:sldLayoutMkLst>
        </pc:sldLayoutChg>
        <pc:sldLayoutChg chg="modSp">
          <pc:chgData name="Vaught, Jacob" userId="3948bc58-7b81-44a4-9cf0-22ebac0213b4" providerId="ADAL" clId="{A298839E-63DA-ED4D-A0C5-22F645D77D20}" dt="2024-10-25T04:08:59.247" v="1349"/>
          <pc:sldLayoutMkLst>
            <pc:docMk/>
            <pc:sldMasterMk cId="1189043135" sldId="2147483648"/>
            <pc:sldLayoutMk cId="2462601645" sldId="2147483659"/>
          </pc:sldLayoutMkLst>
        </pc:sldLayoutChg>
      </pc:sldMasterChg>
    </pc:docChg>
  </pc:docChgLst>
  <pc:docChgLst>
    <pc:chgData name="Rojas, Rodrigo" userId="22690272-32de-421a-9836-5e0bc4ebcacc" providerId="ADAL" clId="{F1DCBE73-4A36-7946-AFE8-C14268A5F774}"/>
    <pc:docChg chg="undo custSel addSld modSld">
      <pc:chgData name="Rojas, Rodrigo" userId="22690272-32de-421a-9836-5e0bc4ebcacc" providerId="ADAL" clId="{F1DCBE73-4A36-7946-AFE8-C14268A5F774}" dt="2024-11-23T14:36:36.203" v="561" actId="1076"/>
      <pc:docMkLst>
        <pc:docMk/>
      </pc:docMkLst>
      <pc:sldChg chg="addSp delSp modSp mod">
        <pc:chgData name="Rojas, Rodrigo" userId="22690272-32de-421a-9836-5e0bc4ebcacc" providerId="ADAL" clId="{F1DCBE73-4A36-7946-AFE8-C14268A5F774}" dt="2024-11-23T14:36:36.203" v="561" actId="1076"/>
        <pc:sldMkLst>
          <pc:docMk/>
          <pc:sldMk cId="1895028134" sldId="259"/>
        </pc:sldMkLst>
        <pc:spChg chg="add mod">
          <ac:chgData name="Rojas, Rodrigo" userId="22690272-32de-421a-9836-5e0bc4ebcacc" providerId="ADAL" clId="{F1DCBE73-4A36-7946-AFE8-C14268A5F774}" dt="2024-11-23T14:33:02.083" v="467" actId="14100"/>
          <ac:spMkLst>
            <pc:docMk/>
            <pc:sldMk cId="1895028134" sldId="259"/>
            <ac:spMk id="2" creationId="{D5091E74-AC44-428F-ABDF-A1BF196347EA}"/>
          </ac:spMkLst>
        </pc:spChg>
        <pc:spChg chg="add del mod">
          <ac:chgData name="Rojas, Rodrigo" userId="22690272-32de-421a-9836-5e0bc4ebcacc" providerId="ADAL" clId="{F1DCBE73-4A36-7946-AFE8-C14268A5F774}" dt="2024-11-22T04:11:20.291" v="189" actId="478"/>
          <ac:spMkLst>
            <pc:docMk/>
            <pc:sldMk cId="1895028134" sldId="259"/>
            <ac:spMk id="2" creationId="{F20258E9-5688-B052-267F-67F31E5BE154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4" creationId="{2BF66FE6-3090-0581-C69B-7617652453C6}"/>
          </ac:spMkLst>
        </pc:spChg>
        <pc:spChg chg="add mod">
          <ac:chgData name="Rojas, Rodrigo" userId="22690272-32de-421a-9836-5e0bc4ebcacc" providerId="ADAL" clId="{F1DCBE73-4A36-7946-AFE8-C14268A5F774}" dt="2024-11-23T14:33:03.918" v="469"/>
          <ac:spMkLst>
            <pc:docMk/>
            <pc:sldMk cId="1895028134" sldId="259"/>
            <ac:spMk id="5" creationId="{4E362963-E769-1265-E036-31EE16C7C6F9}"/>
          </ac:spMkLst>
        </pc:spChg>
        <pc:spChg chg="add del mod">
          <ac:chgData name="Rojas, Rodrigo" userId="22690272-32de-421a-9836-5e0bc4ebcacc" providerId="ADAL" clId="{F1DCBE73-4A36-7946-AFE8-C14268A5F774}" dt="2024-11-22T04:11:17.808" v="188" actId="478"/>
          <ac:spMkLst>
            <pc:docMk/>
            <pc:sldMk cId="1895028134" sldId="259"/>
            <ac:spMk id="5" creationId="{A24716BA-37B2-2A58-B8EE-0BA4D2A77104}"/>
          </ac:spMkLst>
        </pc:spChg>
        <pc:spChg chg="add mod">
          <ac:chgData name="Rojas, Rodrigo" userId="22690272-32de-421a-9836-5e0bc4ebcacc" providerId="ADAL" clId="{F1DCBE73-4A36-7946-AFE8-C14268A5F774}" dt="2024-11-23T14:33:19.480" v="473" actId="14100"/>
          <ac:spMkLst>
            <pc:docMk/>
            <pc:sldMk cId="1895028134" sldId="259"/>
            <ac:spMk id="6" creationId="{1F3E7906-DAFD-EC35-54E2-B20F27DD92FA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7" creationId="{3C0D578E-2896-D4BC-680F-E36D11B198E7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8" creationId="{D1E1BB2C-AB97-A5DF-AA4B-90D16AC78DCD}"/>
          </ac:spMkLst>
        </pc:spChg>
        <pc:spChg chg="add mod">
          <ac:chgData name="Rojas, Rodrigo" userId="22690272-32de-421a-9836-5e0bc4ebcacc" providerId="ADAL" clId="{F1DCBE73-4A36-7946-AFE8-C14268A5F774}" dt="2024-11-23T14:36:08.652" v="557" actId="14100"/>
          <ac:spMkLst>
            <pc:docMk/>
            <pc:sldMk cId="1895028134" sldId="259"/>
            <ac:spMk id="9" creationId="{1D482B0C-02C4-CA53-0901-FBDEB7B7B9CA}"/>
          </ac:spMkLst>
        </pc:spChg>
        <pc:spChg chg="add del mod">
          <ac:chgData name="Rojas, Rodrigo" userId="22690272-32de-421a-9836-5e0bc4ebcacc" providerId="ADAL" clId="{F1DCBE73-4A36-7946-AFE8-C14268A5F774}" dt="2024-11-22T04:11:24.933" v="191" actId="478"/>
          <ac:spMkLst>
            <pc:docMk/>
            <pc:sldMk cId="1895028134" sldId="259"/>
            <ac:spMk id="10" creationId="{B161F9E4-AF52-AC39-9185-3F6BA7A6903E}"/>
          </ac:spMkLst>
        </pc:spChg>
        <pc:spChg chg="add mod">
          <ac:chgData name="Rojas, Rodrigo" userId="22690272-32de-421a-9836-5e0bc4ebcacc" providerId="ADAL" clId="{F1DCBE73-4A36-7946-AFE8-C14268A5F774}" dt="2024-11-23T14:35:05.971" v="509" actId="1076"/>
          <ac:spMkLst>
            <pc:docMk/>
            <pc:sldMk cId="1895028134" sldId="259"/>
            <ac:spMk id="10" creationId="{DE47222B-AA5D-4DC9-34E0-D2EBF0204502}"/>
          </ac:spMkLst>
        </pc:spChg>
        <pc:spChg chg="add del mod">
          <ac:chgData name="Rojas, Rodrigo" userId="22690272-32de-421a-9836-5e0bc4ebcacc" providerId="ADAL" clId="{F1DCBE73-4A36-7946-AFE8-C14268A5F774}" dt="2024-11-23T14:34:10.735" v="479" actId="14100"/>
          <ac:spMkLst>
            <pc:docMk/>
            <pc:sldMk cId="1895028134" sldId="259"/>
            <ac:spMk id="11" creationId="{7759EC38-B7AC-A448-98C0-94E69C957AED}"/>
          </ac:spMkLst>
        </pc:spChg>
        <pc:spChg chg="add del mod">
          <ac:chgData name="Rojas, Rodrigo" userId="22690272-32de-421a-9836-5e0bc4ebcacc" providerId="ADAL" clId="{F1DCBE73-4A36-7946-AFE8-C14268A5F774}" dt="2024-11-22T04:11:23.918" v="190" actId="478"/>
          <ac:spMkLst>
            <pc:docMk/>
            <pc:sldMk cId="1895028134" sldId="259"/>
            <ac:spMk id="12" creationId="{D204526E-7A45-89C2-DB40-F35B453AD7D7}"/>
          </ac:spMkLst>
        </pc:spChg>
        <pc:spChg chg="add mod">
          <ac:chgData name="Rojas, Rodrigo" userId="22690272-32de-421a-9836-5e0bc4ebcacc" providerId="ADAL" clId="{F1DCBE73-4A36-7946-AFE8-C14268A5F774}" dt="2024-11-23T14:36:36.203" v="561" actId="1076"/>
          <ac:spMkLst>
            <pc:docMk/>
            <pc:sldMk cId="1895028134" sldId="259"/>
            <ac:spMk id="12" creationId="{F3860958-5B3F-0B3B-8522-9D6109224892}"/>
          </ac:spMkLst>
        </pc:spChg>
        <pc:spChg chg="add mod">
          <ac:chgData name="Rojas, Rodrigo" userId="22690272-32de-421a-9836-5e0bc4ebcacc" providerId="ADAL" clId="{F1DCBE73-4A36-7946-AFE8-C14268A5F774}" dt="2024-11-23T14:36:04.507" v="556" actId="1076"/>
          <ac:spMkLst>
            <pc:docMk/>
            <pc:sldMk cId="1895028134" sldId="259"/>
            <ac:spMk id="13" creationId="{5AAD5F71-CD93-30CD-1F32-097C911E0810}"/>
          </ac:spMkLst>
        </pc:spChg>
        <pc:spChg chg="add del mod">
          <ac:chgData name="Rojas, Rodrigo" userId="22690272-32de-421a-9836-5e0bc4ebcacc" providerId="ADAL" clId="{F1DCBE73-4A36-7946-AFE8-C14268A5F774}" dt="2024-11-22T04:11:26.427" v="192" actId="478"/>
          <ac:spMkLst>
            <pc:docMk/>
            <pc:sldMk cId="1895028134" sldId="259"/>
            <ac:spMk id="13" creationId="{E16B4487-B86C-5C8E-7EC9-D9DE18F0BAE1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14" creationId="{55F48211-FB65-768A-8AD9-D1E65EB30839}"/>
          </ac:spMkLst>
        </pc:spChg>
        <pc:spChg chg="add del mod">
          <ac:chgData name="Rojas, Rodrigo" userId="22690272-32de-421a-9836-5e0bc4ebcacc" providerId="ADAL" clId="{F1DCBE73-4A36-7946-AFE8-C14268A5F774}" dt="2024-11-22T04:11:28.737" v="193" actId="478"/>
          <ac:spMkLst>
            <pc:docMk/>
            <pc:sldMk cId="1895028134" sldId="259"/>
            <ac:spMk id="15" creationId="{8BDE7EAE-7B7B-C441-B3AD-EBD65DA0327A}"/>
          </ac:spMkLst>
        </pc:spChg>
        <pc:spChg chg="add mod">
          <ac:chgData name="Rojas, Rodrigo" userId="22690272-32de-421a-9836-5e0bc4ebcacc" providerId="ADAL" clId="{F1DCBE73-4A36-7946-AFE8-C14268A5F774}" dt="2024-11-23T14:36:14.578" v="560" actId="313"/>
          <ac:spMkLst>
            <pc:docMk/>
            <pc:sldMk cId="1895028134" sldId="259"/>
            <ac:spMk id="15" creationId="{B98C4525-3EF1-822E-AA8C-AF100420F8A5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16" creationId="{090A05F6-16E8-7F60-6168-1A73BC62A985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17" creationId="{470A884D-F1AD-EEA6-FE31-40B6978AAF75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18" creationId="{F94CF5D4-99E5-9E12-3E6C-E5693B5D06CE}"/>
          </ac:spMkLst>
        </pc:spChg>
        <pc:spChg chg="add del mod">
          <ac:chgData name="Rojas, Rodrigo" userId="22690272-32de-421a-9836-5e0bc4ebcacc" providerId="ADAL" clId="{F1DCBE73-4A36-7946-AFE8-C14268A5F774}" dt="2024-11-22T04:11:37.461" v="198" actId="478"/>
          <ac:spMkLst>
            <pc:docMk/>
            <pc:sldMk cId="1895028134" sldId="259"/>
            <ac:spMk id="19" creationId="{FC261973-D467-975E-564C-CB057C222C2A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249" creationId="{94A35029-EC79-D8E1-8226-9CF01059AB4D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250" creationId="{352F93BF-44B2-1313-C8A0-685A3FE28B78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251" creationId="{6C61EC21-358C-7EEA-9CF4-4E25C8263A7C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252" creationId="{AE7C4B83-758B-5D40-B9F2-76077015119C}"/>
          </ac:spMkLst>
        </pc:spChg>
        <pc:spChg chg="mod">
          <ac:chgData name="Rojas, Rodrigo" userId="22690272-32de-421a-9836-5e0bc4ebcacc" providerId="ADAL" clId="{F1DCBE73-4A36-7946-AFE8-C14268A5F774}" dt="2024-11-15T18:50:34.203" v="4" actId="164"/>
          <ac:spMkLst>
            <pc:docMk/>
            <pc:sldMk cId="1895028134" sldId="259"/>
            <ac:spMk id="253" creationId="{31AE286F-62B1-2662-8EC4-2544D820C16C}"/>
          </ac:spMkLst>
        </pc:spChg>
        <pc:grpChg chg="add mod">
          <ac:chgData name="Rojas, Rodrigo" userId="22690272-32de-421a-9836-5e0bc4ebcacc" providerId="ADAL" clId="{F1DCBE73-4A36-7946-AFE8-C14268A5F774}" dt="2024-11-23T14:36:10.844" v="559" actId="1076"/>
          <ac:grpSpMkLst>
            <pc:docMk/>
            <pc:sldMk cId="1895028134" sldId="259"/>
            <ac:grpSpMk id="3" creationId="{DA26CEEE-7CB4-DA02-B5FA-A2D9F1CD25A5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29" creationId="{2A15C982-BCCD-DDE5-0669-1DB94935E8CE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43" creationId="{ABEE791C-41EF-1130-1DCB-102444B38F3C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59" creationId="{E024F679-F1C4-F056-0A0D-46CFA9DAF8B1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95" creationId="{565E97F4-4E50-BE58-D5A1-9A1FD952C121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113" creationId="{C2B12992-BC39-D471-6B5A-083F726434C9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120" creationId="{8F15F829-086D-D03B-65B3-E88B04424DB0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127" creationId="{D631DBF8-3723-04F0-EDFE-48679B348329}"/>
          </ac:grpSpMkLst>
        </pc:grpChg>
        <pc:grpChg chg="mod">
          <ac:chgData name="Rojas, Rodrigo" userId="22690272-32de-421a-9836-5e0bc4ebcacc" providerId="ADAL" clId="{F1DCBE73-4A36-7946-AFE8-C14268A5F774}" dt="2024-11-15T18:50:34.203" v="4" actId="164"/>
          <ac:grpSpMkLst>
            <pc:docMk/>
            <pc:sldMk cId="1895028134" sldId="259"/>
            <ac:grpSpMk id="147" creationId="{006F9886-0200-07F3-ABD3-C4DFBB666EA2}"/>
          </ac:grpSpMkLst>
        </pc:grp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34" creationId="{DDD0328F-ADEC-B914-42C2-235CE5CE3A0E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36" creationId="{00F164B1-7590-E8AD-18A8-6ABA76B128AC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48" creationId="{9FD025FA-1775-9CE5-9B25-3C63DD8979FA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64" creationId="{AA0CC6B3-8969-025C-92FF-E591047E6895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72" creationId="{B0EE1823-2418-B6CD-C453-A4B3F41BE8D8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89" creationId="{82EAB530-CCC8-8868-AD29-6ADC6D96FFC6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02" creationId="{A299FB6E-F8F0-34F1-19B1-E410647A695A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17" creationId="{A526A8B0-A387-924B-7011-C6B84D5F3F44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24" creationId="{1693DEC3-3F00-455C-7B47-056FD3E3A1E9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31" creationId="{CDE0A12D-F14C-B9F1-5E85-4670070837C6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35" creationId="{FA70D56C-0E4A-0FF2-4147-0A72469A5BB9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40" creationId="{94CB99D5-C520-84FA-53C1-999049788154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51" creationId="{0B8E35E9-A291-E7C6-DFEA-C26D8FFB3A32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54" creationId="{CD6DAE41-CB60-56B0-2660-3A08BCF4820C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158" creationId="{7521C242-3E71-8D41-3549-F20E4B1AD976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57" creationId="{1B4B22FD-ECDF-9544-99A4-26CE3D8CD3EF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60" creationId="{72BB4FCB-FD75-51B6-6D67-F3F0FA47AC38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64" creationId="{0B84A9DB-DE62-A604-0DEA-75DC721F4A80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71" creationId="{ED5E841A-44FF-8352-BA60-1ACACBB5193C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74" creationId="{0CAF4797-4600-EACF-8E18-98636ED47018}"/>
          </ac:cxnSpMkLst>
        </pc:cxnChg>
        <pc:cxnChg chg="mod">
          <ac:chgData name="Rojas, Rodrigo" userId="22690272-32de-421a-9836-5e0bc4ebcacc" providerId="ADAL" clId="{F1DCBE73-4A36-7946-AFE8-C14268A5F774}" dt="2024-11-15T18:50:34.203" v="4" actId="164"/>
          <ac:cxnSpMkLst>
            <pc:docMk/>
            <pc:sldMk cId="1895028134" sldId="259"/>
            <ac:cxnSpMk id="277" creationId="{B5D3AC95-AF9E-1186-9E41-D1E815B0AF2B}"/>
          </ac:cxnSpMkLst>
        </pc:cxnChg>
      </pc:sldChg>
      <pc:sldChg chg="addSp modSp mod">
        <pc:chgData name="Rojas, Rodrigo" userId="22690272-32de-421a-9836-5e0bc4ebcacc" providerId="ADAL" clId="{F1DCBE73-4A36-7946-AFE8-C14268A5F774}" dt="2024-11-22T04:17:58.269" v="311" actId="1076"/>
        <pc:sldMkLst>
          <pc:docMk/>
          <pc:sldMk cId="1667957762" sldId="260"/>
        </pc:sldMkLst>
        <pc:spChg chg="add mod">
          <ac:chgData name="Rojas, Rodrigo" userId="22690272-32de-421a-9836-5e0bc4ebcacc" providerId="ADAL" clId="{F1DCBE73-4A36-7946-AFE8-C14268A5F774}" dt="2024-11-22T04:12:55.007" v="202" actId="14100"/>
          <ac:spMkLst>
            <pc:docMk/>
            <pc:sldMk cId="1667957762" sldId="260"/>
            <ac:spMk id="5" creationId="{725C547A-3889-E0B3-0DEF-7EDC9469FE6D}"/>
          </ac:spMkLst>
        </pc:spChg>
        <pc:spChg chg="add mod">
          <ac:chgData name="Rojas, Rodrigo" userId="22690272-32de-421a-9836-5e0bc4ebcacc" providerId="ADAL" clId="{F1DCBE73-4A36-7946-AFE8-C14268A5F774}" dt="2024-11-22T04:13:22.326" v="206" actId="14100"/>
          <ac:spMkLst>
            <pc:docMk/>
            <pc:sldMk cId="1667957762" sldId="260"/>
            <ac:spMk id="6" creationId="{16E0C59A-2746-E2D4-D68D-40A0BFD52AB1}"/>
          </ac:spMkLst>
        </pc:spChg>
        <pc:spChg chg="add mod">
          <ac:chgData name="Rojas, Rodrigo" userId="22690272-32de-421a-9836-5e0bc4ebcacc" providerId="ADAL" clId="{F1DCBE73-4A36-7946-AFE8-C14268A5F774}" dt="2024-11-22T04:13:47.362" v="209" actId="14100"/>
          <ac:spMkLst>
            <pc:docMk/>
            <pc:sldMk cId="1667957762" sldId="260"/>
            <ac:spMk id="9" creationId="{6CF7EA8D-6723-0E7B-ECFC-FD20F4F44909}"/>
          </ac:spMkLst>
        </pc:spChg>
        <pc:spChg chg="add mod">
          <ac:chgData name="Rojas, Rodrigo" userId="22690272-32de-421a-9836-5e0bc4ebcacc" providerId="ADAL" clId="{F1DCBE73-4A36-7946-AFE8-C14268A5F774}" dt="2024-11-22T04:17:58.269" v="311" actId="1076"/>
          <ac:spMkLst>
            <pc:docMk/>
            <pc:sldMk cId="1667957762" sldId="260"/>
            <ac:spMk id="10" creationId="{D7816DFD-3429-F2DB-DBB2-D12AA257D1DE}"/>
          </ac:spMkLst>
        </pc:spChg>
        <pc:spChg chg="add mod">
          <ac:chgData name="Rojas, Rodrigo" userId="22690272-32de-421a-9836-5e0bc4ebcacc" providerId="ADAL" clId="{F1DCBE73-4A36-7946-AFE8-C14268A5F774}" dt="2024-11-22T04:15:21.777" v="237" actId="1076"/>
          <ac:spMkLst>
            <pc:docMk/>
            <pc:sldMk cId="1667957762" sldId="260"/>
            <ac:spMk id="12" creationId="{5A9F314E-98AD-4CB6-1E65-50B9B25D34F6}"/>
          </ac:spMkLst>
        </pc:spChg>
        <pc:spChg chg="add mod">
          <ac:chgData name="Rojas, Rodrigo" userId="22690272-32de-421a-9836-5e0bc4ebcacc" providerId="ADAL" clId="{F1DCBE73-4A36-7946-AFE8-C14268A5F774}" dt="2024-11-22T04:15:36.651" v="264" actId="1076"/>
          <ac:spMkLst>
            <pc:docMk/>
            <pc:sldMk cId="1667957762" sldId="260"/>
            <ac:spMk id="13" creationId="{301E4D71-207B-F912-E8DA-E9EBC28E1E01}"/>
          </ac:spMkLst>
        </pc:spChg>
        <pc:spChg chg="add mod">
          <ac:chgData name="Rojas, Rodrigo" userId="22690272-32de-421a-9836-5e0bc4ebcacc" providerId="ADAL" clId="{F1DCBE73-4A36-7946-AFE8-C14268A5F774}" dt="2024-11-22T04:16:06.695" v="284" actId="1076"/>
          <ac:spMkLst>
            <pc:docMk/>
            <pc:sldMk cId="1667957762" sldId="260"/>
            <ac:spMk id="15" creationId="{18B6A562-8441-333C-DE30-5EEDF053CE1D}"/>
          </ac:spMkLst>
        </pc:spChg>
        <pc:spChg chg="add mod">
          <ac:chgData name="Rojas, Rodrigo" userId="22690272-32de-421a-9836-5e0bc4ebcacc" providerId="ADAL" clId="{F1DCBE73-4A36-7946-AFE8-C14268A5F774}" dt="2024-11-22T04:16:22.788" v="310" actId="1076"/>
          <ac:spMkLst>
            <pc:docMk/>
            <pc:sldMk cId="1667957762" sldId="260"/>
            <ac:spMk id="19" creationId="{603A5BF6-2EA9-23E4-6323-55D036323949}"/>
          </ac:spMkLst>
        </pc:spChg>
      </pc:sldChg>
      <pc:sldChg chg="addSp delSp modSp new mod">
        <pc:chgData name="Rojas, Rodrigo" userId="22690272-32de-421a-9836-5e0bc4ebcacc" providerId="ADAL" clId="{F1DCBE73-4A36-7946-AFE8-C14268A5F774}" dt="2024-11-22T22:19:34.946" v="371" actId="20577"/>
        <pc:sldMkLst>
          <pc:docMk/>
          <pc:sldMk cId="1235255048" sldId="261"/>
        </pc:sldMkLst>
        <pc:spChg chg="del">
          <ac:chgData name="Rojas, Rodrigo" userId="22690272-32de-421a-9836-5e0bc4ebcacc" providerId="ADAL" clId="{F1DCBE73-4A36-7946-AFE8-C14268A5F774}" dt="2024-11-22T22:12:30.346" v="313" actId="478"/>
          <ac:spMkLst>
            <pc:docMk/>
            <pc:sldMk cId="1235255048" sldId="261"/>
            <ac:spMk id="2" creationId="{83587120-D1F6-0CF4-96F9-733BDA9CA045}"/>
          </ac:spMkLst>
        </pc:spChg>
        <pc:spChg chg="del">
          <ac:chgData name="Rojas, Rodrigo" userId="22690272-32de-421a-9836-5e0bc4ebcacc" providerId="ADAL" clId="{F1DCBE73-4A36-7946-AFE8-C14268A5F774}" dt="2024-11-22T22:12:30.346" v="313" actId="478"/>
          <ac:spMkLst>
            <pc:docMk/>
            <pc:sldMk cId="1235255048" sldId="261"/>
            <ac:spMk id="3" creationId="{5FFE2DA6-45D8-7CBE-AD41-2CF84AFFECFA}"/>
          </ac:spMkLst>
        </pc:spChg>
        <pc:spChg chg="add mod">
          <ac:chgData name="Rojas, Rodrigo" userId="22690272-32de-421a-9836-5e0bc4ebcacc" providerId="ADAL" clId="{F1DCBE73-4A36-7946-AFE8-C14268A5F774}" dt="2024-11-22T22:16:15.273" v="348" actId="688"/>
          <ac:spMkLst>
            <pc:docMk/>
            <pc:sldMk cId="1235255048" sldId="261"/>
            <ac:spMk id="16" creationId="{00C1E144-BFE5-1C55-19E3-555BE5EABF41}"/>
          </ac:spMkLst>
        </pc:spChg>
        <pc:spChg chg="add mod">
          <ac:chgData name="Rojas, Rodrigo" userId="22690272-32de-421a-9836-5e0bc4ebcacc" providerId="ADAL" clId="{F1DCBE73-4A36-7946-AFE8-C14268A5F774}" dt="2024-11-22T22:16:28.099" v="352" actId="1076"/>
          <ac:spMkLst>
            <pc:docMk/>
            <pc:sldMk cId="1235255048" sldId="261"/>
            <ac:spMk id="17" creationId="{6E27A23D-17FC-4210-E0BF-CB81514B3E66}"/>
          </ac:spMkLst>
        </pc:spChg>
        <pc:spChg chg="add mod">
          <ac:chgData name="Rojas, Rodrigo" userId="22690272-32de-421a-9836-5e0bc4ebcacc" providerId="ADAL" clId="{F1DCBE73-4A36-7946-AFE8-C14268A5F774}" dt="2024-11-22T22:19:34.946" v="371" actId="20577"/>
          <ac:spMkLst>
            <pc:docMk/>
            <pc:sldMk cId="1235255048" sldId="261"/>
            <ac:spMk id="21" creationId="{F69A3472-546C-5F9D-868D-2C9ACEC35705}"/>
          </ac:spMkLst>
        </pc:spChg>
        <pc:picChg chg="add mod">
          <ac:chgData name="Rojas, Rodrigo" userId="22690272-32de-421a-9836-5e0bc4ebcacc" providerId="ADAL" clId="{F1DCBE73-4A36-7946-AFE8-C14268A5F774}" dt="2024-11-22T22:13:29.956" v="320" actId="14100"/>
          <ac:picMkLst>
            <pc:docMk/>
            <pc:sldMk cId="1235255048" sldId="261"/>
            <ac:picMk id="4" creationId="{E3D3D62C-B8E6-01D2-AAC5-16BE795C2CBA}"/>
          </ac:picMkLst>
        </pc:picChg>
        <pc:cxnChg chg="add mod">
          <ac:chgData name="Rojas, Rodrigo" userId="22690272-32de-421a-9836-5e0bc4ebcacc" providerId="ADAL" clId="{F1DCBE73-4A36-7946-AFE8-C14268A5F774}" dt="2024-11-22T22:14:03.449" v="325" actId="1076"/>
          <ac:cxnSpMkLst>
            <pc:docMk/>
            <pc:sldMk cId="1235255048" sldId="261"/>
            <ac:cxnSpMk id="6" creationId="{BF24356C-1807-D0AB-2FAA-7AC04918BA0B}"/>
          </ac:cxnSpMkLst>
        </pc:cxnChg>
        <pc:cxnChg chg="add mod">
          <ac:chgData name="Rojas, Rodrigo" userId="22690272-32de-421a-9836-5e0bc4ebcacc" providerId="ADAL" clId="{F1DCBE73-4A36-7946-AFE8-C14268A5F774}" dt="2024-11-22T22:13:57.767" v="324" actId="1076"/>
          <ac:cxnSpMkLst>
            <pc:docMk/>
            <pc:sldMk cId="1235255048" sldId="261"/>
            <ac:cxnSpMk id="7" creationId="{A55B9C10-4214-1CA7-BAD7-434649AF4BA6}"/>
          </ac:cxnSpMkLst>
        </pc:cxnChg>
        <pc:cxnChg chg="add mod">
          <ac:chgData name="Rojas, Rodrigo" userId="22690272-32de-421a-9836-5e0bc4ebcacc" providerId="ADAL" clId="{F1DCBE73-4A36-7946-AFE8-C14268A5F774}" dt="2024-11-22T22:14:43.633" v="328" actId="692"/>
          <ac:cxnSpMkLst>
            <pc:docMk/>
            <pc:sldMk cId="1235255048" sldId="261"/>
            <ac:cxnSpMk id="9" creationId="{F3027B1F-A71B-5B5D-3276-253468CE2EC6}"/>
          </ac:cxnSpMkLst>
        </pc:cxnChg>
        <pc:cxnChg chg="add mod">
          <ac:chgData name="Rojas, Rodrigo" userId="22690272-32de-421a-9836-5e0bc4ebcacc" providerId="ADAL" clId="{F1DCBE73-4A36-7946-AFE8-C14268A5F774}" dt="2024-11-22T22:15:40.223" v="334" actId="1076"/>
          <ac:cxnSpMkLst>
            <pc:docMk/>
            <pc:sldMk cId="1235255048" sldId="261"/>
            <ac:cxnSpMk id="11" creationId="{6C35061A-1CA3-B3B4-77B9-7C5BF8CAB90C}"/>
          </ac:cxnSpMkLst>
        </pc:cxnChg>
        <pc:cxnChg chg="add mod">
          <ac:chgData name="Rojas, Rodrigo" userId="22690272-32de-421a-9836-5e0bc4ebcacc" providerId="ADAL" clId="{F1DCBE73-4A36-7946-AFE8-C14268A5F774}" dt="2024-11-22T22:15:34.540" v="333" actId="1076"/>
          <ac:cxnSpMkLst>
            <pc:docMk/>
            <pc:sldMk cId="1235255048" sldId="261"/>
            <ac:cxnSpMk id="13" creationId="{5577C932-9ABB-D0B3-F757-DFD7057D7388}"/>
          </ac:cxnSpMkLst>
        </pc:cxnChg>
        <pc:cxnChg chg="add mod">
          <ac:chgData name="Rojas, Rodrigo" userId="22690272-32de-421a-9836-5e0bc4ebcacc" providerId="ADAL" clId="{F1DCBE73-4A36-7946-AFE8-C14268A5F774}" dt="2024-11-22T22:15:52.858" v="337" actId="14100"/>
          <ac:cxnSpMkLst>
            <pc:docMk/>
            <pc:sldMk cId="1235255048" sldId="261"/>
            <ac:cxnSpMk id="14" creationId="{2F7E0AA3-32A7-CABC-9A7F-ABE946385687}"/>
          </ac:cxnSpMkLst>
        </pc:cxnChg>
        <pc:cxnChg chg="add mod">
          <ac:chgData name="Rojas, Rodrigo" userId="22690272-32de-421a-9836-5e0bc4ebcacc" providerId="ADAL" clId="{F1DCBE73-4A36-7946-AFE8-C14268A5F774}" dt="2024-11-22T22:18:16.644" v="367" actId="1076"/>
          <ac:cxnSpMkLst>
            <pc:docMk/>
            <pc:sldMk cId="1235255048" sldId="261"/>
            <ac:cxnSpMk id="18" creationId="{97802E63-B178-B167-3991-15FF1247B034}"/>
          </ac:cxnSpMkLst>
        </pc:cxnChg>
        <pc:cxnChg chg="add mod">
          <ac:chgData name="Rojas, Rodrigo" userId="22690272-32de-421a-9836-5e0bc4ebcacc" providerId="ADAL" clId="{F1DCBE73-4A36-7946-AFE8-C14268A5F774}" dt="2024-11-22T22:18:11.578" v="366" actId="14100"/>
          <ac:cxnSpMkLst>
            <pc:docMk/>
            <pc:sldMk cId="1235255048" sldId="261"/>
            <ac:cxnSpMk id="19" creationId="{17B11848-2463-453F-94B4-2E45D58D2BF7}"/>
          </ac:cxnSpMkLst>
        </pc:cxnChg>
      </pc:sldChg>
      <pc:sldChg chg="addSp delSp modSp new mod">
        <pc:chgData name="Rojas, Rodrigo" userId="22690272-32de-421a-9836-5e0bc4ebcacc" providerId="ADAL" clId="{F1DCBE73-4A36-7946-AFE8-C14268A5F774}" dt="2024-11-22T22:26:33.407" v="461" actId="20577"/>
        <pc:sldMkLst>
          <pc:docMk/>
          <pc:sldMk cId="3953470851" sldId="262"/>
        </pc:sldMkLst>
        <pc:spChg chg="del">
          <ac:chgData name="Rojas, Rodrigo" userId="22690272-32de-421a-9836-5e0bc4ebcacc" providerId="ADAL" clId="{F1DCBE73-4A36-7946-AFE8-C14268A5F774}" dt="2024-11-22T22:20:48.905" v="373" actId="478"/>
          <ac:spMkLst>
            <pc:docMk/>
            <pc:sldMk cId="3953470851" sldId="262"/>
            <ac:spMk id="2" creationId="{E05ACF81-A191-5688-1042-F3E301D874E0}"/>
          </ac:spMkLst>
        </pc:spChg>
        <pc:spChg chg="del">
          <ac:chgData name="Rojas, Rodrigo" userId="22690272-32de-421a-9836-5e0bc4ebcacc" providerId="ADAL" clId="{F1DCBE73-4A36-7946-AFE8-C14268A5F774}" dt="2024-11-22T22:20:50.331" v="374" actId="478"/>
          <ac:spMkLst>
            <pc:docMk/>
            <pc:sldMk cId="3953470851" sldId="262"/>
            <ac:spMk id="3" creationId="{084F5905-F5B1-7EF8-2801-7189B04F59B8}"/>
          </ac:spMkLst>
        </pc:spChg>
        <pc:spChg chg="add mod">
          <ac:chgData name="Rojas, Rodrigo" userId="22690272-32de-421a-9836-5e0bc4ebcacc" providerId="ADAL" clId="{F1DCBE73-4A36-7946-AFE8-C14268A5F774}" dt="2024-11-22T22:26:24.777" v="447" actId="20577"/>
          <ac:spMkLst>
            <pc:docMk/>
            <pc:sldMk cId="3953470851" sldId="262"/>
            <ac:spMk id="11" creationId="{3E9C9BDE-7B75-3249-2404-E9588C888A51}"/>
          </ac:spMkLst>
        </pc:spChg>
        <pc:spChg chg="add mod">
          <ac:chgData name="Rojas, Rodrigo" userId="22690272-32de-421a-9836-5e0bc4ebcacc" providerId="ADAL" clId="{F1DCBE73-4A36-7946-AFE8-C14268A5F774}" dt="2024-11-22T22:26:22.722" v="446" actId="20577"/>
          <ac:spMkLst>
            <pc:docMk/>
            <pc:sldMk cId="3953470851" sldId="262"/>
            <ac:spMk id="12" creationId="{18262150-CE7E-C656-A248-121413E36EE8}"/>
          </ac:spMkLst>
        </pc:spChg>
        <pc:spChg chg="add mod">
          <ac:chgData name="Rojas, Rodrigo" userId="22690272-32de-421a-9836-5e0bc4ebcacc" providerId="ADAL" clId="{F1DCBE73-4A36-7946-AFE8-C14268A5F774}" dt="2024-11-22T22:21:52.760" v="383" actId="1076"/>
          <ac:spMkLst>
            <pc:docMk/>
            <pc:sldMk cId="3953470851" sldId="262"/>
            <ac:spMk id="15" creationId="{28195213-0510-BEF7-FD3E-D1E6F3C449D1}"/>
          </ac:spMkLst>
        </pc:spChg>
        <pc:spChg chg="add mod">
          <ac:chgData name="Rojas, Rodrigo" userId="22690272-32de-421a-9836-5e0bc4ebcacc" providerId="ADAL" clId="{F1DCBE73-4A36-7946-AFE8-C14268A5F774}" dt="2024-11-22T22:26:33.407" v="461" actId="20577"/>
          <ac:spMkLst>
            <pc:docMk/>
            <pc:sldMk cId="3953470851" sldId="262"/>
            <ac:spMk id="32" creationId="{FEC570FE-DDC6-29B3-D140-514FF8B73CC9}"/>
          </ac:spMkLst>
        </pc:spChg>
        <pc:picChg chg="add mod">
          <ac:chgData name="Rojas, Rodrigo" userId="22690272-32de-421a-9836-5e0bc4ebcacc" providerId="ADAL" clId="{F1DCBE73-4A36-7946-AFE8-C14268A5F774}" dt="2024-11-22T22:24:52.723" v="421" actId="1076"/>
          <ac:picMkLst>
            <pc:docMk/>
            <pc:sldMk cId="3953470851" sldId="262"/>
            <ac:picMk id="4" creationId="{B33DD683-774C-0D0B-4F0F-2DF7C3DEF001}"/>
          </ac:picMkLst>
        </pc:picChg>
        <pc:cxnChg chg="add mod">
          <ac:chgData name="Rojas, Rodrigo" userId="22690272-32de-421a-9836-5e0bc4ebcacc" providerId="ADAL" clId="{F1DCBE73-4A36-7946-AFE8-C14268A5F774}" dt="2024-11-22T22:22:44.806" v="393" actId="1076"/>
          <ac:cxnSpMkLst>
            <pc:docMk/>
            <pc:sldMk cId="3953470851" sldId="262"/>
            <ac:cxnSpMk id="5" creationId="{C9AA086A-AA40-EDCB-F3D7-D2FC1C7F540C}"/>
          </ac:cxnSpMkLst>
        </pc:cxnChg>
        <pc:cxnChg chg="add del mod">
          <ac:chgData name="Rojas, Rodrigo" userId="22690272-32de-421a-9836-5e0bc4ebcacc" providerId="ADAL" clId="{F1DCBE73-4A36-7946-AFE8-C14268A5F774}" dt="2024-11-22T22:22:17.247" v="390" actId="478"/>
          <ac:cxnSpMkLst>
            <pc:docMk/>
            <pc:sldMk cId="3953470851" sldId="262"/>
            <ac:cxnSpMk id="6" creationId="{4D00D22C-C354-4AF0-D156-E17EA4F27690}"/>
          </ac:cxnSpMkLst>
        </pc:cxnChg>
        <pc:cxnChg chg="add del mod">
          <ac:chgData name="Rojas, Rodrigo" userId="22690272-32de-421a-9836-5e0bc4ebcacc" providerId="ADAL" clId="{F1DCBE73-4A36-7946-AFE8-C14268A5F774}" dt="2024-11-22T22:22:44.806" v="393" actId="1076"/>
          <ac:cxnSpMkLst>
            <pc:docMk/>
            <pc:sldMk cId="3953470851" sldId="262"/>
            <ac:cxnSpMk id="7" creationId="{E56E9343-217A-B093-CC43-C604D755590C}"/>
          </ac:cxnSpMkLst>
        </pc:cxnChg>
        <pc:cxnChg chg="add mod">
          <ac:chgData name="Rojas, Rodrigo" userId="22690272-32de-421a-9836-5e0bc4ebcacc" providerId="ADAL" clId="{F1DCBE73-4A36-7946-AFE8-C14268A5F774}" dt="2024-11-22T22:24:15.444" v="413" actId="14100"/>
          <ac:cxnSpMkLst>
            <pc:docMk/>
            <pc:sldMk cId="3953470851" sldId="262"/>
            <ac:cxnSpMk id="8" creationId="{9DEFEAD5-CDF0-0165-D083-950AEA8925A6}"/>
          </ac:cxnSpMkLst>
        </pc:cxnChg>
        <pc:cxnChg chg="add mod">
          <ac:chgData name="Rojas, Rodrigo" userId="22690272-32de-421a-9836-5e0bc4ebcacc" providerId="ADAL" clId="{F1DCBE73-4A36-7946-AFE8-C14268A5F774}" dt="2024-11-22T22:24:11.653" v="412" actId="1076"/>
          <ac:cxnSpMkLst>
            <pc:docMk/>
            <pc:sldMk cId="3953470851" sldId="262"/>
            <ac:cxnSpMk id="9" creationId="{42F49C7A-3DA8-CD8C-C220-E476934E8A6B}"/>
          </ac:cxnSpMkLst>
        </pc:cxnChg>
        <pc:cxnChg chg="add mod">
          <ac:chgData name="Rojas, Rodrigo" userId="22690272-32de-421a-9836-5e0bc4ebcacc" providerId="ADAL" clId="{F1DCBE73-4A36-7946-AFE8-C14268A5F774}" dt="2024-11-22T22:24:11.653" v="412" actId="1076"/>
          <ac:cxnSpMkLst>
            <pc:docMk/>
            <pc:sldMk cId="3953470851" sldId="262"/>
            <ac:cxnSpMk id="10" creationId="{444318D9-02E6-DC0A-26B5-081D2E68D7F1}"/>
          </ac:cxnSpMkLst>
        </pc:cxnChg>
        <pc:cxnChg chg="add mod">
          <ac:chgData name="Rojas, Rodrigo" userId="22690272-32de-421a-9836-5e0bc4ebcacc" providerId="ADAL" clId="{F1DCBE73-4A36-7946-AFE8-C14268A5F774}" dt="2024-11-22T22:24:46.844" v="419" actId="1076"/>
          <ac:cxnSpMkLst>
            <pc:docMk/>
            <pc:sldMk cId="3953470851" sldId="262"/>
            <ac:cxnSpMk id="13" creationId="{43CD0A7F-0090-2BA2-7C6C-7E733745EC38}"/>
          </ac:cxnSpMkLst>
        </pc:cxnChg>
        <pc:cxnChg chg="add mod">
          <ac:chgData name="Rojas, Rodrigo" userId="22690272-32de-421a-9836-5e0bc4ebcacc" providerId="ADAL" clId="{F1DCBE73-4A36-7946-AFE8-C14268A5F774}" dt="2024-11-22T22:24:52.381" v="420" actId="14100"/>
          <ac:cxnSpMkLst>
            <pc:docMk/>
            <pc:sldMk cId="3953470851" sldId="262"/>
            <ac:cxnSpMk id="14" creationId="{BA2A4618-92CE-25B0-5271-953D0867ABDD}"/>
          </ac:cxnSpMkLst>
        </pc:cxnChg>
        <pc:cxnChg chg="add mod">
          <ac:chgData name="Rojas, Rodrigo" userId="22690272-32de-421a-9836-5e0bc4ebcacc" providerId="ADAL" clId="{F1DCBE73-4A36-7946-AFE8-C14268A5F774}" dt="2024-11-22T22:22:44.806" v="393" actId="1076"/>
          <ac:cxnSpMkLst>
            <pc:docMk/>
            <pc:sldMk cId="3953470851" sldId="262"/>
            <ac:cxnSpMk id="17" creationId="{228DECCF-09A8-CDF6-7C0C-E56AAADF8FCB}"/>
          </ac:cxnSpMkLst>
        </pc:cxnChg>
      </pc:sldChg>
    </pc:docChg>
  </pc:docChgLst>
  <pc:docChgLst>
    <pc:chgData name="Bloch, Sam" userId="3bd72a44-1725-4047-809a-0c060827eaa1" providerId="ADAL" clId="{AA33B792-AADD-4C94-8E71-A302667395F9}"/>
    <pc:docChg chg="undo custSel modSld">
      <pc:chgData name="Bloch, Sam" userId="3bd72a44-1725-4047-809a-0c060827eaa1" providerId="ADAL" clId="{AA33B792-AADD-4C94-8E71-A302667395F9}" dt="2024-10-23T17:36:22.940" v="225" actId="1076"/>
      <pc:docMkLst>
        <pc:docMk/>
      </pc:docMkLst>
      <pc:sldChg chg="addSp delSp modSp mod">
        <pc:chgData name="Bloch, Sam" userId="3bd72a44-1725-4047-809a-0c060827eaa1" providerId="ADAL" clId="{AA33B792-AADD-4C94-8E71-A302667395F9}" dt="2024-10-23T17:34:18.352" v="208" actId="14100"/>
        <pc:sldMkLst>
          <pc:docMk/>
          <pc:sldMk cId="1802866090" sldId="256"/>
        </pc:sldMkLst>
        <pc:spChg chg="mod topLvl">
          <ac:chgData name="Bloch, Sam" userId="3bd72a44-1725-4047-809a-0c060827eaa1" providerId="ADAL" clId="{AA33B792-AADD-4C94-8E71-A302667395F9}" dt="2024-10-23T17:22:23.245" v="0" actId="165"/>
          <ac:spMkLst>
            <pc:docMk/>
            <pc:sldMk cId="1802866090" sldId="256"/>
            <ac:spMk id="4" creationId="{8536497C-94B3-7433-747B-5A8E4E6B6EAB}"/>
          </ac:spMkLst>
        </pc:spChg>
        <pc:spChg chg="mod topLvl">
          <ac:chgData name="Bloch, Sam" userId="3bd72a44-1725-4047-809a-0c060827eaa1" providerId="ADAL" clId="{AA33B792-AADD-4C94-8E71-A302667395F9}" dt="2024-10-23T17:22:42.267" v="2" actId="1076"/>
          <ac:spMkLst>
            <pc:docMk/>
            <pc:sldMk cId="1802866090" sldId="256"/>
            <ac:spMk id="8" creationId="{6FD5D496-8139-349C-815B-EDC2E6A64327}"/>
          </ac:spMkLst>
        </pc:spChg>
        <pc:spChg chg="mod topLvl">
          <ac:chgData name="Bloch, Sam" userId="3bd72a44-1725-4047-809a-0c060827eaa1" providerId="ADAL" clId="{AA33B792-AADD-4C94-8E71-A302667395F9}" dt="2024-10-23T17:22:23.245" v="0" actId="165"/>
          <ac:spMkLst>
            <pc:docMk/>
            <pc:sldMk cId="1802866090" sldId="256"/>
            <ac:spMk id="10" creationId="{A3F5AEB6-57A3-43C3-4E19-CB156BD0C4E0}"/>
          </ac:spMkLst>
        </pc:spChg>
        <pc:spChg chg="mod topLvl">
          <ac:chgData name="Bloch, Sam" userId="3bd72a44-1725-4047-809a-0c060827eaa1" providerId="ADAL" clId="{AA33B792-AADD-4C94-8E71-A302667395F9}" dt="2024-10-23T17:22:50.810" v="3" actId="1076"/>
          <ac:spMkLst>
            <pc:docMk/>
            <pc:sldMk cId="1802866090" sldId="256"/>
            <ac:spMk id="11" creationId="{8A39365C-E288-B375-9D22-C08F8F0F9701}"/>
          </ac:spMkLst>
        </pc:spChg>
        <pc:spChg chg="mod topLvl">
          <ac:chgData name="Bloch, Sam" userId="3bd72a44-1725-4047-809a-0c060827eaa1" providerId="ADAL" clId="{AA33B792-AADD-4C94-8E71-A302667395F9}" dt="2024-10-23T17:22:50.810" v="3" actId="1076"/>
          <ac:spMkLst>
            <pc:docMk/>
            <pc:sldMk cId="1802866090" sldId="256"/>
            <ac:spMk id="12" creationId="{C084AFAE-D466-76AE-819F-7845C64C80CB}"/>
          </ac:spMkLst>
        </pc:spChg>
        <pc:spChg chg="mod topLvl">
          <ac:chgData name="Bloch, Sam" userId="3bd72a44-1725-4047-809a-0c060827eaa1" providerId="ADAL" clId="{AA33B792-AADD-4C94-8E71-A302667395F9}" dt="2024-10-23T17:22:42.267" v="2" actId="1076"/>
          <ac:spMkLst>
            <pc:docMk/>
            <pc:sldMk cId="1802866090" sldId="256"/>
            <ac:spMk id="13" creationId="{7EF37B25-D524-46D8-E7D9-96EAC5321264}"/>
          </ac:spMkLst>
        </pc:spChg>
        <pc:spChg chg="mod topLvl">
          <ac:chgData name="Bloch, Sam" userId="3bd72a44-1725-4047-809a-0c060827eaa1" providerId="ADAL" clId="{AA33B792-AADD-4C94-8E71-A302667395F9}" dt="2024-10-23T17:24:45.749" v="73" actId="27107"/>
          <ac:spMkLst>
            <pc:docMk/>
            <pc:sldMk cId="1802866090" sldId="256"/>
            <ac:spMk id="14" creationId="{61CB4C99-25A6-F232-13C5-F3FE93DBF2A8}"/>
          </ac:spMkLst>
        </pc:spChg>
        <pc:spChg chg="add mod">
          <ac:chgData name="Bloch, Sam" userId="3bd72a44-1725-4047-809a-0c060827eaa1" providerId="ADAL" clId="{AA33B792-AADD-4C94-8E71-A302667395F9}" dt="2024-10-23T17:27:09.558" v="138" actId="13822"/>
          <ac:spMkLst>
            <pc:docMk/>
            <pc:sldMk cId="1802866090" sldId="256"/>
            <ac:spMk id="19" creationId="{F7F7AD8C-B7AD-6138-DBEB-C70A3A290149}"/>
          </ac:spMkLst>
        </pc:spChg>
        <pc:spChg chg="add mod">
          <ac:chgData name="Bloch, Sam" userId="3bd72a44-1725-4047-809a-0c060827eaa1" providerId="ADAL" clId="{AA33B792-AADD-4C94-8E71-A302667395F9}" dt="2024-10-23T17:24:17.658" v="64" actId="1076"/>
          <ac:spMkLst>
            <pc:docMk/>
            <pc:sldMk cId="1802866090" sldId="256"/>
            <ac:spMk id="20" creationId="{6A94358F-55D0-2147-98BD-EBA3EED5ACFC}"/>
          </ac:spMkLst>
        </pc:spChg>
        <pc:spChg chg="add mod">
          <ac:chgData name="Bloch, Sam" userId="3bd72a44-1725-4047-809a-0c060827eaa1" providerId="ADAL" clId="{AA33B792-AADD-4C94-8E71-A302667395F9}" dt="2024-10-23T17:24:24.640" v="65" actId="1076"/>
          <ac:spMkLst>
            <pc:docMk/>
            <pc:sldMk cId="1802866090" sldId="256"/>
            <ac:spMk id="22" creationId="{39CCAC3C-D52D-5513-7C01-81C482F76A6E}"/>
          </ac:spMkLst>
        </pc:spChg>
        <pc:spChg chg="add mod">
          <ac:chgData name="Bloch, Sam" userId="3bd72a44-1725-4047-809a-0c060827eaa1" providerId="ADAL" clId="{AA33B792-AADD-4C94-8E71-A302667395F9}" dt="2024-10-23T17:27:13.295" v="139" actId="13822"/>
          <ac:spMkLst>
            <pc:docMk/>
            <pc:sldMk cId="1802866090" sldId="256"/>
            <ac:spMk id="35" creationId="{06CBAF6A-2E33-19C3-8DFF-F6676EA02B8D}"/>
          </ac:spMkLst>
        </pc:spChg>
        <pc:spChg chg="mod topLvl">
          <ac:chgData name="Bloch, Sam" userId="3bd72a44-1725-4047-809a-0c060827eaa1" providerId="ADAL" clId="{AA33B792-AADD-4C94-8E71-A302667395F9}" dt="2024-10-23T17:24:36.805" v="70" actId="20577"/>
          <ac:spMkLst>
            <pc:docMk/>
            <pc:sldMk cId="1802866090" sldId="256"/>
            <ac:spMk id="47" creationId="{3D53C287-BDF6-E158-7785-35E73FAB268B}"/>
          </ac:spMkLst>
        </pc:spChg>
        <pc:spChg chg="mod topLvl">
          <ac:chgData name="Bloch, Sam" userId="3bd72a44-1725-4047-809a-0c060827eaa1" providerId="ADAL" clId="{AA33B792-AADD-4C94-8E71-A302667395F9}" dt="2024-10-23T17:24:40.328" v="72" actId="20577"/>
          <ac:spMkLst>
            <pc:docMk/>
            <pc:sldMk cId="1802866090" sldId="256"/>
            <ac:spMk id="50" creationId="{E0F0DDB9-AD73-2C5C-3F0E-05834465F1AB}"/>
          </ac:spMkLst>
        </pc:spChg>
        <pc:cxnChg chg="mod topLvl">
          <ac:chgData name="Bloch, Sam" userId="3bd72a44-1725-4047-809a-0c060827eaa1" providerId="ADAL" clId="{AA33B792-AADD-4C94-8E71-A302667395F9}" dt="2024-10-23T17:22:23.245" v="0" actId="165"/>
          <ac:cxnSpMkLst>
            <pc:docMk/>
            <pc:sldMk cId="1802866090" sldId="256"/>
            <ac:cxnSpMk id="6" creationId="{79366F41-A547-93CA-802C-E4180CF7B910}"/>
          </ac:cxnSpMkLst>
        </pc:cxnChg>
        <pc:cxnChg chg="mod topLvl">
          <ac:chgData name="Bloch, Sam" userId="3bd72a44-1725-4047-809a-0c060827eaa1" providerId="ADAL" clId="{AA33B792-AADD-4C94-8E71-A302667395F9}" dt="2024-10-23T17:22:23.245" v="0" actId="165"/>
          <ac:cxnSpMkLst>
            <pc:docMk/>
            <pc:sldMk cId="1802866090" sldId="256"/>
            <ac:cxnSpMk id="16" creationId="{E4BE23F0-02D3-1838-6001-441F84B44ED4}"/>
          </ac:cxnSpMkLst>
        </pc:cxnChg>
        <pc:cxnChg chg="mod topLvl">
          <ac:chgData name="Bloch, Sam" userId="3bd72a44-1725-4047-809a-0c060827eaa1" providerId="ADAL" clId="{AA33B792-AADD-4C94-8E71-A302667395F9}" dt="2024-10-23T17:22:42.267" v="2" actId="1076"/>
          <ac:cxnSpMkLst>
            <pc:docMk/>
            <pc:sldMk cId="1802866090" sldId="256"/>
            <ac:cxnSpMk id="18" creationId="{415E089C-49F8-91ED-029E-6586BB264FA6}"/>
          </ac:cxnSpMkLst>
        </pc:cxnChg>
        <pc:cxnChg chg="add mod">
          <ac:chgData name="Bloch, Sam" userId="3bd72a44-1725-4047-809a-0c060827eaa1" providerId="ADAL" clId="{AA33B792-AADD-4C94-8E71-A302667395F9}" dt="2024-10-23T17:24:17.658" v="64" actId="1076"/>
          <ac:cxnSpMkLst>
            <pc:docMk/>
            <pc:sldMk cId="1802866090" sldId="256"/>
            <ac:cxnSpMk id="23" creationId="{C71AEB07-78C9-9D62-7D63-561064896348}"/>
          </ac:cxnSpMkLst>
        </pc:cxnChg>
        <pc:cxnChg chg="mod topLvl">
          <ac:chgData name="Bloch, Sam" userId="3bd72a44-1725-4047-809a-0c060827eaa1" providerId="ADAL" clId="{AA33B792-AADD-4C94-8E71-A302667395F9}" dt="2024-10-23T17:22:42.267" v="2" actId="1076"/>
          <ac:cxnSpMkLst>
            <pc:docMk/>
            <pc:sldMk cId="1802866090" sldId="256"/>
            <ac:cxnSpMk id="24" creationId="{B2674EAB-D4C9-CEAE-BB0D-FB1B02EE355D}"/>
          </ac:cxnSpMkLst>
        </pc:cxnChg>
        <pc:cxnChg chg="mod topLvl">
          <ac:chgData name="Bloch, Sam" userId="3bd72a44-1725-4047-809a-0c060827eaa1" providerId="ADAL" clId="{AA33B792-AADD-4C94-8E71-A302667395F9}" dt="2024-10-23T17:22:50.810" v="3" actId="1076"/>
          <ac:cxnSpMkLst>
            <pc:docMk/>
            <pc:sldMk cId="1802866090" sldId="256"/>
            <ac:cxnSpMk id="27" creationId="{467FBE08-C548-24D0-914B-86553297BDDE}"/>
          </ac:cxnSpMkLst>
        </pc:cxnChg>
        <pc:cxnChg chg="add mod">
          <ac:chgData name="Bloch, Sam" userId="3bd72a44-1725-4047-809a-0c060827eaa1" providerId="ADAL" clId="{AA33B792-AADD-4C94-8E71-A302667395F9}" dt="2024-10-23T17:24:32.154" v="68" actId="14100"/>
          <ac:cxnSpMkLst>
            <pc:docMk/>
            <pc:sldMk cId="1802866090" sldId="256"/>
            <ac:cxnSpMk id="29" creationId="{3B6D5028-9892-9E09-B77A-E7C2F37DD6AA}"/>
          </ac:cxnSpMkLst>
        </pc:cxnChg>
        <pc:cxnChg chg="mod topLvl">
          <ac:chgData name="Bloch, Sam" userId="3bd72a44-1725-4047-809a-0c060827eaa1" providerId="ADAL" clId="{AA33B792-AADD-4C94-8E71-A302667395F9}" dt="2024-10-23T17:22:23.245" v="0" actId="165"/>
          <ac:cxnSpMkLst>
            <pc:docMk/>
            <pc:sldMk cId="1802866090" sldId="256"/>
            <ac:cxnSpMk id="31" creationId="{2D36B6DE-57A9-589B-4567-8AC51E6DAD33}"/>
          </ac:cxnSpMkLst>
        </pc:cxnChg>
        <pc:cxnChg chg="add mod">
          <ac:chgData name="Bloch, Sam" userId="3bd72a44-1725-4047-809a-0c060827eaa1" providerId="ADAL" clId="{AA33B792-AADD-4C94-8E71-A302667395F9}" dt="2024-10-23T17:25:19.523" v="83" actId="1076"/>
          <ac:cxnSpMkLst>
            <pc:docMk/>
            <pc:sldMk cId="1802866090" sldId="256"/>
            <ac:cxnSpMk id="33" creationId="{B2D62C42-85EB-F175-00E9-5729601251B6}"/>
          </ac:cxnSpMkLst>
        </pc:cxnChg>
        <pc:cxnChg chg="mod topLvl">
          <ac:chgData name="Bloch, Sam" userId="3bd72a44-1725-4047-809a-0c060827eaa1" providerId="ADAL" clId="{AA33B792-AADD-4C94-8E71-A302667395F9}" dt="2024-10-23T17:22:50.810" v="3" actId="1076"/>
          <ac:cxnSpMkLst>
            <pc:docMk/>
            <pc:sldMk cId="1802866090" sldId="256"/>
            <ac:cxnSpMk id="34" creationId="{91E218CD-AED3-BCD9-53DD-88C5EB32AE01}"/>
          </ac:cxnSpMkLst>
        </pc:cxnChg>
        <pc:cxnChg chg="mod topLvl">
          <ac:chgData name="Bloch, Sam" userId="3bd72a44-1725-4047-809a-0c060827eaa1" providerId="ADAL" clId="{AA33B792-AADD-4C94-8E71-A302667395F9}" dt="2024-10-23T17:22:23.245" v="0" actId="165"/>
          <ac:cxnSpMkLst>
            <pc:docMk/>
            <pc:sldMk cId="1802866090" sldId="256"/>
            <ac:cxnSpMk id="39" creationId="{B5DEC596-23A9-4BCF-46A0-B0A27BDFC634}"/>
          </ac:cxnSpMkLst>
        </pc:cxnChg>
        <pc:cxnChg chg="mod topLvl">
          <ac:chgData name="Bloch, Sam" userId="3bd72a44-1725-4047-809a-0c060827eaa1" providerId="ADAL" clId="{AA33B792-AADD-4C94-8E71-A302667395F9}" dt="2024-10-23T17:22:50.810" v="3" actId="1076"/>
          <ac:cxnSpMkLst>
            <pc:docMk/>
            <pc:sldMk cId="1802866090" sldId="256"/>
            <ac:cxnSpMk id="41" creationId="{79F3613F-FA44-6257-0F7A-0AF58809DB99}"/>
          </ac:cxnSpMkLst>
        </pc:cxnChg>
        <pc:cxnChg chg="mod topLvl">
          <ac:chgData name="Bloch, Sam" userId="3bd72a44-1725-4047-809a-0c060827eaa1" providerId="ADAL" clId="{AA33B792-AADD-4C94-8E71-A302667395F9}" dt="2024-10-23T17:22:23.245" v="0" actId="165"/>
          <ac:cxnSpMkLst>
            <pc:docMk/>
            <pc:sldMk cId="1802866090" sldId="256"/>
            <ac:cxnSpMk id="43" creationId="{090B0EDC-F06C-05F0-02B4-865C44BC7188}"/>
          </ac:cxnSpMkLst>
        </pc:cxnChg>
        <pc:cxnChg chg="add mod">
          <ac:chgData name="Bloch, Sam" userId="3bd72a44-1725-4047-809a-0c060827eaa1" providerId="ADAL" clId="{AA33B792-AADD-4C94-8E71-A302667395F9}" dt="2024-10-23T17:26:41.509" v="137" actId="14100"/>
          <ac:cxnSpMkLst>
            <pc:docMk/>
            <pc:sldMk cId="1802866090" sldId="256"/>
            <ac:cxnSpMk id="44" creationId="{1604E392-FA6E-6D5D-46F0-3FE8E53FC8BD}"/>
          </ac:cxnSpMkLst>
        </pc:cxnChg>
        <pc:cxnChg chg="mod topLvl">
          <ac:chgData name="Bloch, Sam" userId="3bd72a44-1725-4047-809a-0c060827eaa1" providerId="ADAL" clId="{AA33B792-AADD-4C94-8E71-A302667395F9}" dt="2024-10-23T17:34:18.352" v="208" actId="14100"/>
          <ac:cxnSpMkLst>
            <pc:docMk/>
            <pc:sldMk cId="1802866090" sldId="256"/>
            <ac:cxnSpMk id="51" creationId="{278674E0-83DE-FD78-B63F-A0BE8E83B2F7}"/>
          </ac:cxnSpMkLst>
        </pc:cxnChg>
        <pc:cxnChg chg="mod">
          <ac:chgData name="Bloch, Sam" userId="3bd72a44-1725-4047-809a-0c060827eaa1" providerId="ADAL" clId="{AA33B792-AADD-4C94-8E71-A302667395F9}" dt="2024-10-23T17:22:57.014" v="4" actId="1076"/>
          <ac:cxnSpMkLst>
            <pc:docMk/>
            <pc:sldMk cId="1802866090" sldId="256"/>
            <ac:cxnSpMk id="61" creationId="{3CAED0C4-32F9-9A19-DDBA-C7927C67EFD1}"/>
          </ac:cxnSpMkLst>
        </pc:cxnChg>
      </pc:sldChg>
      <pc:sldChg chg="addSp delSp modSp mod">
        <pc:chgData name="Bloch, Sam" userId="3bd72a44-1725-4047-809a-0c060827eaa1" providerId="ADAL" clId="{AA33B792-AADD-4C94-8E71-A302667395F9}" dt="2024-10-23T17:33:57.705" v="205" actId="20577"/>
        <pc:sldMkLst>
          <pc:docMk/>
          <pc:sldMk cId="1317557835" sldId="257"/>
        </pc:sldMkLst>
        <pc:spChg chg="mod">
          <ac:chgData name="Bloch, Sam" userId="3bd72a44-1725-4047-809a-0c060827eaa1" providerId="ADAL" clId="{AA33B792-AADD-4C94-8E71-A302667395F9}" dt="2024-10-23T17:33:57.705" v="205" actId="20577"/>
          <ac:spMkLst>
            <pc:docMk/>
            <pc:sldMk cId="1317557835" sldId="257"/>
            <ac:spMk id="4" creationId="{8F73F764-C25B-AEAB-7372-B210AB3DAFEA}"/>
          </ac:spMkLst>
        </pc:spChg>
        <pc:spChg chg="mod">
          <ac:chgData name="Bloch, Sam" userId="3bd72a44-1725-4047-809a-0c060827eaa1" providerId="ADAL" clId="{AA33B792-AADD-4C94-8E71-A302667395F9}" dt="2024-10-23T17:28:13.658" v="144" actId="1076"/>
          <ac:spMkLst>
            <pc:docMk/>
            <pc:sldMk cId="1317557835" sldId="257"/>
            <ac:spMk id="7" creationId="{6533B9F1-1A8C-F6F6-B2A0-FCBE4B7E05D2}"/>
          </ac:spMkLst>
        </pc:spChg>
        <pc:spChg chg="mod">
          <ac:chgData name="Bloch, Sam" userId="3bd72a44-1725-4047-809a-0c060827eaa1" providerId="ADAL" clId="{AA33B792-AADD-4C94-8E71-A302667395F9}" dt="2024-10-23T17:31:24.199" v="180" actId="1076"/>
          <ac:spMkLst>
            <pc:docMk/>
            <pc:sldMk cId="1317557835" sldId="257"/>
            <ac:spMk id="13" creationId="{6493BBEE-7D18-E6F0-D097-440851F3E351}"/>
          </ac:spMkLst>
        </pc:spChg>
        <pc:spChg chg="mod">
          <ac:chgData name="Bloch, Sam" userId="3bd72a44-1725-4047-809a-0c060827eaa1" providerId="ADAL" clId="{AA33B792-AADD-4C94-8E71-A302667395F9}" dt="2024-10-23T17:31:24.199" v="180" actId="1076"/>
          <ac:spMkLst>
            <pc:docMk/>
            <pc:sldMk cId="1317557835" sldId="257"/>
            <ac:spMk id="15" creationId="{171F74EF-0EEC-98B3-79B1-DBD48C8400C9}"/>
          </ac:spMkLst>
        </pc:spChg>
        <pc:spChg chg="mod">
          <ac:chgData name="Bloch, Sam" userId="3bd72a44-1725-4047-809a-0c060827eaa1" providerId="ADAL" clId="{AA33B792-AADD-4C94-8E71-A302667395F9}" dt="2024-10-23T17:31:24.199" v="180" actId="1076"/>
          <ac:spMkLst>
            <pc:docMk/>
            <pc:sldMk cId="1317557835" sldId="257"/>
            <ac:spMk id="20" creationId="{EF442BB9-DAF9-25F5-40A3-5E9E390CD49F}"/>
          </ac:spMkLst>
        </pc:spChg>
        <pc:spChg chg="add mod">
          <ac:chgData name="Bloch, Sam" userId="3bd72a44-1725-4047-809a-0c060827eaa1" providerId="ADAL" clId="{AA33B792-AADD-4C94-8E71-A302667395F9}" dt="2024-10-23T17:32:08.796" v="181" actId="1076"/>
          <ac:spMkLst>
            <pc:docMk/>
            <pc:sldMk cId="1317557835" sldId="257"/>
            <ac:spMk id="25" creationId="{6D975AE4-1AFB-2068-A731-E5D9121C7462}"/>
          </ac:spMkLst>
        </pc:spChg>
        <pc:spChg chg="mod">
          <ac:chgData name="Bloch, Sam" userId="3bd72a44-1725-4047-809a-0c060827eaa1" providerId="ADAL" clId="{AA33B792-AADD-4C94-8E71-A302667395F9}" dt="2024-10-23T17:28:13.658" v="144" actId="1076"/>
          <ac:spMkLst>
            <pc:docMk/>
            <pc:sldMk cId="1317557835" sldId="257"/>
            <ac:spMk id="47" creationId="{A80C7302-E9BA-A9D6-D7FF-0EFC99146C43}"/>
          </ac:spMkLst>
        </pc:spChg>
        <pc:spChg chg="add mod">
          <ac:chgData name="Bloch, Sam" userId="3bd72a44-1725-4047-809a-0c060827eaa1" providerId="ADAL" clId="{AA33B792-AADD-4C94-8E71-A302667395F9}" dt="2024-10-23T17:33:00.426" v="188" actId="14100"/>
          <ac:spMkLst>
            <pc:docMk/>
            <pc:sldMk cId="1317557835" sldId="257"/>
            <ac:spMk id="48" creationId="{EBDF8330-D5FB-21F5-AC6E-C29D2FD39C34}"/>
          </ac:spMkLst>
        </pc:spChg>
        <pc:spChg chg="mod">
          <ac:chgData name="Bloch, Sam" userId="3bd72a44-1725-4047-809a-0c060827eaa1" providerId="ADAL" clId="{AA33B792-AADD-4C94-8E71-A302667395F9}" dt="2024-10-23T17:27:54.826" v="143" actId="20577"/>
          <ac:spMkLst>
            <pc:docMk/>
            <pc:sldMk cId="1317557835" sldId="257"/>
            <ac:spMk id="50" creationId="{2AE8F1F6-BC08-FD35-DE36-453C67531458}"/>
          </ac:spMkLst>
        </pc:spChg>
        <pc:spChg chg="add mod">
          <ac:chgData name="Bloch, Sam" userId="3bd72a44-1725-4047-809a-0c060827eaa1" providerId="ADAL" clId="{AA33B792-AADD-4C94-8E71-A302667395F9}" dt="2024-10-23T17:32:40.216" v="183" actId="1076"/>
          <ac:spMkLst>
            <pc:docMk/>
            <pc:sldMk cId="1317557835" sldId="257"/>
            <ac:spMk id="51" creationId="{32E4CF36-321A-6297-9E52-0BE94C71FC34}"/>
          </ac:spMkLst>
        </pc:spChg>
        <pc:spChg chg="mod">
          <ac:chgData name="Bloch, Sam" userId="3bd72a44-1725-4047-809a-0c060827eaa1" providerId="ADAL" clId="{AA33B792-AADD-4C94-8E71-A302667395F9}" dt="2024-10-23T17:27:45.547" v="140" actId="1076"/>
          <ac:spMkLst>
            <pc:docMk/>
            <pc:sldMk cId="1317557835" sldId="257"/>
            <ac:spMk id="106" creationId="{A0E19BAA-74E8-164E-BC31-351BEEB7A284}"/>
          </ac:spMkLst>
        </pc:spChg>
        <pc:spChg chg="mod">
          <ac:chgData name="Bloch, Sam" userId="3bd72a44-1725-4047-809a-0c060827eaa1" providerId="ADAL" clId="{AA33B792-AADD-4C94-8E71-A302667395F9}" dt="2024-10-23T17:28:13.658" v="144" actId="1076"/>
          <ac:spMkLst>
            <pc:docMk/>
            <pc:sldMk cId="1317557835" sldId="257"/>
            <ac:spMk id="117" creationId="{772E08D1-8F42-76E9-C37D-84A7A91998A2}"/>
          </ac:spMkLst>
        </pc:sp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22" creationId="{143CE941-2915-1302-C243-F4A088C5CDA1}"/>
          </ac:cxnSpMkLst>
        </pc:cxnChg>
        <pc:cxnChg chg="mod">
          <ac:chgData name="Bloch, Sam" userId="3bd72a44-1725-4047-809a-0c060827eaa1" providerId="ADAL" clId="{AA33B792-AADD-4C94-8E71-A302667395F9}" dt="2024-10-23T17:32:08.796" v="181" actId="1076"/>
          <ac:cxnSpMkLst>
            <pc:docMk/>
            <pc:sldMk cId="1317557835" sldId="257"/>
            <ac:cxnSpMk id="26" creationId="{FCD75318-E582-A8E6-7C78-0164FE76E9BD}"/>
          </ac:cxnSpMkLst>
        </pc:cxnChg>
        <pc:cxnChg chg="add mod">
          <ac:chgData name="Bloch, Sam" userId="3bd72a44-1725-4047-809a-0c060827eaa1" providerId="ADAL" clId="{AA33B792-AADD-4C94-8E71-A302667395F9}" dt="2024-10-23T17:32:08.796" v="181" actId="1076"/>
          <ac:cxnSpMkLst>
            <pc:docMk/>
            <pc:sldMk cId="1317557835" sldId="257"/>
            <ac:cxnSpMk id="29" creationId="{D830F649-77CD-66C3-BB95-4FF53AA36500}"/>
          </ac:cxnSpMkLst>
        </pc:cxn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37" creationId="{6579B853-76E2-ABBA-D1AD-7623B3A9CE24}"/>
          </ac:cxnSpMkLst>
        </pc:cxn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43" creationId="{A473457E-DB73-8CF0-BBB0-5B447DF89A46}"/>
          </ac:cxnSpMkLst>
        </pc:cxnChg>
        <pc:cxnChg chg="add mod">
          <ac:chgData name="Bloch, Sam" userId="3bd72a44-1725-4047-809a-0c060827eaa1" providerId="ADAL" clId="{AA33B792-AADD-4C94-8E71-A302667395F9}" dt="2024-10-23T17:33:00.426" v="188" actId="14100"/>
          <ac:cxnSpMkLst>
            <pc:docMk/>
            <pc:sldMk cId="1317557835" sldId="257"/>
            <ac:cxnSpMk id="49" creationId="{241B9CBD-57BE-439A-5CC3-C7FA70AB5520}"/>
          </ac:cxnSpMkLst>
        </pc:cxnChg>
        <pc:cxnChg chg="add mod">
          <ac:chgData name="Bloch, Sam" userId="3bd72a44-1725-4047-809a-0c060827eaa1" providerId="ADAL" clId="{AA33B792-AADD-4C94-8E71-A302667395F9}" dt="2024-10-23T17:33:42.159" v="191" actId="14100"/>
          <ac:cxnSpMkLst>
            <pc:docMk/>
            <pc:sldMk cId="1317557835" sldId="257"/>
            <ac:cxnSpMk id="59" creationId="{B378F573-94DA-E02D-FFD6-B2BD9FF6351C}"/>
          </ac:cxnSpMkLst>
        </pc:cxn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65" creationId="{BD7528D3-C490-4EC8-9A69-1A2227697ADC}"/>
          </ac:cxnSpMkLst>
        </pc:cxn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76" creationId="{C8F8E422-C669-B9A6-85AD-AE4D1832C0AB}"/>
          </ac:cxnSpMkLst>
        </pc:cxnChg>
        <pc:cxnChg chg="mod">
          <ac:chgData name="Bloch, Sam" userId="3bd72a44-1725-4047-809a-0c060827eaa1" providerId="ADAL" clId="{AA33B792-AADD-4C94-8E71-A302667395F9}" dt="2024-10-23T17:31:24.199" v="180" actId="1076"/>
          <ac:cxnSpMkLst>
            <pc:docMk/>
            <pc:sldMk cId="1317557835" sldId="257"/>
            <ac:cxnSpMk id="91" creationId="{07285978-9D71-AD84-28D6-1C153622CFB0}"/>
          </ac:cxnSpMkLst>
        </pc:cxnChg>
        <pc:cxnChg chg="mod">
          <ac:chgData name="Bloch, Sam" userId="3bd72a44-1725-4047-809a-0c060827eaa1" providerId="ADAL" clId="{AA33B792-AADD-4C94-8E71-A302667395F9}" dt="2024-10-23T17:27:45.547" v="140" actId="1076"/>
          <ac:cxnSpMkLst>
            <pc:docMk/>
            <pc:sldMk cId="1317557835" sldId="257"/>
            <ac:cxnSpMk id="122" creationId="{C4822F03-ABB8-BD76-2EFD-A02E63564AFB}"/>
          </ac:cxnSpMkLst>
        </pc:cxnChg>
        <pc:cxnChg chg="mod">
          <ac:chgData name="Bloch, Sam" userId="3bd72a44-1725-4047-809a-0c060827eaa1" providerId="ADAL" clId="{AA33B792-AADD-4C94-8E71-A302667395F9}" dt="2024-10-23T17:28:13.658" v="144" actId="1076"/>
          <ac:cxnSpMkLst>
            <pc:docMk/>
            <pc:sldMk cId="1317557835" sldId="257"/>
            <ac:cxnSpMk id="125" creationId="{E5C6756B-5057-5B53-F2A6-A53DED2B174F}"/>
          </ac:cxnSpMkLst>
        </pc:cxnChg>
      </pc:sldChg>
      <pc:sldChg chg="delSp modSp mod">
        <pc:chgData name="Bloch, Sam" userId="3bd72a44-1725-4047-809a-0c060827eaa1" providerId="ADAL" clId="{AA33B792-AADD-4C94-8E71-A302667395F9}" dt="2024-10-23T17:36:22.940" v="225" actId="1076"/>
        <pc:sldMkLst>
          <pc:docMk/>
          <pc:sldMk cId="433822906" sldId="258"/>
        </pc:sldMkLst>
        <pc:spChg chg="mod">
          <ac:chgData name="Bloch, Sam" userId="3bd72a44-1725-4047-809a-0c060827eaa1" providerId="ADAL" clId="{AA33B792-AADD-4C94-8E71-A302667395F9}" dt="2024-10-23T17:36:22.940" v="225" actId="1076"/>
          <ac:spMkLst>
            <pc:docMk/>
            <pc:sldMk cId="433822906" sldId="258"/>
            <ac:spMk id="10" creationId="{6D7C5066-53F7-B0E3-257E-23C80F24C486}"/>
          </ac:spMkLst>
        </pc:spChg>
        <pc:spChg chg="mod">
          <ac:chgData name="Bloch, Sam" userId="3bd72a44-1725-4047-809a-0c060827eaa1" providerId="ADAL" clId="{AA33B792-AADD-4C94-8E71-A302667395F9}" dt="2024-10-23T17:35:44.701" v="219" actId="1076"/>
          <ac:spMkLst>
            <pc:docMk/>
            <pc:sldMk cId="433822906" sldId="258"/>
            <ac:spMk id="13" creationId="{6EA86E3F-5743-A51F-8950-DCD859913B4F}"/>
          </ac:spMkLst>
        </pc:spChg>
        <pc:spChg chg="mod">
          <ac:chgData name="Bloch, Sam" userId="3bd72a44-1725-4047-809a-0c060827eaa1" providerId="ADAL" clId="{AA33B792-AADD-4C94-8E71-A302667395F9}" dt="2024-10-23T17:35:06.996" v="218" actId="1076"/>
          <ac:spMkLst>
            <pc:docMk/>
            <pc:sldMk cId="433822906" sldId="258"/>
            <ac:spMk id="15" creationId="{E57DDBAE-E068-4189-FE07-9D33A4BE8CA0}"/>
          </ac:spMkLst>
        </pc:spChg>
        <pc:spChg chg="mod">
          <ac:chgData name="Bloch, Sam" userId="3bd72a44-1725-4047-809a-0c060827eaa1" providerId="ADAL" clId="{AA33B792-AADD-4C94-8E71-A302667395F9}" dt="2024-10-23T17:36:10.625" v="222" actId="14100"/>
          <ac:spMkLst>
            <pc:docMk/>
            <pc:sldMk cId="433822906" sldId="258"/>
            <ac:spMk id="53" creationId="{888FA54E-1491-BB7D-F2C9-322CE4709B56}"/>
          </ac:spMkLst>
        </pc:spChg>
        <pc:cxnChg chg="mod">
          <ac:chgData name="Bloch, Sam" userId="3bd72a44-1725-4047-809a-0c060827eaa1" providerId="ADAL" clId="{AA33B792-AADD-4C94-8E71-A302667395F9}" dt="2024-10-23T17:35:44.701" v="219" actId="1076"/>
          <ac:cxnSpMkLst>
            <pc:docMk/>
            <pc:sldMk cId="433822906" sldId="258"/>
            <ac:cxnSpMk id="22" creationId="{2BB69C42-8EEA-C4C9-39D3-E94E1BB7B822}"/>
          </ac:cxnSpMkLst>
        </pc:cxnChg>
        <pc:cxnChg chg="mod">
          <ac:chgData name="Bloch, Sam" userId="3bd72a44-1725-4047-809a-0c060827eaa1" providerId="ADAL" clId="{AA33B792-AADD-4C94-8E71-A302667395F9}" dt="2024-10-23T17:36:22.940" v="225" actId="1076"/>
          <ac:cxnSpMkLst>
            <pc:docMk/>
            <pc:sldMk cId="433822906" sldId="258"/>
            <ac:cxnSpMk id="32" creationId="{67255A44-857F-F544-5035-643FA9DFD060}"/>
          </ac:cxnSpMkLst>
        </pc:cxnChg>
        <pc:cxnChg chg="mod">
          <ac:chgData name="Bloch, Sam" userId="3bd72a44-1725-4047-809a-0c060827eaa1" providerId="ADAL" clId="{AA33B792-AADD-4C94-8E71-A302667395F9}" dt="2024-10-23T17:36:05.732" v="221" actId="14100"/>
          <ac:cxnSpMkLst>
            <pc:docMk/>
            <pc:sldMk cId="433822906" sldId="258"/>
            <ac:cxnSpMk id="37" creationId="{1835E58A-5C34-C289-447E-FF0800D08FF4}"/>
          </ac:cxnSpMkLst>
        </pc:cxnChg>
        <pc:cxnChg chg="mod">
          <ac:chgData name="Bloch, Sam" userId="3bd72a44-1725-4047-809a-0c060827eaa1" providerId="ADAL" clId="{AA33B792-AADD-4C94-8E71-A302667395F9}" dt="2024-10-23T17:35:06.996" v="218" actId="1076"/>
          <ac:cxnSpMkLst>
            <pc:docMk/>
            <pc:sldMk cId="433822906" sldId="258"/>
            <ac:cxnSpMk id="65" creationId="{D6C14432-EB94-3150-CC53-4ECFF54A8011}"/>
          </ac:cxnSpMkLst>
        </pc:cxnChg>
        <pc:cxnChg chg="mod">
          <ac:chgData name="Bloch, Sam" userId="3bd72a44-1725-4047-809a-0c060827eaa1" providerId="ADAL" clId="{AA33B792-AADD-4C94-8E71-A302667395F9}" dt="2024-10-23T17:36:10.625" v="222" actId="14100"/>
          <ac:cxnSpMkLst>
            <pc:docMk/>
            <pc:sldMk cId="433822906" sldId="258"/>
            <ac:cxnSpMk id="71" creationId="{8612BC89-A5F6-63E7-7F6F-D790DE7A113C}"/>
          </ac:cxnSpMkLst>
        </pc:cxnChg>
        <pc:cxnChg chg="mod">
          <ac:chgData name="Bloch, Sam" userId="3bd72a44-1725-4047-809a-0c060827eaa1" providerId="ADAL" clId="{AA33B792-AADD-4C94-8E71-A302667395F9}" dt="2024-10-23T17:36:10.625" v="222" actId="14100"/>
          <ac:cxnSpMkLst>
            <pc:docMk/>
            <pc:sldMk cId="433822906" sldId="258"/>
            <ac:cxnSpMk id="73" creationId="{6BA43978-0BC7-868D-B619-4F1AF9D24BC7}"/>
          </ac:cxnSpMkLst>
        </pc:cxnChg>
        <pc:cxnChg chg="mod">
          <ac:chgData name="Bloch, Sam" userId="3bd72a44-1725-4047-809a-0c060827eaa1" providerId="ADAL" clId="{AA33B792-AADD-4C94-8E71-A302667395F9}" dt="2024-10-23T17:36:22.940" v="225" actId="1076"/>
          <ac:cxnSpMkLst>
            <pc:docMk/>
            <pc:sldMk cId="433822906" sldId="258"/>
            <ac:cxnSpMk id="85" creationId="{2B77D87A-7C8B-D963-87BF-5FE129759291}"/>
          </ac:cxnSpMkLst>
        </pc:cxnChg>
        <pc:cxnChg chg="mod">
          <ac:chgData name="Bloch, Sam" userId="3bd72a44-1725-4047-809a-0c060827eaa1" providerId="ADAL" clId="{AA33B792-AADD-4C94-8E71-A302667395F9}" dt="2024-10-23T17:35:44.701" v="219" actId="1076"/>
          <ac:cxnSpMkLst>
            <pc:docMk/>
            <pc:sldMk cId="433822906" sldId="258"/>
            <ac:cxnSpMk id="91" creationId="{6DC2ACCB-AC33-CE4B-3BC3-83F4F6F1545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DEB21-7C94-3240-9217-BFDA526CDEA1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08125" y="1143000"/>
            <a:ext cx="987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8953B-FD05-C84D-8EB6-68BBEE99E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508125" y="1143000"/>
            <a:ext cx="9874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Boombox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8953B-FD05-C84D-8EB6-68BBEE99EF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12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7181-31E3-9EAB-9F58-2A6F3960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F4A33-B494-32A5-F78A-9A3D6A784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508125" y="1143000"/>
            <a:ext cx="98742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E83AB-C617-3160-B4E0-FA553EF17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Boombox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A02E5-0457-0578-AFC1-1FEA48DE6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8953B-FD05-C84D-8EB6-68BBEE99EF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0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1122363"/>
            <a:ext cx="16459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3602038"/>
            <a:ext cx="16459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0" y="1709738"/>
            <a:ext cx="1892808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0" y="4589464"/>
            <a:ext cx="189280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1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1825625"/>
            <a:ext cx="9326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1825625"/>
            <a:ext cx="9326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7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365126"/>
            <a:ext cx="1892808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19" y="1681163"/>
            <a:ext cx="92840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19" y="2505075"/>
            <a:ext cx="92840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0" y="1681163"/>
            <a:ext cx="93297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0" y="2505075"/>
            <a:ext cx="93297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9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7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7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457200"/>
            <a:ext cx="707802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987426"/>
            <a:ext cx="1110996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2057400"/>
            <a:ext cx="70780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7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457200"/>
            <a:ext cx="707802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987426"/>
            <a:ext cx="1110996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2057400"/>
            <a:ext cx="70780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0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0" y="365125"/>
            <a:ext cx="473202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0" y="365125"/>
            <a:ext cx="1392174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365126"/>
            <a:ext cx="18928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1825625"/>
            <a:ext cx="18928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36564-A15D-ED45-B68E-FD9E7E664BD7}" type="datetimeFigureOut">
              <a:rPr lang="en-US" smtClean="0"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6356351"/>
            <a:ext cx="7406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6CFEE-4501-4E4D-A832-8A4FBF554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0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159D-5C2D-C6D5-2F59-87515FD0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A26CEEE-7CB4-DA02-B5FA-A2D9F1CD25A5}"/>
              </a:ext>
            </a:extLst>
          </p:cNvPr>
          <p:cNvGrpSpPr/>
          <p:nvPr/>
        </p:nvGrpSpPr>
        <p:grpSpPr>
          <a:xfrm>
            <a:off x="219904" y="202016"/>
            <a:ext cx="13712720" cy="6519705"/>
            <a:chOff x="219904" y="202016"/>
            <a:chExt cx="13712720" cy="651970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BF66FE6-3090-0581-C69B-7617652453C6}"/>
                </a:ext>
              </a:extLst>
            </p:cNvPr>
            <p:cNvSpPr/>
            <p:nvPr/>
          </p:nvSpPr>
          <p:spPr>
            <a:xfrm>
              <a:off x="220737" y="4311199"/>
              <a:ext cx="2277635" cy="339645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Human Energy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1E1BB2C-AB97-A5DF-AA4B-90D16AC78DCD}"/>
                </a:ext>
              </a:extLst>
            </p:cNvPr>
            <p:cNvSpPr/>
            <p:nvPr/>
          </p:nvSpPr>
          <p:spPr>
            <a:xfrm>
              <a:off x="226078" y="990939"/>
              <a:ext cx="2277635" cy="2197598"/>
            </a:xfrm>
            <a:prstGeom prst="roundRect">
              <a:avLst>
                <a:gd name="adj" fmla="val 3837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b="1"/>
                <a:t>Material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F48211-FB65-768A-8AD9-D1E65EB30839}"/>
                </a:ext>
              </a:extLst>
            </p:cNvPr>
            <p:cNvSpPr/>
            <p:nvPr/>
          </p:nvSpPr>
          <p:spPr>
            <a:xfrm>
              <a:off x="335817" y="1375457"/>
              <a:ext cx="2069601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Electrical Components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70A884D-F1AD-EEA6-FE31-40B6978AAF75}"/>
                </a:ext>
              </a:extLst>
            </p:cNvPr>
            <p:cNvSpPr/>
            <p:nvPr/>
          </p:nvSpPr>
          <p:spPr>
            <a:xfrm>
              <a:off x="329453" y="1840913"/>
              <a:ext cx="2058538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Sound Generation Device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4CF5D4-99E5-9E12-3E6C-E5693B5D06CE}"/>
                </a:ext>
              </a:extLst>
            </p:cNvPr>
            <p:cNvSpPr/>
            <p:nvPr/>
          </p:nvSpPr>
          <p:spPr>
            <a:xfrm>
              <a:off x="324755" y="2305176"/>
              <a:ext cx="2069601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Water/Dust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0A05F6-16E8-7F60-6168-1A73BC62A985}"/>
                </a:ext>
              </a:extLst>
            </p:cNvPr>
            <p:cNvSpPr/>
            <p:nvPr/>
          </p:nvSpPr>
          <p:spPr>
            <a:xfrm>
              <a:off x="335817" y="2775699"/>
              <a:ext cx="2058538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Toppers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C0D578E-2896-D4BC-680F-E36D11B198E7}"/>
                </a:ext>
              </a:extLst>
            </p:cNvPr>
            <p:cNvSpPr/>
            <p:nvPr/>
          </p:nvSpPr>
          <p:spPr>
            <a:xfrm>
              <a:off x="219904" y="6023184"/>
              <a:ext cx="2277635" cy="314003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RF Signals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A15C982-BCCD-DDE5-0669-1DB94935E8CE}"/>
                </a:ext>
              </a:extLst>
            </p:cNvPr>
            <p:cNvGrpSpPr/>
            <p:nvPr/>
          </p:nvGrpSpPr>
          <p:grpSpPr>
            <a:xfrm>
              <a:off x="3403997" y="202593"/>
              <a:ext cx="2069602" cy="1078580"/>
              <a:chOff x="3286174" y="1524856"/>
              <a:chExt cx="2069602" cy="1078580"/>
            </a:xfrm>
          </p:grpSpPr>
          <p:sp>
            <p:nvSpPr>
              <p:cNvPr id="23" name="Description">
                <a:extLst>
                  <a:ext uri="{FF2B5EF4-FFF2-40B4-BE49-F238E27FC236}">
                    <a16:creationId xmlns:a16="http://schemas.microsoft.com/office/drawing/2014/main" id="{C285BF1C-615D-4FC9-71B6-D341767BF3F8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Accept Computer, Battery, 120V Port, Topper Charging Mechanism, Internal Cabling, Speaker</a:t>
                </a:r>
              </a:p>
            </p:txBody>
          </p:sp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62BB6B58-8187-A730-404B-87DB3921A2FD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Import  Components</a:t>
                </a:r>
              </a:p>
            </p:txBody>
          </p:sp>
          <p:sp>
            <p:nvSpPr>
              <p:cNvPr id="28" name="Connecting Block">
                <a:extLst>
                  <a:ext uri="{FF2B5EF4-FFF2-40B4-BE49-F238E27FC236}">
                    <a16:creationId xmlns:a16="http://schemas.microsoft.com/office/drawing/2014/main" id="{C10AB0E5-BC17-5067-B6CC-EC6DA9F12525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D0328F-ADEC-B914-42C2-235CE5CE3A0E}"/>
                </a:ext>
              </a:extLst>
            </p:cNvPr>
            <p:cNvCxnSpPr>
              <a:cxnSpLocks/>
              <a:stCxn id="4" idx="3"/>
              <a:endCxn id="23" idx="1"/>
            </p:cNvCxnSpPr>
            <p:nvPr/>
          </p:nvCxnSpPr>
          <p:spPr>
            <a:xfrm flipV="1">
              <a:off x="2498372" y="896639"/>
              <a:ext cx="905625" cy="358438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0F164B1-7590-E8AD-18A8-6ABA76B128AC}"/>
                </a:ext>
              </a:extLst>
            </p:cNvPr>
            <p:cNvCxnSpPr>
              <a:cxnSpLocks/>
              <a:stCxn id="14" idx="3"/>
              <a:endCxn id="21" idx="1"/>
            </p:cNvCxnSpPr>
            <p:nvPr/>
          </p:nvCxnSpPr>
          <p:spPr>
            <a:xfrm flipV="1">
              <a:off x="2405418" y="357349"/>
              <a:ext cx="998580" cy="1172864"/>
            </a:xfrm>
            <a:prstGeom prst="bentConnector3">
              <a:avLst>
                <a:gd name="adj1" fmla="val 23245"/>
              </a:avLst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BEE791C-41EF-1130-1DCB-102444B38F3C}"/>
                </a:ext>
              </a:extLst>
            </p:cNvPr>
            <p:cNvGrpSpPr/>
            <p:nvPr/>
          </p:nvGrpSpPr>
          <p:grpSpPr>
            <a:xfrm>
              <a:off x="5804532" y="202016"/>
              <a:ext cx="2069602" cy="1078580"/>
              <a:chOff x="3286174" y="1524856"/>
              <a:chExt cx="2069602" cy="1078580"/>
            </a:xfrm>
          </p:grpSpPr>
          <p:sp>
            <p:nvSpPr>
              <p:cNvPr id="44" name="Description">
                <a:extLst>
                  <a:ext uri="{FF2B5EF4-FFF2-40B4-BE49-F238E27FC236}">
                    <a16:creationId xmlns:a16="http://schemas.microsoft.com/office/drawing/2014/main" id="{E216E9A3-8382-7E4C-4F76-77A6BC661261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Hold Components Firmly in place without disconnecting EE connections</a:t>
                </a:r>
              </a:p>
            </p:txBody>
          </p:sp>
          <p:sp>
            <p:nvSpPr>
              <p:cNvPr id="45" name="Title">
                <a:extLst>
                  <a:ext uri="{FF2B5EF4-FFF2-40B4-BE49-F238E27FC236}">
                    <a16:creationId xmlns:a16="http://schemas.microsoft.com/office/drawing/2014/main" id="{D06FF968-7387-B696-B5A6-5C18275879A2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Secure Components</a:t>
                </a:r>
              </a:p>
            </p:txBody>
          </p:sp>
          <p:sp>
            <p:nvSpPr>
              <p:cNvPr id="46" name="Connecting Block">
                <a:extLst>
                  <a:ext uri="{FF2B5EF4-FFF2-40B4-BE49-F238E27FC236}">
                    <a16:creationId xmlns:a16="http://schemas.microsoft.com/office/drawing/2014/main" id="{12CCDE6B-B09F-71A9-3F96-1D91EF4B1FEE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8" name="Straight Arrow Connector 35">
              <a:extLst>
                <a:ext uri="{FF2B5EF4-FFF2-40B4-BE49-F238E27FC236}">
                  <a16:creationId xmlns:a16="http://schemas.microsoft.com/office/drawing/2014/main" id="{9FD025FA-1775-9CE5-9B25-3C63DD8979FA}"/>
                </a:ext>
              </a:extLst>
            </p:cNvPr>
            <p:cNvCxnSpPr>
              <a:cxnSpLocks/>
              <a:stCxn id="28" idx="3"/>
              <a:endCxn id="46" idx="1"/>
            </p:cNvCxnSpPr>
            <p:nvPr/>
          </p:nvCxnSpPr>
          <p:spPr>
            <a:xfrm flipV="1">
              <a:off x="5473598" y="741306"/>
              <a:ext cx="330934" cy="5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024F679-F1C4-F056-0A0D-46CFA9DAF8B1}"/>
                </a:ext>
              </a:extLst>
            </p:cNvPr>
            <p:cNvGrpSpPr/>
            <p:nvPr/>
          </p:nvGrpSpPr>
          <p:grpSpPr>
            <a:xfrm>
              <a:off x="8221012" y="202016"/>
              <a:ext cx="2069602" cy="1078580"/>
              <a:chOff x="3286174" y="1524856"/>
              <a:chExt cx="2069602" cy="1078580"/>
            </a:xfrm>
          </p:grpSpPr>
          <p:sp>
            <p:nvSpPr>
              <p:cNvPr id="60" name="Description">
                <a:extLst>
                  <a:ext uri="{FF2B5EF4-FFF2-40B4-BE49-F238E27FC236}">
                    <a16:creationId xmlns:a16="http://schemas.microsoft.com/office/drawing/2014/main" id="{F712B663-C9A7-0023-4D21-431BC2342627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Shield Components from Environmental Elements</a:t>
                </a:r>
              </a:p>
            </p:txBody>
          </p:sp>
          <p:sp>
            <p:nvSpPr>
              <p:cNvPr id="62" name="Title">
                <a:extLst>
                  <a:ext uri="{FF2B5EF4-FFF2-40B4-BE49-F238E27FC236}">
                    <a16:creationId xmlns:a16="http://schemas.microsoft.com/office/drawing/2014/main" id="{32E6F3D5-1231-0826-B5D0-1C357C12BBCE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Protect Components</a:t>
                </a:r>
              </a:p>
            </p:txBody>
          </p:sp>
          <p:sp>
            <p:nvSpPr>
              <p:cNvPr id="63" name="Connecting Block">
                <a:extLst>
                  <a:ext uri="{FF2B5EF4-FFF2-40B4-BE49-F238E27FC236}">
                    <a16:creationId xmlns:a16="http://schemas.microsoft.com/office/drawing/2014/main" id="{B480E22C-10B0-BDB0-5C5F-2E52C742CBB0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4" name="Straight Arrow Connector 35">
              <a:extLst>
                <a:ext uri="{FF2B5EF4-FFF2-40B4-BE49-F238E27FC236}">
                  <a16:creationId xmlns:a16="http://schemas.microsoft.com/office/drawing/2014/main" id="{AA0CC6B3-8969-025C-92FF-E591047E6895}"/>
                </a:ext>
              </a:extLst>
            </p:cNvPr>
            <p:cNvCxnSpPr>
              <a:cxnSpLocks/>
              <a:stCxn id="18" idx="3"/>
              <a:endCxn id="60" idx="1"/>
            </p:cNvCxnSpPr>
            <p:nvPr/>
          </p:nvCxnSpPr>
          <p:spPr>
            <a:xfrm flipV="1">
              <a:off x="2394356" y="896062"/>
              <a:ext cx="5826656" cy="1563870"/>
            </a:xfrm>
            <a:prstGeom prst="bentConnector3">
              <a:avLst>
                <a:gd name="adj1" fmla="val 96321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2B12992-BC39-D471-6B5A-083F726434C9}"/>
                </a:ext>
              </a:extLst>
            </p:cNvPr>
            <p:cNvGrpSpPr/>
            <p:nvPr/>
          </p:nvGrpSpPr>
          <p:grpSpPr>
            <a:xfrm>
              <a:off x="3238082" y="5643141"/>
              <a:ext cx="2069602" cy="1078580"/>
              <a:chOff x="3286174" y="1524856"/>
              <a:chExt cx="2069602" cy="1078580"/>
            </a:xfrm>
          </p:grpSpPr>
          <p:sp>
            <p:nvSpPr>
              <p:cNvPr id="114" name="Description">
                <a:extLst>
                  <a:ext uri="{FF2B5EF4-FFF2-40B4-BE49-F238E27FC236}">
                    <a16:creationId xmlns:a16="http://schemas.microsoft.com/office/drawing/2014/main" id="{19D3AB88-56B1-D966-1E02-8439CE590726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Permit Signal to permeate the housing to reach internal computer</a:t>
                </a:r>
              </a:p>
            </p:txBody>
          </p:sp>
          <p:sp>
            <p:nvSpPr>
              <p:cNvPr id="115" name="Title">
                <a:extLst>
                  <a:ext uri="{FF2B5EF4-FFF2-40B4-BE49-F238E27FC236}">
                    <a16:creationId xmlns:a16="http://schemas.microsoft.com/office/drawing/2014/main" id="{06104525-6EFF-04E7-9D5E-7BADB581376C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Transmit Signal</a:t>
                </a:r>
              </a:p>
            </p:txBody>
          </p:sp>
          <p:sp>
            <p:nvSpPr>
              <p:cNvPr id="116" name="Connecting Block">
                <a:extLst>
                  <a:ext uri="{FF2B5EF4-FFF2-40B4-BE49-F238E27FC236}">
                    <a16:creationId xmlns:a16="http://schemas.microsoft.com/office/drawing/2014/main" id="{5879D2A3-353D-FBAF-049F-58CE0D6ED0B4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2" name="Straight Arrow Connector 35">
              <a:extLst>
                <a:ext uri="{FF2B5EF4-FFF2-40B4-BE49-F238E27FC236}">
                  <a16:creationId xmlns:a16="http://schemas.microsoft.com/office/drawing/2014/main" id="{B0EE1823-2418-B6CD-C453-A4B3F41BE8D8}"/>
                </a:ext>
              </a:extLst>
            </p:cNvPr>
            <p:cNvCxnSpPr>
              <a:cxnSpLocks/>
              <a:stCxn id="46" idx="3"/>
              <a:endCxn id="63" idx="1"/>
            </p:cNvCxnSpPr>
            <p:nvPr/>
          </p:nvCxnSpPr>
          <p:spPr>
            <a:xfrm>
              <a:off x="7874133" y="741306"/>
              <a:ext cx="3468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35">
              <a:extLst>
                <a:ext uri="{FF2B5EF4-FFF2-40B4-BE49-F238E27FC236}">
                  <a16:creationId xmlns:a16="http://schemas.microsoft.com/office/drawing/2014/main" id="{82EAB530-CCC8-8868-AD29-6ADC6D96FFC6}"/>
                </a:ext>
              </a:extLst>
            </p:cNvPr>
            <p:cNvCxnSpPr>
              <a:cxnSpLocks/>
              <a:stCxn id="17" idx="3"/>
              <a:endCxn id="28" idx="1"/>
            </p:cNvCxnSpPr>
            <p:nvPr/>
          </p:nvCxnSpPr>
          <p:spPr>
            <a:xfrm flipV="1">
              <a:off x="2387991" y="741883"/>
              <a:ext cx="1016006" cy="1253786"/>
            </a:xfrm>
            <a:prstGeom prst="bentConnector3">
              <a:avLst>
                <a:gd name="adj1" fmla="val 40000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65E97F4-4E50-BE58-D5A1-9A1FD952C121}"/>
                </a:ext>
              </a:extLst>
            </p:cNvPr>
            <p:cNvGrpSpPr/>
            <p:nvPr/>
          </p:nvGrpSpPr>
          <p:grpSpPr>
            <a:xfrm>
              <a:off x="8227377" y="1477315"/>
              <a:ext cx="2069602" cy="1078580"/>
              <a:chOff x="3286174" y="1524856"/>
              <a:chExt cx="2069602" cy="1078580"/>
            </a:xfrm>
          </p:grpSpPr>
          <p:sp>
            <p:nvSpPr>
              <p:cNvPr id="96" name="Description">
                <a:extLst>
                  <a:ext uri="{FF2B5EF4-FFF2-40B4-BE49-F238E27FC236}">
                    <a16:creationId xmlns:a16="http://schemas.microsoft.com/office/drawing/2014/main" id="{098902AC-C10E-3F06-A8E8-EFA2C08BB9AE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Enable Sound Waves to emanate from Sound Generator</a:t>
                </a:r>
              </a:p>
            </p:txBody>
          </p:sp>
          <p:sp>
            <p:nvSpPr>
              <p:cNvPr id="97" name="Title">
                <a:extLst>
                  <a:ext uri="{FF2B5EF4-FFF2-40B4-BE49-F238E27FC236}">
                    <a16:creationId xmlns:a16="http://schemas.microsoft.com/office/drawing/2014/main" id="{A249F3A2-9E62-CC34-67A2-82AA048A42E4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Allow Material Flow</a:t>
                </a:r>
              </a:p>
            </p:txBody>
          </p:sp>
          <p:sp>
            <p:nvSpPr>
              <p:cNvPr id="98" name="Connecting Block">
                <a:extLst>
                  <a:ext uri="{FF2B5EF4-FFF2-40B4-BE49-F238E27FC236}">
                    <a16:creationId xmlns:a16="http://schemas.microsoft.com/office/drawing/2014/main" id="{8460D7F0-5BC5-2CFC-BF2E-8278CB781143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2" name="Straight Arrow Connector 35">
              <a:extLst>
                <a:ext uri="{FF2B5EF4-FFF2-40B4-BE49-F238E27FC236}">
                  <a16:creationId xmlns:a16="http://schemas.microsoft.com/office/drawing/2014/main" id="{A299FB6E-F8F0-34F1-19B1-E410647A695A}"/>
                </a:ext>
              </a:extLst>
            </p:cNvPr>
            <p:cNvCxnSpPr>
              <a:cxnSpLocks/>
              <a:stCxn id="17" idx="3"/>
              <a:endCxn id="98" idx="1"/>
            </p:cNvCxnSpPr>
            <p:nvPr/>
          </p:nvCxnSpPr>
          <p:spPr>
            <a:xfrm>
              <a:off x="2387991" y="1995669"/>
              <a:ext cx="5839386" cy="2093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35">
              <a:extLst>
                <a:ext uri="{FF2B5EF4-FFF2-40B4-BE49-F238E27FC236}">
                  <a16:creationId xmlns:a16="http://schemas.microsoft.com/office/drawing/2014/main" id="{A526A8B0-A387-924B-7011-C6B84D5F3F44}"/>
                </a:ext>
              </a:extLst>
            </p:cNvPr>
            <p:cNvCxnSpPr>
              <a:cxnSpLocks/>
              <a:stCxn id="7" idx="3"/>
              <a:endCxn id="116" idx="1"/>
            </p:cNvCxnSpPr>
            <p:nvPr/>
          </p:nvCxnSpPr>
          <p:spPr>
            <a:xfrm>
              <a:off x="2497539" y="6180186"/>
              <a:ext cx="740543" cy="224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8F15F829-086D-D03B-65B3-E88B04424DB0}"/>
                </a:ext>
              </a:extLst>
            </p:cNvPr>
            <p:cNvGrpSpPr/>
            <p:nvPr/>
          </p:nvGrpSpPr>
          <p:grpSpPr>
            <a:xfrm>
              <a:off x="4658021" y="2775699"/>
              <a:ext cx="2069602" cy="1078580"/>
              <a:chOff x="3286174" y="1524856"/>
              <a:chExt cx="2069602" cy="1078580"/>
            </a:xfrm>
          </p:grpSpPr>
          <p:sp>
            <p:nvSpPr>
              <p:cNvPr id="121" name="Description">
                <a:extLst>
                  <a:ext uri="{FF2B5EF4-FFF2-40B4-BE49-F238E27FC236}">
                    <a16:creationId xmlns:a16="http://schemas.microsoft.com/office/drawing/2014/main" id="{6A38465F-A4EA-A8E2-804A-EC63BC3E9BB1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Provide storage space for multiple (6) toppers</a:t>
                </a:r>
              </a:p>
            </p:txBody>
          </p:sp>
          <p:sp>
            <p:nvSpPr>
              <p:cNvPr id="122" name="Title">
                <a:extLst>
                  <a:ext uri="{FF2B5EF4-FFF2-40B4-BE49-F238E27FC236}">
                    <a16:creationId xmlns:a16="http://schemas.microsoft.com/office/drawing/2014/main" id="{88E01164-4CEF-D4FF-C072-5237A8F669EA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Store Material</a:t>
                </a:r>
              </a:p>
            </p:txBody>
          </p:sp>
          <p:sp>
            <p:nvSpPr>
              <p:cNvPr id="123" name="Connecting Block">
                <a:extLst>
                  <a:ext uri="{FF2B5EF4-FFF2-40B4-BE49-F238E27FC236}">
                    <a16:creationId xmlns:a16="http://schemas.microsoft.com/office/drawing/2014/main" id="{2D27B6FD-F732-7963-A93D-9D5FBD281AC4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4" name="Straight Arrow Connector 35">
              <a:extLst>
                <a:ext uri="{FF2B5EF4-FFF2-40B4-BE49-F238E27FC236}">
                  <a16:creationId xmlns:a16="http://schemas.microsoft.com/office/drawing/2014/main" id="{1693DEC3-3F00-455C-7B47-056FD3E3A1E9}"/>
                </a:ext>
              </a:extLst>
            </p:cNvPr>
            <p:cNvCxnSpPr>
              <a:cxnSpLocks/>
              <a:stCxn id="16" idx="3"/>
              <a:endCxn id="122" idx="1"/>
            </p:cNvCxnSpPr>
            <p:nvPr/>
          </p:nvCxnSpPr>
          <p:spPr>
            <a:xfrm>
              <a:off x="2394355" y="2930455"/>
              <a:ext cx="2263667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D631DBF8-3723-04F0-EDFE-48679B348329}"/>
                </a:ext>
              </a:extLst>
            </p:cNvPr>
            <p:cNvGrpSpPr/>
            <p:nvPr/>
          </p:nvGrpSpPr>
          <p:grpSpPr>
            <a:xfrm>
              <a:off x="8221012" y="2775699"/>
              <a:ext cx="2069602" cy="1078580"/>
              <a:chOff x="3286174" y="1524856"/>
              <a:chExt cx="2069602" cy="1078580"/>
            </a:xfrm>
          </p:grpSpPr>
          <p:sp>
            <p:nvSpPr>
              <p:cNvPr id="128" name="Description">
                <a:extLst>
                  <a:ext uri="{FF2B5EF4-FFF2-40B4-BE49-F238E27FC236}">
                    <a16:creationId xmlns:a16="http://schemas.microsoft.com/office/drawing/2014/main" id="{3A459310-71DB-A768-752C-FC8F147BE4E1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Allow removal of individual toppers</a:t>
                </a:r>
              </a:p>
            </p:txBody>
          </p:sp>
          <p:sp>
            <p:nvSpPr>
              <p:cNvPr id="129" name="Title">
                <a:extLst>
                  <a:ext uri="{FF2B5EF4-FFF2-40B4-BE49-F238E27FC236}">
                    <a16:creationId xmlns:a16="http://schemas.microsoft.com/office/drawing/2014/main" id="{473D2C1A-A163-AC5A-2E19-C6B5227E53E6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Release Material</a:t>
                </a:r>
              </a:p>
            </p:txBody>
          </p:sp>
          <p:sp>
            <p:nvSpPr>
              <p:cNvPr id="130" name="Connecting Block">
                <a:extLst>
                  <a:ext uri="{FF2B5EF4-FFF2-40B4-BE49-F238E27FC236}">
                    <a16:creationId xmlns:a16="http://schemas.microsoft.com/office/drawing/2014/main" id="{1B270A1D-3A84-2E18-2683-06312846AC49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1" name="Straight Arrow Connector 35">
              <a:extLst>
                <a:ext uri="{FF2B5EF4-FFF2-40B4-BE49-F238E27FC236}">
                  <a16:creationId xmlns:a16="http://schemas.microsoft.com/office/drawing/2014/main" id="{CDE0A12D-F14C-B9F1-5E85-4670070837C6}"/>
                </a:ext>
              </a:extLst>
            </p:cNvPr>
            <p:cNvCxnSpPr>
              <a:cxnSpLocks/>
              <a:stCxn id="123" idx="3"/>
              <a:endCxn id="130" idx="1"/>
            </p:cNvCxnSpPr>
            <p:nvPr/>
          </p:nvCxnSpPr>
          <p:spPr>
            <a:xfrm>
              <a:off x="6727622" y="3314989"/>
              <a:ext cx="149339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33">
              <a:extLst>
                <a:ext uri="{FF2B5EF4-FFF2-40B4-BE49-F238E27FC236}">
                  <a16:creationId xmlns:a16="http://schemas.microsoft.com/office/drawing/2014/main" id="{FA70D56C-0E4A-0FF2-4147-0A72469A5BB9}"/>
                </a:ext>
              </a:extLst>
            </p:cNvPr>
            <p:cNvCxnSpPr>
              <a:cxnSpLocks/>
              <a:stCxn id="4" idx="3"/>
              <a:endCxn id="121" idx="2"/>
            </p:cNvCxnSpPr>
            <p:nvPr/>
          </p:nvCxnSpPr>
          <p:spPr>
            <a:xfrm flipV="1">
              <a:off x="2498372" y="3854279"/>
              <a:ext cx="3194450" cy="626743"/>
            </a:xfrm>
            <a:prstGeom prst="bentConnector2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33">
              <a:extLst>
                <a:ext uri="{FF2B5EF4-FFF2-40B4-BE49-F238E27FC236}">
                  <a16:creationId xmlns:a16="http://schemas.microsoft.com/office/drawing/2014/main" id="{94CB99D5-C520-84FA-53C1-999049788154}"/>
                </a:ext>
              </a:extLst>
            </p:cNvPr>
            <p:cNvCxnSpPr>
              <a:cxnSpLocks/>
              <a:stCxn id="4" idx="3"/>
              <a:endCxn id="130" idx="2"/>
            </p:cNvCxnSpPr>
            <p:nvPr/>
          </p:nvCxnSpPr>
          <p:spPr>
            <a:xfrm flipV="1">
              <a:off x="2498372" y="3854279"/>
              <a:ext cx="6757441" cy="626743"/>
            </a:xfrm>
            <a:prstGeom prst="bentConnector2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06F9886-0200-07F3-ABD3-C4DFBB666EA2}"/>
                </a:ext>
              </a:extLst>
            </p:cNvPr>
            <p:cNvGrpSpPr/>
            <p:nvPr/>
          </p:nvGrpSpPr>
          <p:grpSpPr>
            <a:xfrm>
              <a:off x="6439516" y="4607474"/>
              <a:ext cx="2069602" cy="1078580"/>
              <a:chOff x="3286174" y="1524856"/>
              <a:chExt cx="2069602" cy="1078580"/>
            </a:xfrm>
          </p:grpSpPr>
          <p:sp>
            <p:nvSpPr>
              <p:cNvPr id="148" name="Description">
                <a:extLst>
                  <a:ext uri="{FF2B5EF4-FFF2-40B4-BE49-F238E27FC236}">
                    <a16:creationId xmlns:a16="http://schemas.microsoft.com/office/drawing/2014/main" id="{0110C297-8DFE-6E22-C69E-613B71271853}"/>
                  </a:ext>
                </a:extLst>
              </p:cNvPr>
              <p:cNvSpPr/>
              <p:nvPr/>
            </p:nvSpPr>
            <p:spPr>
              <a:xfrm>
                <a:off x="3286174" y="1834368"/>
                <a:ext cx="2069601" cy="76906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100" b="1" i="1" u="sng"/>
                  <a:t>Description:</a:t>
                </a:r>
                <a:r>
                  <a:rPr lang="en-US" sz="1100"/>
                  <a:t> Connect Charging Apparatus to the Cone Topper</a:t>
                </a:r>
              </a:p>
            </p:txBody>
          </p:sp>
          <p:sp>
            <p:nvSpPr>
              <p:cNvPr id="149" name="Title">
                <a:extLst>
                  <a:ext uri="{FF2B5EF4-FFF2-40B4-BE49-F238E27FC236}">
                    <a16:creationId xmlns:a16="http://schemas.microsoft.com/office/drawing/2014/main" id="{D0013F0F-D2E0-E4D9-72A1-31F02A14912F}"/>
                  </a:ext>
                </a:extLst>
              </p:cNvPr>
              <p:cNvSpPr/>
              <p:nvPr/>
            </p:nvSpPr>
            <p:spPr>
              <a:xfrm>
                <a:off x="3286175" y="1524856"/>
                <a:ext cx="2069601" cy="30951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/>
                  <a:t>Interface Material</a:t>
                </a:r>
              </a:p>
            </p:txBody>
          </p:sp>
          <p:sp>
            <p:nvSpPr>
              <p:cNvPr id="150" name="Connecting Block">
                <a:extLst>
                  <a:ext uri="{FF2B5EF4-FFF2-40B4-BE49-F238E27FC236}">
                    <a16:creationId xmlns:a16="http://schemas.microsoft.com/office/drawing/2014/main" id="{7ED37618-1E60-303E-00C8-C9C30D6A728D}"/>
                  </a:ext>
                </a:extLst>
              </p:cNvPr>
              <p:cNvSpPr/>
              <p:nvPr/>
            </p:nvSpPr>
            <p:spPr>
              <a:xfrm>
                <a:off x="3286174" y="1524856"/>
                <a:ext cx="2069601" cy="1078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1" name="Straight Arrow Connector 33">
              <a:extLst>
                <a:ext uri="{FF2B5EF4-FFF2-40B4-BE49-F238E27FC236}">
                  <a16:creationId xmlns:a16="http://schemas.microsoft.com/office/drawing/2014/main" id="{0B8E35E9-A291-E7C6-DFEA-C26D8FFB3A32}"/>
                </a:ext>
              </a:extLst>
            </p:cNvPr>
            <p:cNvCxnSpPr>
              <a:cxnSpLocks/>
              <a:stCxn id="4" idx="3"/>
              <a:endCxn id="150" idx="1"/>
            </p:cNvCxnSpPr>
            <p:nvPr/>
          </p:nvCxnSpPr>
          <p:spPr>
            <a:xfrm>
              <a:off x="2498372" y="4481022"/>
              <a:ext cx="3941144" cy="665742"/>
            </a:xfrm>
            <a:prstGeom prst="bentConnector3">
              <a:avLst>
                <a:gd name="adj1" fmla="val 11653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33">
              <a:extLst>
                <a:ext uri="{FF2B5EF4-FFF2-40B4-BE49-F238E27FC236}">
                  <a16:creationId xmlns:a16="http://schemas.microsoft.com/office/drawing/2014/main" id="{CD6DAE41-CB60-56B0-2660-3A08BCF4820C}"/>
                </a:ext>
              </a:extLst>
            </p:cNvPr>
            <p:cNvCxnSpPr>
              <a:cxnSpLocks/>
              <a:stCxn id="16" idx="3"/>
              <a:endCxn id="149" idx="1"/>
            </p:cNvCxnSpPr>
            <p:nvPr/>
          </p:nvCxnSpPr>
          <p:spPr>
            <a:xfrm>
              <a:off x="2394355" y="2930455"/>
              <a:ext cx="4045162" cy="1831775"/>
            </a:xfrm>
            <a:prstGeom prst="bentConnector3">
              <a:avLst>
                <a:gd name="adj1" fmla="val 9186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33">
              <a:extLst>
                <a:ext uri="{FF2B5EF4-FFF2-40B4-BE49-F238E27FC236}">
                  <a16:creationId xmlns:a16="http://schemas.microsoft.com/office/drawing/2014/main" id="{7521C242-3E71-8D41-3549-F20E4B1AD976}"/>
                </a:ext>
              </a:extLst>
            </p:cNvPr>
            <p:cNvCxnSpPr>
              <a:cxnSpLocks/>
              <a:stCxn id="14" idx="3"/>
              <a:endCxn id="148" idx="1"/>
            </p:cNvCxnSpPr>
            <p:nvPr/>
          </p:nvCxnSpPr>
          <p:spPr>
            <a:xfrm>
              <a:off x="2405418" y="1530213"/>
              <a:ext cx="4034098" cy="3771307"/>
            </a:xfrm>
            <a:prstGeom prst="bentConnector3">
              <a:avLst>
                <a:gd name="adj1" fmla="val 5611"/>
              </a:avLst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Rounded Rectangle 248">
              <a:extLst>
                <a:ext uri="{FF2B5EF4-FFF2-40B4-BE49-F238E27FC236}">
                  <a16:creationId xmlns:a16="http://schemas.microsoft.com/office/drawing/2014/main" id="{94A35029-EC79-D8E1-8226-9CF01059AB4D}"/>
                </a:ext>
              </a:extLst>
            </p:cNvPr>
            <p:cNvSpPr/>
            <p:nvPr/>
          </p:nvSpPr>
          <p:spPr>
            <a:xfrm>
              <a:off x="11654989" y="358297"/>
              <a:ext cx="2277635" cy="2197598"/>
            </a:xfrm>
            <a:prstGeom prst="roundRect">
              <a:avLst>
                <a:gd name="adj" fmla="val 3837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b="1"/>
                <a:t>Output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352F93BF-44B2-1313-C8A0-685A3FE28B78}"/>
                </a:ext>
              </a:extLst>
            </p:cNvPr>
            <p:cNvSpPr/>
            <p:nvPr/>
          </p:nvSpPr>
          <p:spPr>
            <a:xfrm>
              <a:off x="11764728" y="742815"/>
              <a:ext cx="2069601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Protected Components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C61EC21-358C-7EEA-9CF4-4E25C8263A7C}"/>
                </a:ext>
              </a:extLst>
            </p:cNvPr>
            <p:cNvSpPr/>
            <p:nvPr/>
          </p:nvSpPr>
          <p:spPr>
            <a:xfrm>
              <a:off x="11758364" y="1208271"/>
              <a:ext cx="2058538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Sound Emission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E7C4B83-758B-5D40-B9F2-76077015119C}"/>
                </a:ext>
              </a:extLst>
            </p:cNvPr>
            <p:cNvSpPr/>
            <p:nvPr/>
          </p:nvSpPr>
          <p:spPr>
            <a:xfrm>
              <a:off x="11753666" y="1672534"/>
              <a:ext cx="2069601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Attached/Removed Toppers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31AE286F-62B1-2662-8EC4-2544D820C16C}"/>
                </a:ext>
              </a:extLst>
            </p:cNvPr>
            <p:cNvSpPr/>
            <p:nvPr/>
          </p:nvSpPr>
          <p:spPr>
            <a:xfrm>
              <a:off x="11764728" y="2143057"/>
              <a:ext cx="2058538" cy="3095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RF Signals Received</a:t>
              </a:r>
            </a:p>
          </p:txBody>
        </p:sp>
        <p:cxnSp>
          <p:nvCxnSpPr>
            <p:cNvPr id="257" name="Straight Arrow Connector 35">
              <a:extLst>
                <a:ext uri="{FF2B5EF4-FFF2-40B4-BE49-F238E27FC236}">
                  <a16:creationId xmlns:a16="http://schemas.microsoft.com/office/drawing/2014/main" id="{1B4B22FD-ECDF-9544-99A4-26CE3D8CD3EF}"/>
                </a:ext>
              </a:extLst>
            </p:cNvPr>
            <p:cNvCxnSpPr>
              <a:cxnSpLocks/>
              <a:stCxn id="121" idx="3"/>
              <a:endCxn id="149" idx="0"/>
            </p:cNvCxnSpPr>
            <p:nvPr/>
          </p:nvCxnSpPr>
          <p:spPr>
            <a:xfrm>
              <a:off x="6727622" y="3469745"/>
              <a:ext cx="746696" cy="1137729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35">
              <a:extLst>
                <a:ext uri="{FF2B5EF4-FFF2-40B4-BE49-F238E27FC236}">
                  <a16:creationId xmlns:a16="http://schemas.microsoft.com/office/drawing/2014/main" id="{72BB4FCB-FD75-51B6-6D67-F3F0FA47AC38}"/>
                </a:ext>
              </a:extLst>
            </p:cNvPr>
            <p:cNvCxnSpPr>
              <a:cxnSpLocks/>
              <a:stCxn id="148" idx="3"/>
            </p:cNvCxnSpPr>
            <p:nvPr/>
          </p:nvCxnSpPr>
          <p:spPr>
            <a:xfrm flipV="1">
              <a:off x="8509117" y="3844305"/>
              <a:ext cx="1131832" cy="145721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35">
              <a:extLst>
                <a:ext uri="{FF2B5EF4-FFF2-40B4-BE49-F238E27FC236}">
                  <a16:creationId xmlns:a16="http://schemas.microsoft.com/office/drawing/2014/main" id="{0B84A9DB-DE62-A604-0DEA-75DC721F4A80}"/>
                </a:ext>
              </a:extLst>
            </p:cNvPr>
            <p:cNvCxnSpPr>
              <a:cxnSpLocks/>
              <a:stCxn id="116" idx="3"/>
              <a:endCxn id="249" idx="2"/>
            </p:cNvCxnSpPr>
            <p:nvPr/>
          </p:nvCxnSpPr>
          <p:spPr>
            <a:xfrm flipV="1">
              <a:off x="5307683" y="2555895"/>
              <a:ext cx="7486124" cy="3626536"/>
            </a:xfrm>
            <a:prstGeom prst="bentConnector2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35">
              <a:extLst>
                <a:ext uri="{FF2B5EF4-FFF2-40B4-BE49-F238E27FC236}">
                  <a16:creationId xmlns:a16="http://schemas.microsoft.com/office/drawing/2014/main" id="{ED5E841A-44FF-8352-BA60-1ACACBB5193C}"/>
                </a:ext>
              </a:extLst>
            </p:cNvPr>
            <p:cNvCxnSpPr>
              <a:cxnSpLocks/>
              <a:stCxn id="128" idx="3"/>
              <a:endCxn id="249" idx="2"/>
            </p:cNvCxnSpPr>
            <p:nvPr/>
          </p:nvCxnSpPr>
          <p:spPr>
            <a:xfrm flipV="1">
              <a:off x="10290613" y="2555895"/>
              <a:ext cx="2503194" cy="913850"/>
            </a:xfrm>
            <a:prstGeom prst="bentConnector2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35">
              <a:extLst>
                <a:ext uri="{FF2B5EF4-FFF2-40B4-BE49-F238E27FC236}">
                  <a16:creationId xmlns:a16="http://schemas.microsoft.com/office/drawing/2014/main" id="{0CAF4797-4600-EACF-8E18-98636ED47018}"/>
                </a:ext>
              </a:extLst>
            </p:cNvPr>
            <p:cNvCxnSpPr>
              <a:cxnSpLocks/>
              <a:stCxn id="96" idx="3"/>
              <a:endCxn id="249" idx="1"/>
            </p:cNvCxnSpPr>
            <p:nvPr/>
          </p:nvCxnSpPr>
          <p:spPr>
            <a:xfrm flipV="1">
              <a:off x="10296978" y="1457096"/>
              <a:ext cx="1358011" cy="71426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Arrow Connector 35">
              <a:extLst>
                <a:ext uri="{FF2B5EF4-FFF2-40B4-BE49-F238E27FC236}">
                  <a16:creationId xmlns:a16="http://schemas.microsoft.com/office/drawing/2014/main" id="{B5D3AC95-AF9E-1186-9E41-D1E815B0AF2B}"/>
                </a:ext>
              </a:extLst>
            </p:cNvPr>
            <p:cNvCxnSpPr>
              <a:cxnSpLocks/>
              <a:stCxn id="63" idx="3"/>
              <a:endCxn id="249" idx="1"/>
            </p:cNvCxnSpPr>
            <p:nvPr/>
          </p:nvCxnSpPr>
          <p:spPr>
            <a:xfrm>
              <a:off x="10290613" y="741306"/>
              <a:ext cx="1364376" cy="71579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59EC38-B7AC-A448-98C0-94E69C957AED}"/>
              </a:ext>
            </a:extLst>
          </p:cNvPr>
          <p:cNvSpPr/>
          <p:nvPr/>
        </p:nvSpPr>
        <p:spPr>
          <a:xfrm>
            <a:off x="4265880" y="2673162"/>
            <a:ext cx="6168440" cy="3012892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091E74-AC44-428F-ABDF-A1BF196347EA}"/>
              </a:ext>
            </a:extLst>
          </p:cNvPr>
          <p:cNvSpPr/>
          <p:nvPr/>
        </p:nvSpPr>
        <p:spPr>
          <a:xfrm>
            <a:off x="8047572" y="63013"/>
            <a:ext cx="2578339" cy="2595419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3E7906-DAFD-EC35-54E2-B20F27DD92FA}"/>
              </a:ext>
            </a:extLst>
          </p:cNvPr>
          <p:cNvSpPr/>
          <p:nvPr/>
        </p:nvSpPr>
        <p:spPr>
          <a:xfrm>
            <a:off x="3238082" y="112305"/>
            <a:ext cx="4809490" cy="1283654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482B0C-02C4-CA53-0901-FBDEB7B7B9CA}"/>
              </a:ext>
            </a:extLst>
          </p:cNvPr>
          <p:cNvSpPr/>
          <p:nvPr/>
        </p:nvSpPr>
        <p:spPr>
          <a:xfrm>
            <a:off x="3005288" y="5643141"/>
            <a:ext cx="2302394" cy="1110896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7222B-AA5D-4DC9-34E0-D2EBF0204502}"/>
              </a:ext>
            </a:extLst>
          </p:cNvPr>
          <p:cNvSpPr txBox="1"/>
          <p:nvPr/>
        </p:nvSpPr>
        <p:spPr>
          <a:xfrm>
            <a:off x="3891240" y="1388785"/>
            <a:ext cx="153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Charging Unit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60958-5B3F-0B3B-8522-9D6109224892}"/>
              </a:ext>
            </a:extLst>
          </p:cNvPr>
          <p:cNvSpPr txBox="1"/>
          <p:nvPr/>
        </p:nvSpPr>
        <p:spPr>
          <a:xfrm>
            <a:off x="6381263" y="1916918"/>
            <a:ext cx="163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Acoustics Unit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D5F71-CD93-30CD-1F32-097C911E0810}"/>
              </a:ext>
            </a:extLst>
          </p:cNvPr>
          <p:cNvSpPr txBox="1"/>
          <p:nvPr/>
        </p:nvSpPr>
        <p:spPr>
          <a:xfrm>
            <a:off x="5292578" y="6210154"/>
            <a:ext cx="139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Unit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C4525-3EF1-822E-AA8C-AF100420F8A5}"/>
              </a:ext>
            </a:extLst>
          </p:cNvPr>
          <p:cNvSpPr txBox="1"/>
          <p:nvPr/>
        </p:nvSpPr>
        <p:spPr>
          <a:xfrm>
            <a:off x="6552815" y="5625752"/>
            <a:ext cx="255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Auxiliary Charging units </a:t>
            </a:r>
          </a:p>
        </p:txBody>
      </p:sp>
    </p:spTree>
    <p:extLst>
      <p:ext uri="{BB962C8B-B14F-4D97-AF65-F5344CB8AC3E}">
        <p14:creationId xmlns:p14="http://schemas.microsoft.com/office/powerpoint/2010/main" val="1895028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64E6-2EC1-673D-F45B-2C4EE6CD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74DA41-E27B-A26C-55C2-3B435FB356CF}"/>
              </a:ext>
            </a:extLst>
          </p:cNvPr>
          <p:cNvSpPr/>
          <p:nvPr/>
        </p:nvSpPr>
        <p:spPr>
          <a:xfrm>
            <a:off x="220737" y="4311199"/>
            <a:ext cx="2277635" cy="33964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Human Energy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43342E-3F21-E45B-3823-D150519C527D}"/>
              </a:ext>
            </a:extLst>
          </p:cNvPr>
          <p:cNvSpPr/>
          <p:nvPr/>
        </p:nvSpPr>
        <p:spPr>
          <a:xfrm>
            <a:off x="226078" y="990939"/>
            <a:ext cx="2277635" cy="2693518"/>
          </a:xfrm>
          <a:prstGeom prst="roundRect">
            <a:avLst>
              <a:gd name="adj" fmla="val 383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/>
              <a:t>Material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02FC23-5060-7EBE-7BC8-184E11E59C2A}"/>
              </a:ext>
            </a:extLst>
          </p:cNvPr>
          <p:cNvSpPr/>
          <p:nvPr/>
        </p:nvSpPr>
        <p:spPr>
          <a:xfrm>
            <a:off x="335817" y="1375457"/>
            <a:ext cx="2069601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Electrical Components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C36981-EA4B-F617-AEE8-76C7B6BEDE3F}"/>
              </a:ext>
            </a:extLst>
          </p:cNvPr>
          <p:cNvSpPr/>
          <p:nvPr/>
        </p:nvSpPr>
        <p:spPr>
          <a:xfrm>
            <a:off x="329453" y="1840913"/>
            <a:ext cx="2058538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Light Source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19D40-A476-4BAB-A33D-9A51736F8ACE}"/>
              </a:ext>
            </a:extLst>
          </p:cNvPr>
          <p:cNvSpPr/>
          <p:nvPr/>
        </p:nvSpPr>
        <p:spPr>
          <a:xfrm>
            <a:off x="324755" y="2305176"/>
            <a:ext cx="2069601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Water/Dust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18E9B1-6D14-D3E4-DB10-75417CE6E510}"/>
              </a:ext>
            </a:extLst>
          </p:cNvPr>
          <p:cNvSpPr/>
          <p:nvPr/>
        </p:nvSpPr>
        <p:spPr>
          <a:xfrm>
            <a:off x="335817" y="2775699"/>
            <a:ext cx="2058538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Cones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9B3286-1B14-0490-E909-002D4B8A53DC}"/>
              </a:ext>
            </a:extLst>
          </p:cNvPr>
          <p:cNvSpPr/>
          <p:nvPr/>
        </p:nvSpPr>
        <p:spPr>
          <a:xfrm>
            <a:off x="219904" y="6023184"/>
            <a:ext cx="2277635" cy="31400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RF Signals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C4A297-58D2-0389-4A23-98DED8A71CBD}"/>
              </a:ext>
            </a:extLst>
          </p:cNvPr>
          <p:cNvGrpSpPr/>
          <p:nvPr/>
        </p:nvGrpSpPr>
        <p:grpSpPr>
          <a:xfrm>
            <a:off x="3403997" y="202593"/>
            <a:ext cx="2069602" cy="1078580"/>
            <a:chOff x="3286174" y="1524856"/>
            <a:chExt cx="2069602" cy="1078580"/>
          </a:xfrm>
        </p:grpSpPr>
        <p:sp>
          <p:nvSpPr>
            <p:cNvPr id="23" name="Description">
              <a:extLst>
                <a:ext uri="{FF2B5EF4-FFF2-40B4-BE49-F238E27FC236}">
                  <a16:creationId xmlns:a16="http://schemas.microsoft.com/office/drawing/2014/main" id="{946B69D5-F6AF-ACDC-AD74-413BF0706C88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Accept Computer, Battery, Charging Mechanism, Internal Cabling, Light Source</a:t>
              </a:r>
            </a:p>
          </p:txBody>
        </p:sp>
        <p:sp>
          <p:nvSpPr>
            <p:cNvPr id="21" name="Title">
              <a:extLst>
                <a:ext uri="{FF2B5EF4-FFF2-40B4-BE49-F238E27FC236}">
                  <a16:creationId xmlns:a16="http://schemas.microsoft.com/office/drawing/2014/main" id="{CC6F4F06-DBEE-D932-9B7D-6101CBEF4211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Import  Components</a:t>
              </a:r>
            </a:p>
          </p:txBody>
        </p:sp>
        <p:sp>
          <p:nvSpPr>
            <p:cNvPr id="28" name="Connecting Block">
              <a:extLst>
                <a:ext uri="{FF2B5EF4-FFF2-40B4-BE49-F238E27FC236}">
                  <a16:creationId xmlns:a16="http://schemas.microsoft.com/office/drawing/2014/main" id="{449CBCA3-8CC4-CB06-2650-822D7DB54677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C00225-FF4F-C109-058D-42A55A7C10DB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 flipV="1">
            <a:off x="2405418" y="357349"/>
            <a:ext cx="998580" cy="1172864"/>
          </a:xfrm>
          <a:prstGeom prst="bentConnector3">
            <a:avLst>
              <a:gd name="adj1" fmla="val 23245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F6408A4-D13D-7DF1-220D-E4F192CF5BA1}"/>
              </a:ext>
            </a:extLst>
          </p:cNvPr>
          <p:cNvGrpSpPr/>
          <p:nvPr/>
        </p:nvGrpSpPr>
        <p:grpSpPr>
          <a:xfrm>
            <a:off x="5804532" y="202016"/>
            <a:ext cx="2069602" cy="1078580"/>
            <a:chOff x="3286174" y="1524856"/>
            <a:chExt cx="2069602" cy="1078580"/>
          </a:xfrm>
        </p:grpSpPr>
        <p:sp>
          <p:nvSpPr>
            <p:cNvPr id="44" name="Description">
              <a:extLst>
                <a:ext uri="{FF2B5EF4-FFF2-40B4-BE49-F238E27FC236}">
                  <a16:creationId xmlns:a16="http://schemas.microsoft.com/office/drawing/2014/main" id="{1379DB86-97B1-6F5C-3A61-15035E999478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Hold Components Firmly in place without disconnecting EE connections</a:t>
              </a:r>
            </a:p>
          </p:txBody>
        </p:sp>
        <p:sp>
          <p:nvSpPr>
            <p:cNvPr id="45" name="Title">
              <a:extLst>
                <a:ext uri="{FF2B5EF4-FFF2-40B4-BE49-F238E27FC236}">
                  <a16:creationId xmlns:a16="http://schemas.microsoft.com/office/drawing/2014/main" id="{FC1B62D4-3D6A-2246-F9C1-04A67CFBAB1E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Secure Components</a:t>
              </a:r>
            </a:p>
          </p:txBody>
        </p:sp>
        <p:sp>
          <p:nvSpPr>
            <p:cNvPr id="46" name="Connecting Block">
              <a:extLst>
                <a:ext uri="{FF2B5EF4-FFF2-40B4-BE49-F238E27FC236}">
                  <a16:creationId xmlns:a16="http://schemas.microsoft.com/office/drawing/2014/main" id="{EB9FFF10-599E-E9F9-EAFC-645F3AF2E39D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8" name="Straight Arrow Connector 35">
            <a:extLst>
              <a:ext uri="{FF2B5EF4-FFF2-40B4-BE49-F238E27FC236}">
                <a16:creationId xmlns:a16="http://schemas.microsoft.com/office/drawing/2014/main" id="{271C9EDF-B24A-99B4-8ADF-0DA941E3C3D8}"/>
              </a:ext>
            </a:extLst>
          </p:cNvPr>
          <p:cNvCxnSpPr>
            <a:cxnSpLocks/>
            <a:stCxn id="28" idx="3"/>
            <a:endCxn id="46" idx="1"/>
          </p:cNvCxnSpPr>
          <p:nvPr/>
        </p:nvCxnSpPr>
        <p:spPr>
          <a:xfrm flipV="1">
            <a:off x="5473598" y="741306"/>
            <a:ext cx="330934" cy="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C4C5A4-7551-C96B-916C-18787734D67B}"/>
              </a:ext>
            </a:extLst>
          </p:cNvPr>
          <p:cNvGrpSpPr/>
          <p:nvPr/>
        </p:nvGrpSpPr>
        <p:grpSpPr>
          <a:xfrm>
            <a:off x="8221012" y="202016"/>
            <a:ext cx="2069602" cy="1078580"/>
            <a:chOff x="3286174" y="1524856"/>
            <a:chExt cx="2069602" cy="1078580"/>
          </a:xfrm>
        </p:grpSpPr>
        <p:sp>
          <p:nvSpPr>
            <p:cNvPr id="60" name="Description">
              <a:extLst>
                <a:ext uri="{FF2B5EF4-FFF2-40B4-BE49-F238E27FC236}">
                  <a16:creationId xmlns:a16="http://schemas.microsoft.com/office/drawing/2014/main" id="{93B193E7-B995-E095-2D8F-019363FA7A24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Shield Components from Environmental Elements</a:t>
              </a:r>
            </a:p>
          </p:txBody>
        </p:sp>
        <p:sp>
          <p:nvSpPr>
            <p:cNvPr id="62" name="Title">
              <a:extLst>
                <a:ext uri="{FF2B5EF4-FFF2-40B4-BE49-F238E27FC236}">
                  <a16:creationId xmlns:a16="http://schemas.microsoft.com/office/drawing/2014/main" id="{73AC6495-9EF8-D7A1-8EE1-AA5D67A3D367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Protect Components</a:t>
              </a:r>
            </a:p>
          </p:txBody>
        </p:sp>
        <p:sp>
          <p:nvSpPr>
            <p:cNvPr id="63" name="Connecting Block">
              <a:extLst>
                <a:ext uri="{FF2B5EF4-FFF2-40B4-BE49-F238E27FC236}">
                  <a16:creationId xmlns:a16="http://schemas.microsoft.com/office/drawing/2014/main" id="{85D65C5B-1441-2CCD-AD04-3044FE5DE747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4" name="Straight Arrow Connector 35">
            <a:extLst>
              <a:ext uri="{FF2B5EF4-FFF2-40B4-BE49-F238E27FC236}">
                <a16:creationId xmlns:a16="http://schemas.microsoft.com/office/drawing/2014/main" id="{FDF5B0BC-AC24-845C-9039-8E5EA9C173FC}"/>
              </a:ext>
            </a:extLst>
          </p:cNvPr>
          <p:cNvCxnSpPr>
            <a:cxnSpLocks/>
            <a:stCxn id="18" idx="3"/>
            <a:endCxn id="60" idx="1"/>
          </p:cNvCxnSpPr>
          <p:nvPr/>
        </p:nvCxnSpPr>
        <p:spPr>
          <a:xfrm flipV="1">
            <a:off x="2394356" y="896062"/>
            <a:ext cx="5826656" cy="1563870"/>
          </a:xfrm>
          <a:prstGeom prst="bentConnector3">
            <a:avLst>
              <a:gd name="adj1" fmla="val 96321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16133DC-3906-3A3F-C509-2A13177ECA98}"/>
              </a:ext>
            </a:extLst>
          </p:cNvPr>
          <p:cNvGrpSpPr/>
          <p:nvPr/>
        </p:nvGrpSpPr>
        <p:grpSpPr>
          <a:xfrm>
            <a:off x="3238082" y="5643141"/>
            <a:ext cx="2069602" cy="1078580"/>
            <a:chOff x="3286174" y="1524856"/>
            <a:chExt cx="2069602" cy="1078580"/>
          </a:xfrm>
        </p:grpSpPr>
        <p:sp>
          <p:nvSpPr>
            <p:cNvPr id="114" name="Description">
              <a:extLst>
                <a:ext uri="{FF2B5EF4-FFF2-40B4-BE49-F238E27FC236}">
                  <a16:creationId xmlns:a16="http://schemas.microsoft.com/office/drawing/2014/main" id="{083FCDA9-5780-05A9-DD73-C44E7866AF1F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Permit Signal to permeate the housing to reach boombox computer</a:t>
              </a:r>
            </a:p>
          </p:txBody>
        </p:sp>
        <p:sp>
          <p:nvSpPr>
            <p:cNvPr id="115" name="Title">
              <a:extLst>
                <a:ext uri="{FF2B5EF4-FFF2-40B4-BE49-F238E27FC236}">
                  <a16:creationId xmlns:a16="http://schemas.microsoft.com/office/drawing/2014/main" id="{4D06B39D-E099-82AF-0930-D956FD7BD7A7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Transmit Signal</a:t>
              </a:r>
            </a:p>
          </p:txBody>
        </p:sp>
        <p:sp>
          <p:nvSpPr>
            <p:cNvPr id="116" name="Connecting Block">
              <a:extLst>
                <a:ext uri="{FF2B5EF4-FFF2-40B4-BE49-F238E27FC236}">
                  <a16:creationId xmlns:a16="http://schemas.microsoft.com/office/drawing/2014/main" id="{B23E5325-54EF-89F8-B414-8199025952CE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2" name="Straight Arrow Connector 35">
            <a:extLst>
              <a:ext uri="{FF2B5EF4-FFF2-40B4-BE49-F238E27FC236}">
                <a16:creationId xmlns:a16="http://schemas.microsoft.com/office/drawing/2014/main" id="{CDE25824-A450-EF96-481D-A9CA9920E5D7}"/>
              </a:ext>
            </a:extLst>
          </p:cNvPr>
          <p:cNvCxnSpPr>
            <a:cxnSpLocks/>
            <a:stCxn id="46" idx="3"/>
            <a:endCxn id="63" idx="1"/>
          </p:cNvCxnSpPr>
          <p:nvPr/>
        </p:nvCxnSpPr>
        <p:spPr>
          <a:xfrm>
            <a:off x="7874133" y="741306"/>
            <a:ext cx="3468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35">
            <a:extLst>
              <a:ext uri="{FF2B5EF4-FFF2-40B4-BE49-F238E27FC236}">
                <a16:creationId xmlns:a16="http://schemas.microsoft.com/office/drawing/2014/main" id="{2AE8C6CF-873D-657C-D04E-DF27EBADB947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 flipV="1">
            <a:off x="2387991" y="741883"/>
            <a:ext cx="1016006" cy="1253786"/>
          </a:xfrm>
          <a:prstGeom prst="bentConnector3">
            <a:avLst>
              <a:gd name="adj1" fmla="val 4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0320ED8-64F0-4B2E-B0CB-6F2444A3A575}"/>
              </a:ext>
            </a:extLst>
          </p:cNvPr>
          <p:cNvGrpSpPr/>
          <p:nvPr/>
        </p:nvGrpSpPr>
        <p:grpSpPr>
          <a:xfrm>
            <a:off x="8227377" y="1477315"/>
            <a:ext cx="2069602" cy="1078580"/>
            <a:chOff x="3286174" y="1524856"/>
            <a:chExt cx="2069602" cy="1078580"/>
          </a:xfrm>
        </p:grpSpPr>
        <p:sp>
          <p:nvSpPr>
            <p:cNvPr id="96" name="Description">
              <a:extLst>
                <a:ext uri="{FF2B5EF4-FFF2-40B4-BE49-F238E27FC236}">
                  <a16:creationId xmlns:a16="http://schemas.microsoft.com/office/drawing/2014/main" id="{C22A4F8B-6E2C-EACC-953D-9E43D0A8352B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Enable Light to emanate from the source with 360 visibility</a:t>
              </a:r>
            </a:p>
          </p:txBody>
        </p:sp>
        <p:sp>
          <p:nvSpPr>
            <p:cNvPr id="97" name="Title">
              <a:extLst>
                <a:ext uri="{FF2B5EF4-FFF2-40B4-BE49-F238E27FC236}">
                  <a16:creationId xmlns:a16="http://schemas.microsoft.com/office/drawing/2014/main" id="{7724437A-3524-CF23-743D-CFED7830D087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Allow Material Flow</a:t>
              </a:r>
            </a:p>
          </p:txBody>
        </p:sp>
        <p:sp>
          <p:nvSpPr>
            <p:cNvPr id="98" name="Connecting Block">
              <a:extLst>
                <a:ext uri="{FF2B5EF4-FFF2-40B4-BE49-F238E27FC236}">
                  <a16:creationId xmlns:a16="http://schemas.microsoft.com/office/drawing/2014/main" id="{4217D9AD-30C2-078F-77D1-57901BF2F9F2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2" name="Straight Arrow Connector 35">
            <a:extLst>
              <a:ext uri="{FF2B5EF4-FFF2-40B4-BE49-F238E27FC236}">
                <a16:creationId xmlns:a16="http://schemas.microsoft.com/office/drawing/2014/main" id="{050D5484-DDF1-D5E1-39C8-0165A9E1408D}"/>
              </a:ext>
            </a:extLst>
          </p:cNvPr>
          <p:cNvCxnSpPr>
            <a:cxnSpLocks/>
            <a:stCxn id="17" idx="3"/>
            <a:endCxn id="98" idx="1"/>
          </p:cNvCxnSpPr>
          <p:nvPr/>
        </p:nvCxnSpPr>
        <p:spPr>
          <a:xfrm>
            <a:off x="2387991" y="1995669"/>
            <a:ext cx="5839386" cy="2093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35">
            <a:extLst>
              <a:ext uri="{FF2B5EF4-FFF2-40B4-BE49-F238E27FC236}">
                <a16:creationId xmlns:a16="http://schemas.microsoft.com/office/drawing/2014/main" id="{44DDE8EE-B655-BB8E-CF2E-6667428ED2D6}"/>
              </a:ext>
            </a:extLst>
          </p:cNvPr>
          <p:cNvCxnSpPr>
            <a:cxnSpLocks/>
            <a:stCxn id="7" idx="3"/>
            <a:endCxn id="116" idx="1"/>
          </p:cNvCxnSpPr>
          <p:nvPr/>
        </p:nvCxnSpPr>
        <p:spPr>
          <a:xfrm>
            <a:off x="2497539" y="6180186"/>
            <a:ext cx="740543" cy="22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2D568ED-E255-940A-35A3-2B38D1DCFCFB}"/>
              </a:ext>
            </a:extLst>
          </p:cNvPr>
          <p:cNvGrpSpPr/>
          <p:nvPr/>
        </p:nvGrpSpPr>
        <p:grpSpPr>
          <a:xfrm>
            <a:off x="4658021" y="2775699"/>
            <a:ext cx="2069602" cy="1078580"/>
            <a:chOff x="3286174" y="1524856"/>
            <a:chExt cx="2069602" cy="1078580"/>
          </a:xfrm>
        </p:grpSpPr>
        <p:sp>
          <p:nvSpPr>
            <p:cNvPr id="121" name="Description">
              <a:extLst>
                <a:ext uri="{FF2B5EF4-FFF2-40B4-BE49-F238E27FC236}">
                  <a16:creationId xmlns:a16="http://schemas.microsoft.com/office/drawing/2014/main" id="{F8F8637C-EE87-09EA-C11F-25F2DE3BFBB1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Attach to various Traffic cone designs and boombox easily</a:t>
              </a:r>
            </a:p>
          </p:txBody>
        </p:sp>
        <p:sp>
          <p:nvSpPr>
            <p:cNvPr id="122" name="Title">
              <a:extLst>
                <a:ext uri="{FF2B5EF4-FFF2-40B4-BE49-F238E27FC236}">
                  <a16:creationId xmlns:a16="http://schemas.microsoft.com/office/drawing/2014/main" id="{AA2850EE-F139-AD90-A31E-03720B2DAE9F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Attach to Material</a:t>
              </a:r>
            </a:p>
          </p:txBody>
        </p:sp>
        <p:sp>
          <p:nvSpPr>
            <p:cNvPr id="123" name="Connecting Block">
              <a:extLst>
                <a:ext uri="{FF2B5EF4-FFF2-40B4-BE49-F238E27FC236}">
                  <a16:creationId xmlns:a16="http://schemas.microsoft.com/office/drawing/2014/main" id="{C9E04850-69CE-3FD4-7A3E-730CCB6A606D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4" name="Straight Arrow Connector 35">
            <a:extLst>
              <a:ext uri="{FF2B5EF4-FFF2-40B4-BE49-F238E27FC236}">
                <a16:creationId xmlns:a16="http://schemas.microsoft.com/office/drawing/2014/main" id="{13751033-A55B-B308-03E8-539A65C90648}"/>
              </a:ext>
            </a:extLst>
          </p:cNvPr>
          <p:cNvCxnSpPr>
            <a:cxnSpLocks/>
            <a:stCxn id="16" idx="3"/>
            <a:endCxn id="122" idx="1"/>
          </p:cNvCxnSpPr>
          <p:nvPr/>
        </p:nvCxnSpPr>
        <p:spPr>
          <a:xfrm>
            <a:off x="2394355" y="2930455"/>
            <a:ext cx="2263667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4A39820-EDE5-D028-3822-0525797C8FA6}"/>
              </a:ext>
            </a:extLst>
          </p:cNvPr>
          <p:cNvGrpSpPr/>
          <p:nvPr/>
        </p:nvGrpSpPr>
        <p:grpSpPr>
          <a:xfrm>
            <a:off x="8221012" y="2775699"/>
            <a:ext cx="2069602" cy="1078580"/>
            <a:chOff x="3286174" y="1524856"/>
            <a:chExt cx="2069602" cy="1078580"/>
          </a:xfrm>
        </p:grpSpPr>
        <p:sp>
          <p:nvSpPr>
            <p:cNvPr id="128" name="Description">
              <a:extLst>
                <a:ext uri="{FF2B5EF4-FFF2-40B4-BE49-F238E27FC236}">
                  <a16:creationId xmlns:a16="http://schemas.microsoft.com/office/drawing/2014/main" id="{1A21466B-B47C-A316-438F-98F7019CF821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Allow removal from traffic cones and boombox easily</a:t>
              </a:r>
            </a:p>
          </p:txBody>
        </p:sp>
        <p:sp>
          <p:nvSpPr>
            <p:cNvPr id="129" name="Title">
              <a:extLst>
                <a:ext uri="{FF2B5EF4-FFF2-40B4-BE49-F238E27FC236}">
                  <a16:creationId xmlns:a16="http://schemas.microsoft.com/office/drawing/2014/main" id="{32912439-6019-C471-22B4-80BF1906D521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Release Material</a:t>
              </a:r>
            </a:p>
          </p:txBody>
        </p:sp>
        <p:sp>
          <p:nvSpPr>
            <p:cNvPr id="130" name="Connecting Block">
              <a:extLst>
                <a:ext uri="{FF2B5EF4-FFF2-40B4-BE49-F238E27FC236}">
                  <a16:creationId xmlns:a16="http://schemas.microsoft.com/office/drawing/2014/main" id="{972FEF1B-A696-5DD3-A0D6-6BBFF50D7DC2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1" name="Straight Arrow Connector 35">
            <a:extLst>
              <a:ext uri="{FF2B5EF4-FFF2-40B4-BE49-F238E27FC236}">
                <a16:creationId xmlns:a16="http://schemas.microsoft.com/office/drawing/2014/main" id="{52D80EC2-8E4D-9949-AAB8-1ADE7299B124}"/>
              </a:ext>
            </a:extLst>
          </p:cNvPr>
          <p:cNvCxnSpPr>
            <a:cxnSpLocks/>
            <a:stCxn id="123" idx="3"/>
            <a:endCxn id="130" idx="1"/>
          </p:cNvCxnSpPr>
          <p:nvPr/>
        </p:nvCxnSpPr>
        <p:spPr>
          <a:xfrm>
            <a:off x="6727622" y="3314989"/>
            <a:ext cx="14933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33">
            <a:extLst>
              <a:ext uri="{FF2B5EF4-FFF2-40B4-BE49-F238E27FC236}">
                <a16:creationId xmlns:a16="http://schemas.microsoft.com/office/drawing/2014/main" id="{DA5CFB3B-278E-6403-4515-0CCD7A1E08BA}"/>
              </a:ext>
            </a:extLst>
          </p:cNvPr>
          <p:cNvCxnSpPr>
            <a:cxnSpLocks/>
            <a:stCxn id="4" idx="3"/>
            <a:endCxn id="121" idx="2"/>
          </p:cNvCxnSpPr>
          <p:nvPr/>
        </p:nvCxnSpPr>
        <p:spPr>
          <a:xfrm flipV="1">
            <a:off x="2498372" y="3854279"/>
            <a:ext cx="3194450" cy="626743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33">
            <a:extLst>
              <a:ext uri="{FF2B5EF4-FFF2-40B4-BE49-F238E27FC236}">
                <a16:creationId xmlns:a16="http://schemas.microsoft.com/office/drawing/2014/main" id="{493930C1-286D-98BB-AEB4-40178548C737}"/>
              </a:ext>
            </a:extLst>
          </p:cNvPr>
          <p:cNvCxnSpPr>
            <a:cxnSpLocks/>
            <a:stCxn id="4" idx="3"/>
            <a:endCxn id="130" idx="2"/>
          </p:cNvCxnSpPr>
          <p:nvPr/>
        </p:nvCxnSpPr>
        <p:spPr>
          <a:xfrm flipV="1">
            <a:off x="2498372" y="3854279"/>
            <a:ext cx="6757441" cy="626743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4731921-93C6-DDEA-97A9-ADB9B64AF8C8}"/>
              </a:ext>
            </a:extLst>
          </p:cNvPr>
          <p:cNvGrpSpPr/>
          <p:nvPr/>
        </p:nvGrpSpPr>
        <p:grpSpPr>
          <a:xfrm>
            <a:off x="6439516" y="4607474"/>
            <a:ext cx="2069602" cy="1078580"/>
            <a:chOff x="3286174" y="1524856"/>
            <a:chExt cx="2069602" cy="1078580"/>
          </a:xfrm>
        </p:grpSpPr>
        <p:sp>
          <p:nvSpPr>
            <p:cNvPr id="148" name="Description">
              <a:extLst>
                <a:ext uri="{FF2B5EF4-FFF2-40B4-BE49-F238E27FC236}">
                  <a16:creationId xmlns:a16="http://schemas.microsoft.com/office/drawing/2014/main" id="{F8CBEEE5-DD76-1D66-0587-F1BBF846D27D}"/>
                </a:ext>
              </a:extLst>
            </p:cNvPr>
            <p:cNvSpPr/>
            <p:nvPr/>
          </p:nvSpPr>
          <p:spPr>
            <a:xfrm>
              <a:off x="3286174" y="1834368"/>
              <a:ext cx="2069601" cy="7690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100" b="1" i="1" u="sng"/>
                <a:t>Description:</a:t>
              </a:r>
              <a:r>
                <a:rPr lang="en-US" sz="1100"/>
                <a:t> Connect to boombox through charging apparatus.</a:t>
              </a:r>
            </a:p>
          </p:txBody>
        </p:sp>
        <p:sp>
          <p:nvSpPr>
            <p:cNvPr id="149" name="Title">
              <a:extLst>
                <a:ext uri="{FF2B5EF4-FFF2-40B4-BE49-F238E27FC236}">
                  <a16:creationId xmlns:a16="http://schemas.microsoft.com/office/drawing/2014/main" id="{20DF4B00-F3CD-37A6-4782-66585E5604B2}"/>
                </a:ext>
              </a:extLst>
            </p:cNvPr>
            <p:cNvSpPr/>
            <p:nvPr/>
          </p:nvSpPr>
          <p:spPr>
            <a:xfrm>
              <a:off x="3286175" y="1524856"/>
              <a:ext cx="2069601" cy="30951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Interface Material</a:t>
              </a:r>
            </a:p>
          </p:txBody>
        </p:sp>
        <p:sp>
          <p:nvSpPr>
            <p:cNvPr id="150" name="Connecting Block">
              <a:extLst>
                <a:ext uri="{FF2B5EF4-FFF2-40B4-BE49-F238E27FC236}">
                  <a16:creationId xmlns:a16="http://schemas.microsoft.com/office/drawing/2014/main" id="{E0E81E75-F910-292A-944F-4C27A3842C80}"/>
                </a:ext>
              </a:extLst>
            </p:cNvPr>
            <p:cNvSpPr/>
            <p:nvPr/>
          </p:nvSpPr>
          <p:spPr>
            <a:xfrm>
              <a:off x="3286174" y="1524856"/>
              <a:ext cx="2069601" cy="1078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1" name="Straight Arrow Connector 33">
            <a:extLst>
              <a:ext uri="{FF2B5EF4-FFF2-40B4-BE49-F238E27FC236}">
                <a16:creationId xmlns:a16="http://schemas.microsoft.com/office/drawing/2014/main" id="{08DC134B-9FB6-CC6F-8B92-6157E6819462}"/>
              </a:ext>
            </a:extLst>
          </p:cNvPr>
          <p:cNvCxnSpPr>
            <a:cxnSpLocks/>
            <a:stCxn id="4" idx="3"/>
            <a:endCxn id="150" idx="1"/>
          </p:cNvCxnSpPr>
          <p:nvPr/>
        </p:nvCxnSpPr>
        <p:spPr>
          <a:xfrm>
            <a:off x="2498372" y="4481022"/>
            <a:ext cx="3941144" cy="665742"/>
          </a:xfrm>
          <a:prstGeom prst="bentConnector3">
            <a:avLst>
              <a:gd name="adj1" fmla="val 1165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33">
            <a:extLst>
              <a:ext uri="{FF2B5EF4-FFF2-40B4-BE49-F238E27FC236}">
                <a16:creationId xmlns:a16="http://schemas.microsoft.com/office/drawing/2014/main" id="{66B7563E-7CF4-F2B9-AAB8-E42A9D80A832}"/>
              </a:ext>
            </a:extLst>
          </p:cNvPr>
          <p:cNvCxnSpPr>
            <a:cxnSpLocks/>
            <a:stCxn id="14" idx="3"/>
            <a:endCxn id="148" idx="1"/>
          </p:cNvCxnSpPr>
          <p:nvPr/>
        </p:nvCxnSpPr>
        <p:spPr>
          <a:xfrm>
            <a:off x="2405418" y="1530213"/>
            <a:ext cx="4034098" cy="3771307"/>
          </a:xfrm>
          <a:prstGeom prst="bentConnector3">
            <a:avLst>
              <a:gd name="adj1" fmla="val 561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1FC65AAF-7AEC-24F7-0130-E65DA214599A}"/>
              </a:ext>
            </a:extLst>
          </p:cNvPr>
          <p:cNvSpPr/>
          <p:nvPr/>
        </p:nvSpPr>
        <p:spPr>
          <a:xfrm>
            <a:off x="11654989" y="358297"/>
            <a:ext cx="2277635" cy="2197598"/>
          </a:xfrm>
          <a:prstGeom prst="roundRect">
            <a:avLst>
              <a:gd name="adj" fmla="val 383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/>
              <a:t>Output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716642B-3CE0-5536-70DA-F4511E5EADC4}"/>
              </a:ext>
            </a:extLst>
          </p:cNvPr>
          <p:cNvSpPr/>
          <p:nvPr/>
        </p:nvSpPr>
        <p:spPr>
          <a:xfrm>
            <a:off x="11764728" y="742815"/>
            <a:ext cx="2069601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Protected Components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26E4F1FF-F267-CB46-0BE8-1EEA826DC9A7}"/>
              </a:ext>
            </a:extLst>
          </p:cNvPr>
          <p:cNvSpPr/>
          <p:nvPr/>
        </p:nvSpPr>
        <p:spPr>
          <a:xfrm>
            <a:off x="11758364" y="1208271"/>
            <a:ext cx="2058538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Light Emission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927D2EA3-FF6A-834B-4F91-EF379E0A6877}"/>
              </a:ext>
            </a:extLst>
          </p:cNvPr>
          <p:cNvSpPr/>
          <p:nvPr/>
        </p:nvSpPr>
        <p:spPr>
          <a:xfrm>
            <a:off x="11753666" y="1672534"/>
            <a:ext cx="2069601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Attached/Removed Toppers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C88A973-7764-E675-E702-0C57F60E7304}"/>
              </a:ext>
            </a:extLst>
          </p:cNvPr>
          <p:cNvSpPr/>
          <p:nvPr/>
        </p:nvSpPr>
        <p:spPr>
          <a:xfrm>
            <a:off x="11764728" y="2143057"/>
            <a:ext cx="2058538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RF Signals Sent</a:t>
            </a:r>
          </a:p>
        </p:txBody>
      </p:sp>
      <p:cxnSp>
        <p:nvCxnSpPr>
          <p:cNvPr id="260" name="Straight Arrow Connector 35">
            <a:extLst>
              <a:ext uri="{FF2B5EF4-FFF2-40B4-BE49-F238E27FC236}">
                <a16:creationId xmlns:a16="http://schemas.microsoft.com/office/drawing/2014/main" id="{A1EFA4E1-917E-A1D9-1C1D-2BEFD2D7B517}"/>
              </a:ext>
            </a:extLst>
          </p:cNvPr>
          <p:cNvCxnSpPr>
            <a:cxnSpLocks/>
            <a:stCxn id="148" idx="3"/>
          </p:cNvCxnSpPr>
          <p:nvPr/>
        </p:nvCxnSpPr>
        <p:spPr>
          <a:xfrm flipV="1">
            <a:off x="8509117" y="3844305"/>
            <a:ext cx="1131832" cy="14572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35">
            <a:extLst>
              <a:ext uri="{FF2B5EF4-FFF2-40B4-BE49-F238E27FC236}">
                <a16:creationId xmlns:a16="http://schemas.microsoft.com/office/drawing/2014/main" id="{7255ECD6-C057-F776-A18E-F63828FF41CA}"/>
              </a:ext>
            </a:extLst>
          </p:cNvPr>
          <p:cNvCxnSpPr>
            <a:cxnSpLocks/>
            <a:stCxn id="116" idx="3"/>
            <a:endCxn id="249" idx="2"/>
          </p:cNvCxnSpPr>
          <p:nvPr/>
        </p:nvCxnSpPr>
        <p:spPr>
          <a:xfrm flipV="1">
            <a:off x="5307683" y="2555895"/>
            <a:ext cx="7486124" cy="3626536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35">
            <a:extLst>
              <a:ext uri="{FF2B5EF4-FFF2-40B4-BE49-F238E27FC236}">
                <a16:creationId xmlns:a16="http://schemas.microsoft.com/office/drawing/2014/main" id="{2F049577-1B49-6816-7E10-9D467182719D}"/>
              </a:ext>
            </a:extLst>
          </p:cNvPr>
          <p:cNvCxnSpPr>
            <a:cxnSpLocks/>
            <a:stCxn id="128" idx="3"/>
            <a:endCxn id="249" idx="2"/>
          </p:cNvCxnSpPr>
          <p:nvPr/>
        </p:nvCxnSpPr>
        <p:spPr>
          <a:xfrm flipV="1">
            <a:off x="10290613" y="2555895"/>
            <a:ext cx="2503194" cy="913850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35">
            <a:extLst>
              <a:ext uri="{FF2B5EF4-FFF2-40B4-BE49-F238E27FC236}">
                <a16:creationId xmlns:a16="http://schemas.microsoft.com/office/drawing/2014/main" id="{58F3C9C1-77DE-49C4-2981-918E700598F9}"/>
              </a:ext>
            </a:extLst>
          </p:cNvPr>
          <p:cNvCxnSpPr>
            <a:cxnSpLocks/>
            <a:stCxn id="96" idx="3"/>
            <a:endCxn id="249" idx="1"/>
          </p:cNvCxnSpPr>
          <p:nvPr/>
        </p:nvCxnSpPr>
        <p:spPr>
          <a:xfrm flipV="1">
            <a:off x="10296978" y="1457096"/>
            <a:ext cx="1358011" cy="71426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35">
            <a:extLst>
              <a:ext uri="{FF2B5EF4-FFF2-40B4-BE49-F238E27FC236}">
                <a16:creationId xmlns:a16="http://schemas.microsoft.com/office/drawing/2014/main" id="{8327B24C-25F8-7E0B-F567-62EF43AB8DC8}"/>
              </a:ext>
            </a:extLst>
          </p:cNvPr>
          <p:cNvCxnSpPr>
            <a:cxnSpLocks/>
            <a:stCxn id="63" idx="3"/>
            <a:endCxn id="249" idx="1"/>
          </p:cNvCxnSpPr>
          <p:nvPr/>
        </p:nvCxnSpPr>
        <p:spPr>
          <a:xfrm>
            <a:off x="10290613" y="741306"/>
            <a:ext cx="1364376" cy="7157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3FFA9B0-046A-D1A5-8AF5-5B0ADC2C014E}"/>
              </a:ext>
            </a:extLst>
          </p:cNvPr>
          <p:cNvSpPr/>
          <p:nvPr/>
        </p:nvSpPr>
        <p:spPr>
          <a:xfrm>
            <a:off x="346879" y="3246222"/>
            <a:ext cx="2058538" cy="309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Boom Box</a:t>
            </a:r>
          </a:p>
        </p:txBody>
      </p:sp>
      <p:cxnSp>
        <p:nvCxnSpPr>
          <p:cNvPr id="3" name="Straight Arrow Connector 35">
            <a:extLst>
              <a:ext uri="{FF2B5EF4-FFF2-40B4-BE49-F238E27FC236}">
                <a16:creationId xmlns:a16="http://schemas.microsoft.com/office/drawing/2014/main" id="{5E733139-37C4-DCB6-2043-83C66F96772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405417" y="3400978"/>
            <a:ext cx="4034098" cy="1527096"/>
          </a:xfrm>
          <a:prstGeom prst="bentConnector3">
            <a:avLst>
              <a:gd name="adj1" fmla="val 20382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35">
            <a:extLst>
              <a:ext uri="{FF2B5EF4-FFF2-40B4-BE49-F238E27FC236}">
                <a16:creationId xmlns:a16="http://schemas.microsoft.com/office/drawing/2014/main" id="{A2EA66F6-37DA-94CC-C8C6-966068B4995E}"/>
              </a:ext>
            </a:extLst>
          </p:cNvPr>
          <p:cNvCxnSpPr>
            <a:cxnSpLocks/>
            <a:stCxn id="121" idx="3"/>
            <a:endCxn id="149" idx="0"/>
          </p:cNvCxnSpPr>
          <p:nvPr/>
        </p:nvCxnSpPr>
        <p:spPr>
          <a:xfrm>
            <a:off x="6727622" y="3469745"/>
            <a:ext cx="746696" cy="11377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5C547A-3889-E0B3-0DEF-7EDC9469FE6D}"/>
              </a:ext>
            </a:extLst>
          </p:cNvPr>
          <p:cNvSpPr/>
          <p:nvPr/>
        </p:nvSpPr>
        <p:spPr>
          <a:xfrm>
            <a:off x="4397769" y="2679313"/>
            <a:ext cx="6047493" cy="1305111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E0C59A-2746-E2D4-D68D-40A0BFD52AB1}"/>
              </a:ext>
            </a:extLst>
          </p:cNvPr>
          <p:cNvSpPr/>
          <p:nvPr/>
        </p:nvSpPr>
        <p:spPr>
          <a:xfrm>
            <a:off x="8019343" y="51240"/>
            <a:ext cx="2425919" cy="2616985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F7EA8D-6723-0E7B-ECFC-FD20F4F44909}"/>
              </a:ext>
            </a:extLst>
          </p:cNvPr>
          <p:cNvSpPr/>
          <p:nvPr/>
        </p:nvSpPr>
        <p:spPr>
          <a:xfrm>
            <a:off x="3083169" y="88750"/>
            <a:ext cx="4929808" cy="1305111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816DFD-3429-F2DB-DBB2-D12AA257D1DE}"/>
              </a:ext>
            </a:extLst>
          </p:cNvPr>
          <p:cNvSpPr/>
          <p:nvPr/>
        </p:nvSpPr>
        <p:spPr>
          <a:xfrm>
            <a:off x="3082252" y="4422234"/>
            <a:ext cx="5615602" cy="2377596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F314E-98AD-4CB6-1E65-50B9B25D34F6}"/>
              </a:ext>
            </a:extLst>
          </p:cNvPr>
          <p:cNvSpPr txBox="1"/>
          <p:nvPr/>
        </p:nvSpPr>
        <p:spPr>
          <a:xfrm>
            <a:off x="9774091" y="4035136"/>
            <a:ext cx="170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Mounting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E4D71-207B-F912-E8DA-E9EBC28E1E01}"/>
              </a:ext>
            </a:extLst>
          </p:cNvPr>
          <p:cNvSpPr txBox="1"/>
          <p:nvPr/>
        </p:nvSpPr>
        <p:spPr>
          <a:xfrm>
            <a:off x="8755207" y="5557309"/>
            <a:ext cx="255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Intelligent Control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6A562-8441-333C-DE30-5EEDF053CE1D}"/>
              </a:ext>
            </a:extLst>
          </p:cNvPr>
          <p:cNvSpPr txBox="1"/>
          <p:nvPr/>
        </p:nvSpPr>
        <p:spPr>
          <a:xfrm>
            <a:off x="10384823" y="0"/>
            <a:ext cx="224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Luminescence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3A5BF6-2EA9-23E4-6323-55D036323949}"/>
              </a:ext>
            </a:extLst>
          </p:cNvPr>
          <p:cNvSpPr txBox="1"/>
          <p:nvPr/>
        </p:nvSpPr>
        <p:spPr>
          <a:xfrm>
            <a:off x="4481466" y="1559147"/>
            <a:ext cx="17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Charging Layer</a:t>
            </a:r>
          </a:p>
        </p:txBody>
      </p:sp>
    </p:spTree>
    <p:extLst>
      <p:ext uri="{BB962C8B-B14F-4D97-AF65-F5344CB8AC3E}">
        <p14:creationId xmlns:p14="http://schemas.microsoft.com/office/powerpoint/2010/main" val="166795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36497C-94B3-7433-747B-5A8E4E6B6EAB}"/>
              </a:ext>
            </a:extLst>
          </p:cNvPr>
          <p:cNvSpPr/>
          <p:nvPr/>
        </p:nvSpPr>
        <p:spPr>
          <a:xfrm>
            <a:off x="4987896" y="1775662"/>
            <a:ext cx="1387233" cy="745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 Input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366F41-A547-93CA-802C-E4180CF7B910}"/>
              </a:ext>
            </a:extLst>
          </p:cNvPr>
          <p:cNvCxnSpPr/>
          <p:nvPr/>
        </p:nvCxnSpPr>
        <p:spPr>
          <a:xfrm>
            <a:off x="6508939" y="1521152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D5D496-8139-349C-815B-EDC2E6A64327}"/>
              </a:ext>
            </a:extLst>
          </p:cNvPr>
          <p:cNvSpPr/>
          <p:nvPr/>
        </p:nvSpPr>
        <p:spPr>
          <a:xfrm>
            <a:off x="4987896" y="2851503"/>
            <a:ext cx="1387233" cy="7452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Energy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5AEB6-57A3-43C3-4E19-CB156BD0C4E0}"/>
              </a:ext>
            </a:extLst>
          </p:cNvPr>
          <p:cNvSpPr/>
          <p:nvPr/>
        </p:nvSpPr>
        <p:spPr>
          <a:xfrm>
            <a:off x="8601769" y="1775662"/>
            <a:ext cx="1528606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Activate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39365C-E288-B375-9D22-C08F8F0F9701}"/>
              </a:ext>
            </a:extLst>
          </p:cNvPr>
          <p:cNvSpPr/>
          <p:nvPr/>
        </p:nvSpPr>
        <p:spPr>
          <a:xfrm>
            <a:off x="10349800" y="3927345"/>
            <a:ext cx="1528606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Detect Impact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4AFAE-D466-76AE-819F-7845C64C80CB}"/>
              </a:ext>
            </a:extLst>
          </p:cNvPr>
          <p:cNvSpPr/>
          <p:nvPr/>
        </p:nvSpPr>
        <p:spPr>
          <a:xfrm>
            <a:off x="12900423" y="3927344"/>
            <a:ext cx="1528606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Emit Sound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37B25-D524-46D8-E7D9-96EAC5321264}"/>
              </a:ext>
            </a:extLst>
          </p:cNvPr>
          <p:cNvSpPr/>
          <p:nvPr/>
        </p:nvSpPr>
        <p:spPr>
          <a:xfrm>
            <a:off x="6816921" y="2851503"/>
            <a:ext cx="1528606" cy="7452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Power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CB4C99-25A6-F232-13C5-F3FE93DBF2A8}"/>
              </a:ext>
            </a:extLst>
          </p:cNvPr>
          <p:cNvSpPr/>
          <p:nvPr/>
        </p:nvSpPr>
        <p:spPr>
          <a:xfrm>
            <a:off x="12900423" y="1775661"/>
            <a:ext cx="1528606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Flash Lights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BE23F0-02D3-1838-6001-441F84B44ED4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6375129" y="2148276"/>
            <a:ext cx="2226641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5E089C-49F8-91ED-029E-6586BB264FA6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375129" y="3224117"/>
            <a:ext cx="441793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674EAB-D4C9-CEAE-BB0D-FB1B02EE355D}"/>
              </a:ext>
            </a:extLst>
          </p:cNvPr>
          <p:cNvCxnSpPr>
            <a:cxnSpLocks/>
            <a:stCxn id="13" idx="3"/>
            <a:endCxn id="10" idx="2"/>
          </p:cNvCxnSpPr>
          <p:nvPr/>
        </p:nvCxnSpPr>
        <p:spPr>
          <a:xfrm flipV="1">
            <a:off x="8345528" y="2520891"/>
            <a:ext cx="1020545" cy="703227"/>
          </a:xfrm>
          <a:prstGeom prst="bentConnector2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3">
            <a:extLst>
              <a:ext uri="{FF2B5EF4-FFF2-40B4-BE49-F238E27FC236}">
                <a16:creationId xmlns:a16="http://schemas.microsoft.com/office/drawing/2014/main" id="{467FBE08-C548-24D0-914B-86553297BDDE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10130375" y="2148276"/>
            <a:ext cx="983728" cy="1779068"/>
          </a:xfrm>
          <a:prstGeom prst="bentConnector2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23">
            <a:extLst>
              <a:ext uri="{FF2B5EF4-FFF2-40B4-BE49-F238E27FC236}">
                <a16:creationId xmlns:a16="http://schemas.microsoft.com/office/drawing/2014/main" id="{2D36B6DE-57A9-589B-4567-8AC51E6DAD33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10130377" y="2148276"/>
            <a:ext cx="2770047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23">
            <a:extLst>
              <a:ext uri="{FF2B5EF4-FFF2-40B4-BE49-F238E27FC236}">
                <a16:creationId xmlns:a16="http://schemas.microsoft.com/office/drawing/2014/main" id="{91E218CD-AED3-BCD9-53DD-88C5EB32AE0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11878407" y="4299959"/>
            <a:ext cx="1022016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5DEC596-23A9-4BCF-46A0-B0A27BDFC634}"/>
              </a:ext>
            </a:extLst>
          </p:cNvPr>
          <p:cNvCxnSpPr/>
          <p:nvPr/>
        </p:nvCxnSpPr>
        <p:spPr>
          <a:xfrm>
            <a:off x="14838426" y="1521152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23">
            <a:extLst>
              <a:ext uri="{FF2B5EF4-FFF2-40B4-BE49-F238E27FC236}">
                <a16:creationId xmlns:a16="http://schemas.microsoft.com/office/drawing/2014/main" id="{79F3613F-FA44-6257-0F7A-0AF58809DB99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 flipV="1">
            <a:off x="14429030" y="4299958"/>
            <a:ext cx="1058833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23">
            <a:extLst>
              <a:ext uri="{FF2B5EF4-FFF2-40B4-BE49-F238E27FC236}">
                <a16:creationId xmlns:a16="http://schemas.microsoft.com/office/drawing/2014/main" id="{090B0EDC-F06C-05F0-02B4-865C44BC718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4429030" y="2148275"/>
            <a:ext cx="982257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D53C287-BDF6-E158-7785-35E73FAB268B}"/>
              </a:ext>
            </a:extLst>
          </p:cNvPr>
          <p:cNvSpPr/>
          <p:nvPr/>
        </p:nvSpPr>
        <p:spPr>
          <a:xfrm>
            <a:off x="15487863" y="3927343"/>
            <a:ext cx="1387233" cy="7452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Alerted Workers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0F0DDB9-AD73-2C5C-3F0E-05834465F1AB}"/>
              </a:ext>
            </a:extLst>
          </p:cNvPr>
          <p:cNvSpPr/>
          <p:nvPr/>
        </p:nvSpPr>
        <p:spPr>
          <a:xfrm>
            <a:off x="15411287" y="1775661"/>
            <a:ext cx="1387233" cy="745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Alerted Drivers</a:t>
            </a:r>
          </a:p>
        </p:txBody>
      </p:sp>
      <p:cxnSp>
        <p:nvCxnSpPr>
          <p:cNvPr id="51" name="Straight Arrow Connector 23">
            <a:extLst>
              <a:ext uri="{FF2B5EF4-FFF2-40B4-BE49-F238E27FC236}">
                <a16:creationId xmlns:a16="http://schemas.microsoft.com/office/drawing/2014/main" id="{278674E0-83DE-FD78-B63F-A0BE8E83B2F7}"/>
              </a:ext>
            </a:extLst>
          </p:cNvPr>
          <p:cNvCxnSpPr>
            <a:cxnSpLocks/>
            <a:stCxn id="13" idx="2"/>
            <a:endCxn id="11" idx="1"/>
          </p:cNvCxnSpPr>
          <p:nvPr/>
        </p:nvCxnSpPr>
        <p:spPr>
          <a:xfrm rot="16200000" flipH="1">
            <a:off x="8613898" y="2564057"/>
            <a:ext cx="703228" cy="2768576"/>
          </a:xfrm>
          <a:prstGeom prst="bentConnector2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CA7D9F3-A8C5-8FF8-7FE6-ADCF1698D76C}"/>
              </a:ext>
            </a:extLst>
          </p:cNvPr>
          <p:cNvSpPr txBox="1"/>
          <p:nvPr/>
        </p:nvSpPr>
        <p:spPr>
          <a:xfrm>
            <a:off x="8302225" y="949305"/>
            <a:ext cx="4742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SYSTEM OVERVIEW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3D82F66-2E63-0FF4-3E90-FC3B728CD08C}"/>
              </a:ext>
            </a:extLst>
          </p:cNvPr>
          <p:cNvCxnSpPr>
            <a:cxnSpLocks/>
          </p:cNvCxnSpPr>
          <p:nvPr/>
        </p:nvCxnSpPr>
        <p:spPr>
          <a:xfrm flipH="1">
            <a:off x="6503626" y="1512180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AED0C4-32F9-9A19-DDBA-C7927C67EFD1}"/>
              </a:ext>
            </a:extLst>
          </p:cNvPr>
          <p:cNvCxnSpPr>
            <a:cxnSpLocks/>
          </p:cNvCxnSpPr>
          <p:nvPr/>
        </p:nvCxnSpPr>
        <p:spPr>
          <a:xfrm flipH="1">
            <a:off x="6503626" y="6624488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F7F7AD8C-B7AD-6138-DBEB-C70A3A290149}"/>
              </a:ext>
            </a:extLst>
          </p:cNvPr>
          <p:cNvSpPr/>
          <p:nvPr/>
        </p:nvSpPr>
        <p:spPr>
          <a:xfrm>
            <a:off x="4979130" y="5003187"/>
            <a:ext cx="1387233" cy="74522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Traffic Cone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94358F-55D0-2147-98BD-EBA3EED5ACFC}"/>
              </a:ext>
            </a:extLst>
          </p:cNvPr>
          <p:cNvSpPr/>
          <p:nvPr/>
        </p:nvSpPr>
        <p:spPr>
          <a:xfrm>
            <a:off x="6791051" y="5003187"/>
            <a:ext cx="1528606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Mount to Cone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CAC3C-D52D-5513-7C01-81C482F76A6E}"/>
              </a:ext>
            </a:extLst>
          </p:cNvPr>
          <p:cNvSpPr/>
          <p:nvPr/>
        </p:nvSpPr>
        <p:spPr>
          <a:xfrm>
            <a:off x="12900423" y="5003187"/>
            <a:ext cx="1528606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Dismount from Cone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1AEB07-78C9-9D62-7D63-56106489634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366363" y="5375801"/>
            <a:ext cx="424689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6D5028-9892-9E09-B77A-E7C2F37DD6AA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8319657" y="5375801"/>
            <a:ext cx="4580766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3">
            <a:extLst>
              <a:ext uri="{FF2B5EF4-FFF2-40B4-BE49-F238E27FC236}">
                <a16:creationId xmlns:a16="http://schemas.microsoft.com/office/drawing/2014/main" id="{B2D62C42-85EB-F175-00E9-5729601251B6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14429030" y="5375801"/>
            <a:ext cx="1058833" cy="2766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ounded Rectangle 46">
            <a:extLst>
              <a:ext uri="{FF2B5EF4-FFF2-40B4-BE49-F238E27FC236}">
                <a16:creationId xmlns:a16="http://schemas.microsoft.com/office/drawing/2014/main" id="{06CBAF6A-2E33-19C3-8DFF-F6676EA02B8D}"/>
              </a:ext>
            </a:extLst>
          </p:cNvPr>
          <p:cNvSpPr/>
          <p:nvPr/>
        </p:nvSpPr>
        <p:spPr>
          <a:xfrm>
            <a:off x="15487863" y="5005953"/>
            <a:ext cx="1387233" cy="74522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Traffic Cone</a:t>
            </a:r>
          </a:p>
        </p:txBody>
      </p:sp>
      <p:cxnSp>
        <p:nvCxnSpPr>
          <p:cNvPr id="44" name="Straight Arrow Connector 23">
            <a:extLst>
              <a:ext uri="{FF2B5EF4-FFF2-40B4-BE49-F238E27FC236}">
                <a16:creationId xmlns:a16="http://schemas.microsoft.com/office/drawing/2014/main" id="{1604E392-FA6E-6D5D-46F0-3FE8E53FC8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93610" y="3142452"/>
            <a:ext cx="2665196" cy="1413103"/>
          </a:xfrm>
          <a:prstGeom prst="bentConnector3">
            <a:avLst>
              <a:gd name="adj1" fmla="val 443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86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2584-6958-422C-F8A1-36455B8A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73F764-C25B-AEAB-7372-B210AB3DAFEA}"/>
              </a:ext>
            </a:extLst>
          </p:cNvPr>
          <p:cNvSpPr/>
          <p:nvPr/>
        </p:nvSpPr>
        <p:spPr>
          <a:xfrm>
            <a:off x="5098181" y="2709282"/>
            <a:ext cx="1498328" cy="745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Traffic Cone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2B5B67-321C-58FA-CEA4-019B51B70E5B}"/>
              </a:ext>
            </a:extLst>
          </p:cNvPr>
          <p:cNvCxnSpPr/>
          <p:nvPr/>
        </p:nvCxnSpPr>
        <p:spPr>
          <a:xfrm>
            <a:off x="6730320" y="1395986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33B9F1-1A8C-F6F6-B2A0-FCBE4B7E05D2}"/>
              </a:ext>
            </a:extLst>
          </p:cNvPr>
          <p:cNvSpPr/>
          <p:nvPr/>
        </p:nvSpPr>
        <p:spPr>
          <a:xfrm>
            <a:off x="5098181" y="4691213"/>
            <a:ext cx="1498328" cy="7452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Impact Detection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2B8BDF-60CA-9DEF-D3AB-DD01DB6A7582}"/>
              </a:ext>
            </a:extLst>
          </p:cNvPr>
          <p:cNvSpPr/>
          <p:nvPr/>
        </p:nvSpPr>
        <p:spPr>
          <a:xfrm>
            <a:off x="5098181" y="1615615"/>
            <a:ext cx="1498328" cy="7452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Energy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93BBEE-7D18-E6F0-D097-440851F3E351}"/>
              </a:ext>
            </a:extLst>
          </p:cNvPr>
          <p:cNvSpPr/>
          <p:nvPr/>
        </p:nvSpPr>
        <p:spPr>
          <a:xfrm>
            <a:off x="9444194" y="1615616"/>
            <a:ext cx="1528606" cy="7452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Power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FC1C13-740D-C635-8BF5-2FE35F0EAB41}"/>
              </a:ext>
            </a:extLst>
          </p:cNvPr>
          <p:cNvCxnSpPr/>
          <p:nvPr/>
        </p:nvCxnSpPr>
        <p:spPr>
          <a:xfrm>
            <a:off x="15059807" y="1395986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23">
            <a:extLst>
              <a:ext uri="{FF2B5EF4-FFF2-40B4-BE49-F238E27FC236}">
                <a16:creationId xmlns:a16="http://schemas.microsoft.com/office/drawing/2014/main" id="{A473457E-DB73-8CF0-BBB0-5B447DF89A46}"/>
              </a:ext>
            </a:extLst>
          </p:cNvPr>
          <p:cNvCxnSpPr>
            <a:cxnSpLocks/>
            <a:stCxn id="20" idx="3"/>
            <a:endCxn id="106" idx="1"/>
          </p:cNvCxnSpPr>
          <p:nvPr/>
        </p:nvCxnSpPr>
        <p:spPr>
          <a:xfrm flipV="1">
            <a:off x="10725457" y="3081893"/>
            <a:ext cx="2545586" cy="2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80C7302-E9BA-A9D6-D7FF-0EFC99146C43}"/>
              </a:ext>
            </a:extLst>
          </p:cNvPr>
          <p:cNvSpPr/>
          <p:nvPr/>
        </p:nvSpPr>
        <p:spPr>
          <a:xfrm>
            <a:off x="15378809" y="4691211"/>
            <a:ext cx="1463809" cy="7452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Alert Workers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AE8F1F6-BC08-FD35-DE36-453C67531458}"/>
              </a:ext>
            </a:extLst>
          </p:cNvPr>
          <p:cNvSpPr/>
          <p:nvPr/>
        </p:nvSpPr>
        <p:spPr>
          <a:xfrm>
            <a:off x="15378809" y="2709281"/>
            <a:ext cx="1387233" cy="745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Alert Drivers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F8020-6584-36C8-084D-17AA68651741}"/>
              </a:ext>
            </a:extLst>
          </p:cNvPr>
          <p:cNvSpPr txBox="1"/>
          <p:nvPr/>
        </p:nvSpPr>
        <p:spPr>
          <a:xfrm>
            <a:off x="8523606" y="824139"/>
            <a:ext cx="4742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TOPPER OVERVIEW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2E0BB29-1B4F-D254-413F-2ABFC5F91607}"/>
              </a:ext>
            </a:extLst>
          </p:cNvPr>
          <p:cNvCxnSpPr>
            <a:cxnSpLocks/>
          </p:cNvCxnSpPr>
          <p:nvPr/>
        </p:nvCxnSpPr>
        <p:spPr>
          <a:xfrm flipH="1">
            <a:off x="6725007" y="1387014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F036A8F-8FCA-8B5C-B011-E048BD8552A1}"/>
              </a:ext>
            </a:extLst>
          </p:cNvPr>
          <p:cNvCxnSpPr>
            <a:cxnSpLocks/>
          </p:cNvCxnSpPr>
          <p:nvPr/>
        </p:nvCxnSpPr>
        <p:spPr>
          <a:xfrm flipH="1">
            <a:off x="6735634" y="6469706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F74EF-0EEC-98B3-79B1-DBD48C8400C9}"/>
              </a:ext>
            </a:extLst>
          </p:cNvPr>
          <p:cNvSpPr/>
          <p:nvPr/>
        </p:nvSpPr>
        <p:spPr>
          <a:xfrm>
            <a:off x="9348509" y="4691209"/>
            <a:ext cx="1719977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Detect Vehicle 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442BB9-DAF9-25F5-40A3-5E9E390CD49F}"/>
              </a:ext>
            </a:extLst>
          </p:cNvPr>
          <p:cNvSpPr/>
          <p:nvPr/>
        </p:nvSpPr>
        <p:spPr>
          <a:xfrm>
            <a:off x="9692799" y="2709281"/>
            <a:ext cx="1032659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Activate Topper</a:t>
            </a:r>
          </a:p>
        </p:txBody>
      </p:sp>
      <p:cxnSp>
        <p:nvCxnSpPr>
          <p:cNvPr id="22" name="Straight Arrow Connector 23">
            <a:extLst>
              <a:ext uri="{FF2B5EF4-FFF2-40B4-BE49-F238E27FC236}">
                <a16:creationId xmlns:a16="http://schemas.microsoft.com/office/drawing/2014/main" id="{143CE941-2915-1302-C243-F4A088C5CDA1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16200000" flipH="1">
            <a:off x="10034594" y="2534747"/>
            <a:ext cx="348436" cy="63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3">
            <a:extLst>
              <a:ext uri="{FF2B5EF4-FFF2-40B4-BE49-F238E27FC236}">
                <a16:creationId xmlns:a16="http://schemas.microsoft.com/office/drawing/2014/main" id="{FCD75318-E582-A8E6-7C78-0164FE76E9BD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 flipV="1">
            <a:off x="6596509" y="3081892"/>
            <a:ext cx="907512" cy="4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23">
            <a:extLst>
              <a:ext uri="{FF2B5EF4-FFF2-40B4-BE49-F238E27FC236}">
                <a16:creationId xmlns:a16="http://schemas.microsoft.com/office/drawing/2014/main" id="{6579B853-76E2-ABBA-D1AD-7623B3A9CE24}"/>
              </a:ext>
            </a:extLst>
          </p:cNvPr>
          <p:cNvCxnSpPr>
            <a:cxnSpLocks/>
            <a:stCxn id="20" idx="2"/>
            <a:endCxn id="15" idx="0"/>
          </p:cNvCxnSpPr>
          <p:nvPr/>
        </p:nvCxnSpPr>
        <p:spPr>
          <a:xfrm rot="5400000">
            <a:off x="9590465" y="4072544"/>
            <a:ext cx="1236699" cy="63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23">
            <a:extLst>
              <a:ext uri="{FF2B5EF4-FFF2-40B4-BE49-F238E27FC236}">
                <a16:creationId xmlns:a16="http://schemas.microsoft.com/office/drawing/2014/main" id="{BD7528D3-C490-4EC8-9A69-1A2227697ADC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6596510" y="5063823"/>
            <a:ext cx="2751999" cy="4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23">
            <a:extLst>
              <a:ext uri="{FF2B5EF4-FFF2-40B4-BE49-F238E27FC236}">
                <a16:creationId xmlns:a16="http://schemas.microsoft.com/office/drawing/2014/main" id="{C8F8E422-C669-B9A6-85AD-AE4D1832C0AB}"/>
              </a:ext>
            </a:extLst>
          </p:cNvPr>
          <p:cNvCxnSpPr>
            <a:cxnSpLocks/>
            <a:stCxn id="15" idx="3"/>
            <a:endCxn id="117" idx="1"/>
          </p:cNvCxnSpPr>
          <p:nvPr/>
        </p:nvCxnSpPr>
        <p:spPr>
          <a:xfrm flipV="1">
            <a:off x="11068485" y="5063821"/>
            <a:ext cx="2162960" cy="2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23">
            <a:extLst>
              <a:ext uri="{FF2B5EF4-FFF2-40B4-BE49-F238E27FC236}">
                <a16:creationId xmlns:a16="http://schemas.microsoft.com/office/drawing/2014/main" id="{07285978-9D71-AD84-28D6-1C153622CFB0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596510" y="1988230"/>
            <a:ext cx="2847685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0E19BAA-74E8-164E-BC31-351BEEB7A284}"/>
              </a:ext>
            </a:extLst>
          </p:cNvPr>
          <p:cNvSpPr/>
          <p:nvPr/>
        </p:nvSpPr>
        <p:spPr>
          <a:xfrm>
            <a:off x="13271043" y="2709279"/>
            <a:ext cx="1341440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Emit Light ‘Wave’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72E08D1-8F42-76E9-C37D-84A7A91998A2}"/>
              </a:ext>
            </a:extLst>
          </p:cNvPr>
          <p:cNvSpPr/>
          <p:nvPr/>
        </p:nvSpPr>
        <p:spPr>
          <a:xfrm>
            <a:off x="13231446" y="4691207"/>
            <a:ext cx="1382135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Send Signal to Boombox</a:t>
            </a:r>
          </a:p>
        </p:txBody>
      </p:sp>
      <p:cxnSp>
        <p:nvCxnSpPr>
          <p:cNvPr id="122" name="Straight Arrow Connector 23">
            <a:extLst>
              <a:ext uri="{FF2B5EF4-FFF2-40B4-BE49-F238E27FC236}">
                <a16:creationId xmlns:a16="http://schemas.microsoft.com/office/drawing/2014/main" id="{C4822F03-ABB8-BD76-2EFD-A02E63564AFB}"/>
              </a:ext>
            </a:extLst>
          </p:cNvPr>
          <p:cNvCxnSpPr>
            <a:cxnSpLocks/>
            <a:stCxn id="106" idx="3"/>
            <a:endCxn id="50" idx="1"/>
          </p:cNvCxnSpPr>
          <p:nvPr/>
        </p:nvCxnSpPr>
        <p:spPr>
          <a:xfrm>
            <a:off x="14612484" y="3081893"/>
            <a:ext cx="766325" cy="2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23">
            <a:extLst>
              <a:ext uri="{FF2B5EF4-FFF2-40B4-BE49-F238E27FC236}">
                <a16:creationId xmlns:a16="http://schemas.microsoft.com/office/drawing/2014/main" id="{E5C6756B-5057-5B53-F2A6-A53DED2B174F}"/>
              </a:ext>
            </a:extLst>
          </p:cNvPr>
          <p:cNvCxnSpPr>
            <a:cxnSpLocks/>
            <a:stCxn id="117" idx="3"/>
            <a:endCxn id="47" idx="1"/>
          </p:cNvCxnSpPr>
          <p:nvPr/>
        </p:nvCxnSpPr>
        <p:spPr>
          <a:xfrm>
            <a:off x="14613580" y="5063821"/>
            <a:ext cx="765228" cy="4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D975AE4-1AFB-2068-A731-E5D9121C7462}"/>
              </a:ext>
            </a:extLst>
          </p:cNvPr>
          <p:cNvSpPr/>
          <p:nvPr/>
        </p:nvSpPr>
        <p:spPr>
          <a:xfrm>
            <a:off x="7504022" y="2709278"/>
            <a:ext cx="1032659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Mount to Cone</a:t>
            </a:r>
          </a:p>
        </p:txBody>
      </p:sp>
      <p:cxnSp>
        <p:nvCxnSpPr>
          <p:cNvPr id="29" name="Straight Arrow Connector 23">
            <a:extLst>
              <a:ext uri="{FF2B5EF4-FFF2-40B4-BE49-F238E27FC236}">
                <a16:creationId xmlns:a16="http://schemas.microsoft.com/office/drawing/2014/main" id="{D830F649-77CD-66C3-BB95-4FF53AA36500}"/>
              </a:ext>
            </a:extLst>
          </p:cNvPr>
          <p:cNvCxnSpPr>
            <a:cxnSpLocks/>
            <a:stCxn id="25" idx="3"/>
            <a:endCxn id="20" idx="1"/>
          </p:cNvCxnSpPr>
          <p:nvPr/>
        </p:nvCxnSpPr>
        <p:spPr>
          <a:xfrm>
            <a:off x="8536680" y="3081893"/>
            <a:ext cx="1156118" cy="3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BDF8330-D5FB-21F5-AC6E-C29D2FD39C34}"/>
              </a:ext>
            </a:extLst>
          </p:cNvPr>
          <p:cNvSpPr/>
          <p:nvPr/>
        </p:nvSpPr>
        <p:spPr>
          <a:xfrm>
            <a:off x="13266522" y="1615615"/>
            <a:ext cx="1345961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Dismount from Cone</a:t>
            </a:r>
          </a:p>
        </p:txBody>
      </p:sp>
      <p:cxnSp>
        <p:nvCxnSpPr>
          <p:cNvPr id="49" name="Straight Arrow Connector 23">
            <a:extLst>
              <a:ext uri="{FF2B5EF4-FFF2-40B4-BE49-F238E27FC236}">
                <a16:creationId xmlns:a16="http://schemas.microsoft.com/office/drawing/2014/main" id="{241B9CBD-57BE-439A-5CC3-C7FA70AB5520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>
            <a:off x="14612482" y="1988230"/>
            <a:ext cx="766326" cy="3313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ounded Rectangle 46">
            <a:extLst>
              <a:ext uri="{FF2B5EF4-FFF2-40B4-BE49-F238E27FC236}">
                <a16:creationId xmlns:a16="http://schemas.microsoft.com/office/drawing/2014/main" id="{32E4CF36-321A-6297-9E52-0BE94C71FC34}"/>
              </a:ext>
            </a:extLst>
          </p:cNvPr>
          <p:cNvSpPr/>
          <p:nvPr/>
        </p:nvSpPr>
        <p:spPr>
          <a:xfrm>
            <a:off x="15378809" y="1618928"/>
            <a:ext cx="1387233" cy="74522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Traffic Cone</a:t>
            </a:r>
          </a:p>
        </p:txBody>
      </p:sp>
      <p:cxnSp>
        <p:nvCxnSpPr>
          <p:cNvPr id="59" name="Straight Arrow Connector 23">
            <a:extLst>
              <a:ext uri="{FF2B5EF4-FFF2-40B4-BE49-F238E27FC236}">
                <a16:creationId xmlns:a16="http://schemas.microsoft.com/office/drawing/2014/main" id="{B378F573-94DA-E02D-FFD6-B2BD9FF6351C}"/>
              </a:ext>
            </a:extLst>
          </p:cNvPr>
          <p:cNvCxnSpPr>
            <a:cxnSpLocks/>
            <a:stCxn id="20" idx="3"/>
            <a:endCxn id="48" idx="1"/>
          </p:cNvCxnSpPr>
          <p:nvPr/>
        </p:nvCxnSpPr>
        <p:spPr>
          <a:xfrm flipV="1">
            <a:off x="10725457" y="1988229"/>
            <a:ext cx="2541064" cy="1093666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55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BE-7E74-F128-9080-134FDF17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C33D91-9FC1-C87D-C808-E648F741F5DF}"/>
              </a:ext>
            </a:extLst>
          </p:cNvPr>
          <p:cNvSpPr/>
          <p:nvPr/>
        </p:nvSpPr>
        <p:spPr>
          <a:xfrm>
            <a:off x="5107806" y="3371287"/>
            <a:ext cx="1498328" cy="745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 Input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FEAC41-9222-6FBC-DC1F-C53A817248F4}"/>
              </a:ext>
            </a:extLst>
          </p:cNvPr>
          <p:cNvCxnSpPr/>
          <p:nvPr/>
        </p:nvCxnSpPr>
        <p:spPr>
          <a:xfrm>
            <a:off x="6739945" y="1338272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7AFDBB-1CBB-DC73-C7EE-729F8941032A}"/>
              </a:ext>
            </a:extLst>
          </p:cNvPr>
          <p:cNvSpPr/>
          <p:nvPr/>
        </p:nvSpPr>
        <p:spPr>
          <a:xfrm>
            <a:off x="5107807" y="5455329"/>
            <a:ext cx="1498328" cy="7452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Signal From Topper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9ECF80-347F-FC70-3591-10B4168FC320}"/>
              </a:ext>
            </a:extLst>
          </p:cNvPr>
          <p:cNvSpPr/>
          <p:nvPr/>
        </p:nvSpPr>
        <p:spPr>
          <a:xfrm>
            <a:off x="5107806" y="1557901"/>
            <a:ext cx="1498328" cy="7452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Energy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7C5066-53F7-B0E3-257E-23C80F24C486}"/>
              </a:ext>
            </a:extLst>
          </p:cNvPr>
          <p:cNvSpPr/>
          <p:nvPr/>
        </p:nvSpPr>
        <p:spPr>
          <a:xfrm>
            <a:off x="9514063" y="3371287"/>
            <a:ext cx="1719978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Cancel Alarm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A86E3F-5743-A51F-8950-DCD859913B4F}"/>
              </a:ext>
            </a:extLst>
          </p:cNvPr>
          <p:cNvSpPr/>
          <p:nvPr/>
        </p:nvSpPr>
        <p:spPr>
          <a:xfrm>
            <a:off x="7260647" y="1557902"/>
            <a:ext cx="1528606" cy="7452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Power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756CEC3-256D-8230-29D2-6CA0719E9A53}"/>
              </a:ext>
            </a:extLst>
          </p:cNvPr>
          <p:cNvCxnSpPr/>
          <p:nvPr/>
        </p:nvCxnSpPr>
        <p:spPr>
          <a:xfrm>
            <a:off x="15069432" y="1338272"/>
            <a:ext cx="0" cy="5116794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9188EDB-B310-DFB3-E9E7-ADF7CA3C4111}"/>
              </a:ext>
            </a:extLst>
          </p:cNvPr>
          <p:cNvSpPr/>
          <p:nvPr/>
        </p:nvSpPr>
        <p:spPr>
          <a:xfrm>
            <a:off x="15388435" y="5455327"/>
            <a:ext cx="1463809" cy="74522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Alert Workers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CB315-0A0F-556E-1BEE-1462B5BD419F}"/>
              </a:ext>
            </a:extLst>
          </p:cNvPr>
          <p:cNvSpPr txBox="1"/>
          <p:nvPr/>
        </p:nvSpPr>
        <p:spPr>
          <a:xfrm>
            <a:off x="8533231" y="766425"/>
            <a:ext cx="4742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BOOMBOX OVERVIEW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3EF4DC4-D218-6613-17D5-A6D9D0311CF0}"/>
              </a:ext>
            </a:extLst>
          </p:cNvPr>
          <p:cNvCxnSpPr>
            <a:cxnSpLocks/>
          </p:cNvCxnSpPr>
          <p:nvPr/>
        </p:nvCxnSpPr>
        <p:spPr>
          <a:xfrm flipH="1">
            <a:off x="6734632" y="1329300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C8101E1-C72E-1677-F616-C5F2E8E10140}"/>
              </a:ext>
            </a:extLst>
          </p:cNvPr>
          <p:cNvCxnSpPr>
            <a:cxnSpLocks/>
          </p:cNvCxnSpPr>
          <p:nvPr/>
        </p:nvCxnSpPr>
        <p:spPr>
          <a:xfrm flipH="1">
            <a:off x="6745259" y="6411992"/>
            <a:ext cx="8334800" cy="897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DDBAE-E068-4189-FE07-9D33A4BE8CA0}"/>
              </a:ext>
            </a:extLst>
          </p:cNvPr>
          <p:cNvSpPr/>
          <p:nvPr/>
        </p:nvSpPr>
        <p:spPr>
          <a:xfrm>
            <a:off x="9520414" y="5455325"/>
            <a:ext cx="1719977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Signal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BB5A93-F961-2D3D-66FA-685912995A56}"/>
              </a:ext>
            </a:extLst>
          </p:cNvPr>
          <p:cNvSpPr/>
          <p:nvPr/>
        </p:nvSpPr>
        <p:spPr>
          <a:xfrm>
            <a:off x="7462784" y="3373292"/>
            <a:ext cx="1124334" cy="745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Activate Boombox</a:t>
            </a:r>
          </a:p>
        </p:txBody>
      </p:sp>
      <p:cxnSp>
        <p:nvCxnSpPr>
          <p:cNvPr id="22" name="Straight Arrow Connector 23">
            <a:extLst>
              <a:ext uri="{FF2B5EF4-FFF2-40B4-BE49-F238E27FC236}">
                <a16:creationId xmlns:a16="http://schemas.microsoft.com/office/drawing/2014/main" id="{2BB69C42-8EEA-C4C9-39D3-E94E1BB7B82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16200000" flipH="1">
            <a:off x="7489871" y="2838210"/>
            <a:ext cx="1070161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3">
            <a:extLst>
              <a:ext uri="{FF2B5EF4-FFF2-40B4-BE49-F238E27FC236}">
                <a16:creationId xmlns:a16="http://schemas.microsoft.com/office/drawing/2014/main" id="{87FEA4BF-6728-6E92-9C79-131DB1A2160A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6606134" y="3743902"/>
            <a:ext cx="856650" cy="2005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23">
            <a:extLst>
              <a:ext uri="{FF2B5EF4-FFF2-40B4-BE49-F238E27FC236}">
                <a16:creationId xmlns:a16="http://schemas.microsoft.com/office/drawing/2014/main" id="{67255A44-857F-F544-5035-643FA9DFD060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8587119" y="3743902"/>
            <a:ext cx="926945" cy="2005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23">
            <a:extLst>
              <a:ext uri="{FF2B5EF4-FFF2-40B4-BE49-F238E27FC236}">
                <a16:creationId xmlns:a16="http://schemas.microsoft.com/office/drawing/2014/main" id="{1835E58A-5C34-C289-447E-FF0800D08FF4}"/>
              </a:ext>
            </a:extLst>
          </p:cNvPr>
          <p:cNvCxnSpPr>
            <a:cxnSpLocks/>
            <a:stCxn id="20" idx="2"/>
            <a:endCxn id="15" idx="1"/>
          </p:cNvCxnSpPr>
          <p:nvPr/>
        </p:nvCxnSpPr>
        <p:spPr>
          <a:xfrm rot="16200000" flipH="1">
            <a:off x="7917974" y="4225498"/>
            <a:ext cx="1709419" cy="1495462"/>
          </a:xfrm>
          <a:prstGeom prst="bentConnector2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23">
            <a:extLst>
              <a:ext uri="{FF2B5EF4-FFF2-40B4-BE49-F238E27FC236}">
                <a16:creationId xmlns:a16="http://schemas.microsoft.com/office/drawing/2014/main" id="{D6C14432-EB94-3150-CC53-4ECFF54A8011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6606135" y="5827939"/>
            <a:ext cx="2914278" cy="4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23">
            <a:extLst>
              <a:ext uri="{FF2B5EF4-FFF2-40B4-BE49-F238E27FC236}">
                <a16:creationId xmlns:a16="http://schemas.microsoft.com/office/drawing/2014/main" id="{6BA43978-0BC7-868D-B619-4F1AF9D24BC7}"/>
              </a:ext>
            </a:extLst>
          </p:cNvPr>
          <p:cNvCxnSpPr>
            <a:cxnSpLocks/>
            <a:stCxn id="53" idx="3"/>
            <a:endCxn id="47" idx="1"/>
          </p:cNvCxnSpPr>
          <p:nvPr/>
        </p:nvCxnSpPr>
        <p:spPr>
          <a:xfrm>
            <a:off x="14347354" y="5827939"/>
            <a:ext cx="1041080" cy="3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23">
            <a:extLst>
              <a:ext uri="{FF2B5EF4-FFF2-40B4-BE49-F238E27FC236}">
                <a16:creationId xmlns:a16="http://schemas.microsoft.com/office/drawing/2014/main" id="{6DC2ACCB-AC33-CE4B-3BC3-83F4F6F1545D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606135" y="1930516"/>
            <a:ext cx="654513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88FA54E-1491-BB7D-F2C9-322CE4709B56}"/>
              </a:ext>
            </a:extLst>
          </p:cNvPr>
          <p:cNvSpPr/>
          <p:nvPr/>
        </p:nvSpPr>
        <p:spPr>
          <a:xfrm>
            <a:off x="12627378" y="5455324"/>
            <a:ext cx="1719976" cy="7452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Activate Alert</a:t>
            </a:r>
          </a:p>
        </p:txBody>
      </p:sp>
      <p:cxnSp>
        <p:nvCxnSpPr>
          <p:cNvPr id="71" name="Straight Arrow Connector 23">
            <a:extLst>
              <a:ext uri="{FF2B5EF4-FFF2-40B4-BE49-F238E27FC236}">
                <a16:creationId xmlns:a16="http://schemas.microsoft.com/office/drawing/2014/main" id="{8612BC89-A5F6-63E7-7F6F-D790DE7A113C}"/>
              </a:ext>
            </a:extLst>
          </p:cNvPr>
          <p:cNvCxnSpPr>
            <a:cxnSpLocks/>
            <a:stCxn id="15" idx="3"/>
            <a:endCxn id="53" idx="1"/>
          </p:cNvCxnSpPr>
          <p:nvPr/>
        </p:nvCxnSpPr>
        <p:spPr>
          <a:xfrm flipV="1">
            <a:off x="11240390" y="5827939"/>
            <a:ext cx="1386988" cy="1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23">
            <a:extLst>
              <a:ext uri="{FF2B5EF4-FFF2-40B4-BE49-F238E27FC236}">
                <a16:creationId xmlns:a16="http://schemas.microsoft.com/office/drawing/2014/main" id="{2B77D87A-7C8B-D963-87BF-5FE129759291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rot="16200000" flipH="1">
            <a:off x="9707824" y="4782744"/>
            <a:ext cx="1338809" cy="6350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82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odium&#10;&#10;Description automatically generated">
            <a:extLst>
              <a:ext uri="{FF2B5EF4-FFF2-40B4-BE49-F238E27FC236}">
                <a16:creationId xmlns:a16="http://schemas.microsoft.com/office/drawing/2014/main" id="{E3D3D62C-B8E6-01D2-AAC5-16BE795C2C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48" y="349030"/>
            <a:ext cx="11752305" cy="65089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24356C-1807-D0AB-2FAA-7AC04918BA0B}"/>
              </a:ext>
            </a:extLst>
          </p:cNvPr>
          <p:cNvCxnSpPr/>
          <p:nvPr/>
        </p:nvCxnSpPr>
        <p:spPr>
          <a:xfrm flipH="1" flipV="1">
            <a:off x="2653876" y="1279412"/>
            <a:ext cx="474562" cy="1504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5B9C10-4214-1CA7-BAD7-434649AF4BA6}"/>
              </a:ext>
            </a:extLst>
          </p:cNvPr>
          <p:cNvCxnSpPr/>
          <p:nvPr/>
        </p:nvCxnSpPr>
        <p:spPr>
          <a:xfrm flipH="1" flipV="1">
            <a:off x="6130638" y="273794"/>
            <a:ext cx="474562" cy="1504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027B1F-A71B-5B5D-3276-253468CE2EC6}"/>
              </a:ext>
            </a:extLst>
          </p:cNvPr>
          <p:cNvCxnSpPr>
            <a:cxnSpLocks/>
          </p:cNvCxnSpPr>
          <p:nvPr/>
        </p:nvCxnSpPr>
        <p:spPr>
          <a:xfrm flipV="1">
            <a:off x="2891157" y="349029"/>
            <a:ext cx="3476762" cy="1005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35061A-1CA3-B3B4-77B9-7C5BF8CAB90C}"/>
              </a:ext>
            </a:extLst>
          </p:cNvPr>
          <p:cNvCxnSpPr>
            <a:cxnSpLocks/>
          </p:cNvCxnSpPr>
          <p:nvPr/>
        </p:nvCxnSpPr>
        <p:spPr>
          <a:xfrm flipV="1">
            <a:off x="10287000" y="1346653"/>
            <a:ext cx="463126" cy="130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77C932-9ABB-D0B3-F757-DFD7057D7388}"/>
              </a:ext>
            </a:extLst>
          </p:cNvPr>
          <p:cNvCxnSpPr>
            <a:cxnSpLocks/>
          </p:cNvCxnSpPr>
          <p:nvPr/>
        </p:nvCxnSpPr>
        <p:spPr>
          <a:xfrm flipV="1">
            <a:off x="6772275" y="312063"/>
            <a:ext cx="463126" cy="130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7E0AA3-32A7-CABC-9A7F-ABE946385687}"/>
              </a:ext>
            </a:extLst>
          </p:cNvPr>
          <p:cNvCxnSpPr>
            <a:cxnSpLocks/>
          </p:cNvCxnSpPr>
          <p:nvPr/>
        </p:nvCxnSpPr>
        <p:spPr>
          <a:xfrm flipH="1" flipV="1">
            <a:off x="7047519" y="377207"/>
            <a:ext cx="3471044" cy="10345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C1E144-BFE5-1C55-19E3-555BE5EABF41}"/>
              </a:ext>
            </a:extLst>
          </p:cNvPr>
          <p:cNvSpPr txBox="1"/>
          <p:nvPr/>
        </p:nvSpPr>
        <p:spPr>
          <a:xfrm rot="20534154">
            <a:off x="3922851" y="588731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3.50 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7A23D-17FC-4210-E0BF-CB81514B3E66}"/>
              </a:ext>
            </a:extLst>
          </p:cNvPr>
          <p:cNvSpPr txBox="1"/>
          <p:nvPr/>
        </p:nvSpPr>
        <p:spPr>
          <a:xfrm rot="892637">
            <a:off x="8302204" y="526976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3.50 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802E63-B178-B167-3991-15FF1247B034}"/>
              </a:ext>
            </a:extLst>
          </p:cNvPr>
          <p:cNvCxnSpPr>
            <a:cxnSpLocks/>
          </p:cNvCxnSpPr>
          <p:nvPr/>
        </p:nvCxnSpPr>
        <p:spPr>
          <a:xfrm flipV="1">
            <a:off x="10287000" y="4761305"/>
            <a:ext cx="463126" cy="130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B11848-2463-453F-94B4-2E45D58D2BF7}"/>
              </a:ext>
            </a:extLst>
          </p:cNvPr>
          <p:cNvCxnSpPr>
            <a:cxnSpLocks/>
          </p:cNvCxnSpPr>
          <p:nvPr/>
        </p:nvCxnSpPr>
        <p:spPr>
          <a:xfrm flipV="1">
            <a:off x="10518563" y="1415841"/>
            <a:ext cx="0" cy="3406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9A3472-546C-5F9D-868D-2C9ACEC35705}"/>
              </a:ext>
            </a:extLst>
          </p:cNvPr>
          <p:cNvSpPr txBox="1"/>
          <p:nvPr/>
        </p:nvSpPr>
        <p:spPr>
          <a:xfrm rot="20662399">
            <a:off x="10279685" y="486469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3.00 in</a:t>
            </a:r>
          </a:p>
        </p:txBody>
      </p:sp>
    </p:spTree>
    <p:extLst>
      <p:ext uri="{BB962C8B-B14F-4D97-AF65-F5344CB8AC3E}">
        <p14:creationId xmlns:p14="http://schemas.microsoft.com/office/powerpoint/2010/main" val="123525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x with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B33DD683-774C-0D0B-4F0F-2DF7C3DEF0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9" y="273642"/>
            <a:ext cx="11571290" cy="64581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AA086A-AA40-EDCB-F3D7-D2FC1C7F540C}"/>
              </a:ext>
            </a:extLst>
          </p:cNvPr>
          <p:cNvCxnSpPr>
            <a:cxnSpLocks/>
          </p:cNvCxnSpPr>
          <p:nvPr/>
        </p:nvCxnSpPr>
        <p:spPr>
          <a:xfrm flipH="1" flipV="1">
            <a:off x="2436995" y="2201300"/>
            <a:ext cx="422610" cy="233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6E9343-217A-B093-CC43-C604D755590C}"/>
              </a:ext>
            </a:extLst>
          </p:cNvPr>
          <p:cNvCxnSpPr>
            <a:cxnSpLocks/>
          </p:cNvCxnSpPr>
          <p:nvPr/>
        </p:nvCxnSpPr>
        <p:spPr>
          <a:xfrm flipV="1">
            <a:off x="2648300" y="146776"/>
            <a:ext cx="3728521" cy="21711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EFEAD5-CDF0-0165-D083-950AEA8925A6}"/>
              </a:ext>
            </a:extLst>
          </p:cNvPr>
          <p:cNvCxnSpPr>
            <a:cxnSpLocks/>
          </p:cNvCxnSpPr>
          <p:nvPr/>
        </p:nvCxnSpPr>
        <p:spPr>
          <a:xfrm flipV="1">
            <a:off x="9109177" y="1392964"/>
            <a:ext cx="464115" cy="251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F49C7A-3DA8-CD8C-C220-E476934E8A6B}"/>
              </a:ext>
            </a:extLst>
          </p:cNvPr>
          <p:cNvCxnSpPr>
            <a:cxnSpLocks/>
          </p:cNvCxnSpPr>
          <p:nvPr/>
        </p:nvCxnSpPr>
        <p:spPr>
          <a:xfrm flipV="1">
            <a:off x="6684470" y="10275"/>
            <a:ext cx="463126" cy="233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4318D9-02E6-DC0A-26B5-081D2E68D7F1}"/>
              </a:ext>
            </a:extLst>
          </p:cNvPr>
          <p:cNvCxnSpPr>
            <a:cxnSpLocks/>
          </p:cNvCxnSpPr>
          <p:nvPr/>
        </p:nvCxnSpPr>
        <p:spPr>
          <a:xfrm flipH="1" flipV="1">
            <a:off x="6917208" y="127163"/>
            <a:ext cx="2423346" cy="138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9C9BDE-7B75-3249-2404-E9588C888A51}"/>
              </a:ext>
            </a:extLst>
          </p:cNvPr>
          <p:cNvSpPr txBox="1"/>
          <p:nvPr/>
        </p:nvSpPr>
        <p:spPr>
          <a:xfrm rot="19863612">
            <a:off x="4072012" y="825657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12.00 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262150-CE7E-C656-A248-121413E36EE8}"/>
              </a:ext>
            </a:extLst>
          </p:cNvPr>
          <p:cNvSpPr txBox="1"/>
          <p:nvPr/>
        </p:nvSpPr>
        <p:spPr>
          <a:xfrm rot="1898261">
            <a:off x="7385797" y="225197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8.00 in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CD0A7F-0090-2BA2-7C6C-7E733745EC38}"/>
              </a:ext>
            </a:extLst>
          </p:cNvPr>
          <p:cNvCxnSpPr>
            <a:cxnSpLocks/>
          </p:cNvCxnSpPr>
          <p:nvPr/>
        </p:nvCxnSpPr>
        <p:spPr>
          <a:xfrm flipV="1">
            <a:off x="9109177" y="4146650"/>
            <a:ext cx="421215" cy="2373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2A4618-92CE-25B0-5271-953D0867ABDD}"/>
              </a:ext>
            </a:extLst>
          </p:cNvPr>
          <p:cNvCxnSpPr>
            <a:cxnSpLocks/>
          </p:cNvCxnSpPr>
          <p:nvPr/>
        </p:nvCxnSpPr>
        <p:spPr>
          <a:xfrm flipV="1">
            <a:off x="9339243" y="1511955"/>
            <a:ext cx="0" cy="2753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195213-0510-BEF7-FD3E-D1E6F3C449D1}"/>
              </a:ext>
            </a:extLst>
          </p:cNvPr>
          <p:cNvSpPr txBox="1"/>
          <p:nvPr/>
        </p:nvSpPr>
        <p:spPr>
          <a:xfrm rot="20662399">
            <a:off x="10211318" y="4685229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3.00 in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8DECCF-09A8-CDF6-7C0C-E56AAADF8FCB}"/>
              </a:ext>
            </a:extLst>
          </p:cNvPr>
          <p:cNvCxnSpPr>
            <a:cxnSpLocks/>
          </p:cNvCxnSpPr>
          <p:nvPr/>
        </p:nvCxnSpPr>
        <p:spPr>
          <a:xfrm flipH="1" flipV="1">
            <a:off x="6165516" y="30180"/>
            <a:ext cx="422610" cy="233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EC570FE-DDC6-29B3-D140-514FF8B73CC9}"/>
              </a:ext>
            </a:extLst>
          </p:cNvPr>
          <p:cNvSpPr txBox="1"/>
          <p:nvPr/>
        </p:nvSpPr>
        <p:spPr>
          <a:xfrm rot="5400000">
            <a:off x="9145155" y="2578979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8.00 in</a:t>
            </a:r>
          </a:p>
        </p:txBody>
      </p:sp>
    </p:spTree>
    <p:extLst>
      <p:ext uri="{BB962C8B-B14F-4D97-AF65-F5344CB8AC3E}">
        <p14:creationId xmlns:p14="http://schemas.microsoft.com/office/powerpoint/2010/main" val="395347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984</TotalTime>
  <Words>380</Words>
  <Application>Microsoft Macintosh PowerPoint</Application>
  <PresentationFormat>Custom</PresentationFormat>
  <Paragraphs>114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Vaught, Jacob</dc:creator>
  <cp:lastModifiedBy>Rodrigo Rojas</cp:lastModifiedBy>
  <cp:revision>1</cp:revision>
  <cp:lastPrinted>2024-11-15T18:45:30Z</cp:lastPrinted>
  <dcterms:created xsi:type="dcterms:W3CDTF">2024-10-16T22:55:49Z</dcterms:created>
  <dcterms:modified xsi:type="dcterms:W3CDTF">2024-11-23T14:36:46Z</dcterms:modified>
</cp:coreProperties>
</file>