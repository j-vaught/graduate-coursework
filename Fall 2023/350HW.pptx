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8" r:id="rId15"/>
    <p:sldId id="269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91" autoAdjust="0"/>
    <p:restoredTop sz="94660"/>
  </p:normalViewPr>
  <p:slideViewPr>
    <p:cSldViewPr snapToGrid="0">
      <p:cViewPr>
        <p:scale>
          <a:sx n="125" d="100"/>
          <a:sy n="125" d="100"/>
        </p:scale>
        <p:origin x="5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7E678-D3CB-6D50-055C-3F860E75D6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30F10D-ABEE-FB05-08FF-6877606394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B1803-85A0-4C1C-B659-30E78E66D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8CD72-4CA1-4E26-9C82-16B46A7FF862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249BE-25C4-E6AF-1B0A-E15AFAB48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B8263-18E0-0718-03DA-AC0180ECE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0857-AEBE-492C-8077-58BC85B06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062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EAEC2-E7BC-0A84-8031-446FC97B0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210AD-29CA-0F04-E896-49CFD1420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3CD8D-6AAD-2CFA-0E5B-3176E42D9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8CD72-4CA1-4E26-9C82-16B46A7FF862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E642D-75AD-FFE9-776C-D8A949461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CE841-F902-CBD0-9064-E6522E865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0857-AEBE-492C-8077-58BC85B06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962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DA49F-2B03-F33F-DDD3-8883BFD63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8B0772-778B-6AAB-A5A3-71DEC435B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5A8A6-5AD7-1A4B-0C8B-C242D2700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8CD72-4CA1-4E26-9C82-16B46A7FF862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95809-5B47-77A6-D9EA-FE5F59E37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DFF69-CE9A-8348-7D55-F86560A24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0857-AEBE-492C-8077-58BC85B06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698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D9B29-97AE-8EC8-4879-8D4B9D882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B3AE0-3047-ABAE-8496-467C28236D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49D9A1-9D76-A597-B6BC-57F45B41EE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042724-9169-4A7A-1B1B-FB93EE93F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8CD72-4CA1-4E26-9C82-16B46A7FF862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7881F-A0C1-AD6A-B130-8843EB277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03E7E3-D4E9-AF27-1D75-B991EE106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0857-AEBE-492C-8077-58BC85B06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66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ADB38-570D-EC05-46C8-67642D11E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78B008-52FE-9C57-6E1A-2188D6C1C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8A4CE5-A7E7-FF4C-EFA1-6E31950A63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B4F388-95C0-D317-B87F-33D7B30F83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D7AD29-97DF-2C84-0F7A-46AC347B9C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DE4569-D375-E3E8-873E-4DCAAB4C1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8CD72-4CA1-4E26-9C82-16B46A7FF862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E2B80D-918B-CE96-9E44-C949EABAD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C1B282-3F54-F29A-6085-A6DCAFD2E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0857-AEBE-492C-8077-58BC85B06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694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CF31B-5915-7362-42B3-602F1C4F6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962D29-E288-A903-BB36-1F9554698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8CD72-4CA1-4E26-9C82-16B46A7FF862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86B79B-C857-B67B-A4CC-BBC779FBB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E56952-AA70-2B19-57D9-1A8EF7B71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0857-AEBE-492C-8077-58BC85B06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779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D90231-86A4-ADDE-B8B0-6B5DA11C9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8CD72-4CA1-4E26-9C82-16B46A7FF862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3257BA-821D-90E0-5EF5-FA01D25AE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A22136-CA95-7D52-778D-B88FD29A4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0857-AEBE-492C-8077-58BC85B06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033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9EAC0-CECF-56F8-CC14-7CBC662FE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7D1C3-2C76-ED4C-3899-8030F543B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BEB3B2-FB09-2C32-656C-4E8C4987D6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2B1853-8EEA-C987-52E3-625DD92C7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8CD72-4CA1-4E26-9C82-16B46A7FF862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D20B54-36C9-01BD-4BA2-611D9258B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CF2792-9BCC-F817-D070-2FB979CAD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0857-AEBE-492C-8077-58BC85B06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227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29B25-CBC4-CC9E-CC87-411CFCA66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14DB2B-491A-966C-DEB3-BD49EFDBF5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9A6EBC-BE7B-DE0A-354E-3DAB104F26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3BF043-329C-9F76-7B95-288E60DAB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8CD72-4CA1-4E26-9C82-16B46A7FF862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581C8E-740E-EE48-E0F0-F55FB0E91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88A47C-E968-5F65-E314-D9C1E45AC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0857-AEBE-492C-8077-58BC85B06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020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998A2-8A77-0A4A-7F03-680338227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06383A-A802-E547-E6BE-AE34E24E9F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5977DE-20B4-A91A-92B4-63EC30B1A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8CD72-4CA1-4E26-9C82-16B46A7FF862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591AD-FD13-92F5-1185-CDCA9DDD5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63B06-DDEA-561B-BE1B-B1763BE2F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0857-AEBE-492C-8077-58BC85B06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24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B5BD22-505D-AA47-AEAC-C0C423766B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89516F-C524-5832-F04D-67FAC7B616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70BA-47E9-ECF5-D198-F971B2BF8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8CD72-4CA1-4E26-9C82-16B46A7FF862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BE02EF-6958-35E9-CC3A-99A803A37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9527D-E31A-9DA4-B35D-EC7E68489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0857-AEBE-492C-8077-58BC85B06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542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C9BB9A-D6D0-E0F3-1A46-298B0145B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8D5B2-E5C3-D3E6-A5D5-0D3857E21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13B7D-2B72-3FC0-9CB1-E7940E92C5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A8CD72-4CA1-4E26-9C82-16B46A7FF862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A55E9-3D86-B44A-E6D7-60AA6F27B6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13488-573D-5D4D-71BB-40D89FB4CB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0B0857-AEBE-492C-8077-58BC85B06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287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19BD4CC-85B7-54D5-41C6-6CA126414A7C}"/>
              </a:ext>
            </a:extLst>
          </p:cNvPr>
          <p:cNvCxnSpPr/>
          <p:nvPr/>
        </p:nvCxnSpPr>
        <p:spPr>
          <a:xfrm flipH="1" flipV="1">
            <a:off x="7538771" y="2185083"/>
            <a:ext cx="1347766" cy="2729813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96CD452-0923-0DDC-0E7E-18EB03B3788C}"/>
              </a:ext>
            </a:extLst>
          </p:cNvPr>
          <p:cNvCxnSpPr>
            <a:cxnSpLocks/>
          </p:cNvCxnSpPr>
          <p:nvPr/>
        </p:nvCxnSpPr>
        <p:spPr>
          <a:xfrm flipV="1">
            <a:off x="7481866" y="2185083"/>
            <a:ext cx="2760666" cy="1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683508F-C657-063E-144E-257E9E0943E1}"/>
              </a:ext>
            </a:extLst>
          </p:cNvPr>
          <p:cNvCxnSpPr>
            <a:cxnSpLocks/>
          </p:cNvCxnSpPr>
          <p:nvPr/>
        </p:nvCxnSpPr>
        <p:spPr>
          <a:xfrm flipV="1">
            <a:off x="6134100" y="4914897"/>
            <a:ext cx="2760666" cy="1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CA666E1-D52F-DB79-6184-12D84A8EC64F}"/>
              </a:ext>
            </a:extLst>
          </p:cNvPr>
          <p:cNvCxnSpPr>
            <a:cxnSpLocks/>
          </p:cNvCxnSpPr>
          <p:nvPr/>
        </p:nvCxnSpPr>
        <p:spPr>
          <a:xfrm flipV="1">
            <a:off x="3340867" y="4914896"/>
            <a:ext cx="2760666" cy="1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1C9CB1C-CE09-C236-F2D7-990C97D10CA3}"/>
              </a:ext>
            </a:extLst>
          </p:cNvPr>
          <p:cNvCxnSpPr>
            <a:cxnSpLocks/>
          </p:cNvCxnSpPr>
          <p:nvPr/>
        </p:nvCxnSpPr>
        <p:spPr>
          <a:xfrm flipV="1">
            <a:off x="2023128" y="2185080"/>
            <a:ext cx="2760666" cy="1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EBA44A0-A97C-DAB6-094D-51A5284647A4}"/>
              </a:ext>
            </a:extLst>
          </p:cNvPr>
          <p:cNvCxnSpPr>
            <a:cxnSpLocks/>
          </p:cNvCxnSpPr>
          <p:nvPr/>
        </p:nvCxnSpPr>
        <p:spPr>
          <a:xfrm flipV="1">
            <a:off x="3393284" y="2185084"/>
            <a:ext cx="1331900" cy="2729813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10A0ED9-CD72-1F40-2D88-10B382C80A14}"/>
              </a:ext>
            </a:extLst>
          </p:cNvPr>
          <p:cNvCxnSpPr/>
          <p:nvPr/>
        </p:nvCxnSpPr>
        <p:spPr>
          <a:xfrm flipH="1" flipV="1">
            <a:off x="4786334" y="2185086"/>
            <a:ext cx="1347766" cy="2729813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1EFFD62-3C48-D878-BBE6-85B9DC98036D}"/>
              </a:ext>
            </a:extLst>
          </p:cNvPr>
          <p:cNvCxnSpPr>
            <a:cxnSpLocks/>
          </p:cNvCxnSpPr>
          <p:nvPr/>
        </p:nvCxnSpPr>
        <p:spPr>
          <a:xfrm flipV="1">
            <a:off x="6161100" y="2185085"/>
            <a:ext cx="1331900" cy="2729813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062FC4E-66C3-6111-885E-3B779B88928A}"/>
              </a:ext>
            </a:extLst>
          </p:cNvPr>
          <p:cNvCxnSpPr>
            <a:cxnSpLocks/>
          </p:cNvCxnSpPr>
          <p:nvPr/>
        </p:nvCxnSpPr>
        <p:spPr>
          <a:xfrm flipV="1">
            <a:off x="8894766" y="2185086"/>
            <a:ext cx="1331900" cy="2729813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5C251B1-9E17-1CCB-F9FB-2FB80F0C2470}"/>
              </a:ext>
            </a:extLst>
          </p:cNvPr>
          <p:cNvCxnSpPr/>
          <p:nvPr/>
        </p:nvCxnSpPr>
        <p:spPr>
          <a:xfrm flipH="1" flipV="1">
            <a:off x="2025668" y="2185087"/>
            <a:ext cx="1347766" cy="2729813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95B5F8BC-C27F-65C5-F2DB-0C6CD0D8B129}"/>
              </a:ext>
            </a:extLst>
          </p:cNvPr>
          <p:cNvSpPr/>
          <p:nvPr/>
        </p:nvSpPr>
        <p:spPr>
          <a:xfrm>
            <a:off x="4302134" y="1727887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B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8B94BA9-8719-8237-C14B-CF307F3706E1}"/>
              </a:ext>
            </a:extLst>
          </p:cNvPr>
          <p:cNvSpPr/>
          <p:nvPr/>
        </p:nvSpPr>
        <p:spPr>
          <a:xfrm>
            <a:off x="7035800" y="1727887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C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DB42DDF-1C64-B5AE-64EF-6CC91279D2FB}"/>
              </a:ext>
            </a:extLst>
          </p:cNvPr>
          <p:cNvSpPr/>
          <p:nvPr/>
        </p:nvSpPr>
        <p:spPr>
          <a:xfrm>
            <a:off x="1568468" y="1727887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F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CC3B77C-45AA-BA7A-D78C-360A6DCF61FC}"/>
              </a:ext>
            </a:extLst>
          </p:cNvPr>
          <p:cNvSpPr/>
          <p:nvPr/>
        </p:nvSpPr>
        <p:spPr>
          <a:xfrm>
            <a:off x="9769466" y="1727887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G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B4F2853-4D6A-8584-A269-61173B413823}"/>
              </a:ext>
            </a:extLst>
          </p:cNvPr>
          <p:cNvSpPr/>
          <p:nvPr/>
        </p:nvSpPr>
        <p:spPr>
          <a:xfrm>
            <a:off x="2916234" y="4457700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D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0849E30-6194-141A-182C-01037E0B30DC}"/>
              </a:ext>
            </a:extLst>
          </p:cNvPr>
          <p:cNvSpPr/>
          <p:nvPr/>
        </p:nvSpPr>
        <p:spPr>
          <a:xfrm>
            <a:off x="5676900" y="4457700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A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C27868B-4429-4CAC-920F-6DA84A279F3A}"/>
              </a:ext>
            </a:extLst>
          </p:cNvPr>
          <p:cNvSpPr/>
          <p:nvPr/>
        </p:nvSpPr>
        <p:spPr>
          <a:xfrm>
            <a:off x="8437566" y="4457700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E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4CC835B-622E-312B-66A1-91F384A14060}"/>
              </a:ext>
            </a:extLst>
          </p:cNvPr>
          <p:cNvSpPr/>
          <p:nvPr/>
        </p:nvSpPr>
        <p:spPr>
          <a:xfrm>
            <a:off x="4294826" y="1727887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B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D71CA5E-FE5A-1C8F-E082-420492AFC9F2}"/>
              </a:ext>
            </a:extLst>
          </p:cNvPr>
          <p:cNvSpPr/>
          <p:nvPr/>
        </p:nvSpPr>
        <p:spPr>
          <a:xfrm>
            <a:off x="7028492" y="1727887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779476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19BD4CC-85B7-54D5-41C6-6CA126414A7C}"/>
              </a:ext>
            </a:extLst>
          </p:cNvPr>
          <p:cNvCxnSpPr/>
          <p:nvPr/>
        </p:nvCxnSpPr>
        <p:spPr>
          <a:xfrm flipH="1" flipV="1">
            <a:off x="7538771" y="2185083"/>
            <a:ext cx="1347766" cy="2729813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96CD452-0923-0DDC-0E7E-18EB03B3788C}"/>
              </a:ext>
            </a:extLst>
          </p:cNvPr>
          <p:cNvCxnSpPr>
            <a:cxnSpLocks/>
          </p:cNvCxnSpPr>
          <p:nvPr/>
        </p:nvCxnSpPr>
        <p:spPr>
          <a:xfrm flipV="1">
            <a:off x="7481866" y="2185083"/>
            <a:ext cx="2760666" cy="1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683508F-C657-063E-144E-257E9E0943E1}"/>
              </a:ext>
            </a:extLst>
          </p:cNvPr>
          <p:cNvCxnSpPr>
            <a:cxnSpLocks/>
          </p:cNvCxnSpPr>
          <p:nvPr/>
        </p:nvCxnSpPr>
        <p:spPr>
          <a:xfrm flipV="1">
            <a:off x="6134100" y="4914897"/>
            <a:ext cx="2760666" cy="1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CA666E1-D52F-DB79-6184-12D84A8EC64F}"/>
              </a:ext>
            </a:extLst>
          </p:cNvPr>
          <p:cNvCxnSpPr>
            <a:cxnSpLocks/>
          </p:cNvCxnSpPr>
          <p:nvPr/>
        </p:nvCxnSpPr>
        <p:spPr>
          <a:xfrm flipV="1">
            <a:off x="3340867" y="4914896"/>
            <a:ext cx="2760666" cy="1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1C9CB1C-CE09-C236-F2D7-990C97D10CA3}"/>
              </a:ext>
            </a:extLst>
          </p:cNvPr>
          <p:cNvCxnSpPr>
            <a:cxnSpLocks/>
          </p:cNvCxnSpPr>
          <p:nvPr/>
        </p:nvCxnSpPr>
        <p:spPr>
          <a:xfrm flipV="1">
            <a:off x="2023128" y="2185080"/>
            <a:ext cx="2760666" cy="1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EBA44A0-A97C-DAB6-094D-51A5284647A4}"/>
              </a:ext>
            </a:extLst>
          </p:cNvPr>
          <p:cNvCxnSpPr>
            <a:cxnSpLocks/>
          </p:cNvCxnSpPr>
          <p:nvPr/>
        </p:nvCxnSpPr>
        <p:spPr>
          <a:xfrm flipV="1">
            <a:off x="3393284" y="2185084"/>
            <a:ext cx="1331900" cy="2729813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10A0ED9-CD72-1F40-2D88-10B382C80A14}"/>
              </a:ext>
            </a:extLst>
          </p:cNvPr>
          <p:cNvCxnSpPr/>
          <p:nvPr/>
        </p:nvCxnSpPr>
        <p:spPr>
          <a:xfrm flipH="1" flipV="1">
            <a:off x="4786334" y="2185086"/>
            <a:ext cx="1347766" cy="2729813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1EFFD62-3C48-D878-BBE6-85B9DC98036D}"/>
              </a:ext>
            </a:extLst>
          </p:cNvPr>
          <p:cNvCxnSpPr>
            <a:cxnSpLocks/>
          </p:cNvCxnSpPr>
          <p:nvPr/>
        </p:nvCxnSpPr>
        <p:spPr>
          <a:xfrm flipV="1">
            <a:off x="6161100" y="2185085"/>
            <a:ext cx="1331900" cy="2729813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062FC4E-66C3-6111-885E-3B779B88928A}"/>
              </a:ext>
            </a:extLst>
          </p:cNvPr>
          <p:cNvCxnSpPr>
            <a:cxnSpLocks/>
          </p:cNvCxnSpPr>
          <p:nvPr/>
        </p:nvCxnSpPr>
        <p:spPr>
          <a:xfrm flipV="1">
            <a:off x="8894766" y="2185086"/>
            <a:ext cx="1331900" cy="2729813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5C251B1-9E17-1CCB-F9FB-2FB80F0C2470}"/>
              </a:ext>
            </a:extLst>
          </p:cNvPr>
          <p:cNvCxnSpPr/>
          <p:nvPr/>
        </p:nvCxnSpPr>
        <p:spPr>
          <a:xfrm flipH="1" flipV="1">
            <a:off x="2025668" y="2185087"/>
            <a:ext cx="1347766" cy="2729813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95B5F8BC-C27F-65C5-F2DB-0C6CD0D8B129}"/>
              </a:ext>
            </a:extLst>
          </p:cNvPr>
          <p:cNvSpPr/>
          <p:nvPr/>
        </p:nvSpPr>
        <p:spPr>
          <a:xfrm>
            <a:off x="4302134" y="1727887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B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8B94BA9-8719-8237-C14B-CF307F3706E1}"/>
              </a:ext>
            </a:extLst>
          </p:cNvPr>
          <p:cNvSpPr/>
          <p:nvPr/>
        </p:nvSpPr>
        <p:spPr>
          <a:xfrm>
            <a:off x="7035800" y="1727887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C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DB42DDF-1C64-B5AE-64EF-6CC91279D2FB}"/>
              </a:ext>
            </a:extLst>
          </p:cNvPr>
          <p:cNvSpPr/>
          <p:nvPr/>
        </p:nvSpPr>
        <p:spPr>
          <a:xfrm>
            <a:off x="1568468" y="1727887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F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CC3B77C-45AA-BA7A-D78C-360A6DCF61FC}"/>
              </a:ext>
            </a:extLst>
          </p:cNvPr>
          <p:cNvSpPr/>
          <p:nvPr/>
        </p:nvSpPr>
        <p:spPr>
          <a:xfrm>
            <a:off x="9769466" y="1727887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G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B4F2853-4D6A-8584-A269-61173B413823}"/>
              </a:ext>
            </a:extLst>
          </p:cNvPr>
          <p:cNvSpPr/>
          <p:nvPr/>
        </p:nvSpPr>
        <p:spPr>
          <a:xfrm>
            <a:off x="2916234" y="4457700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D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0849E30-6194-141A-182C-01037E0B30DC}"/>
              </a:ext>
            </a:extLst>
          </p:cNvPr>
          <p:cNvSpPr/>
          <p:nvPr/>
        </p:nvSpPr>
        <p:spPr>
          <a:xfrm>
            <a:off x="5676900" y="4457700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A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C27868B-4429-4CAC-920F-6DA84A279F3A}"/>
              </a:ext>
            </a:extLst>
          </p:cNvPr>
          <p:cNvSpPr/>
          <p:nvPr/>
        </p:nvSpPr>
        <p:spPr>
          <a:xfrm>
            <a:off x="8437566" y="4457700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E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4CC835B-622E-312B-66A1-91F384A14060}"/>
              </a:ext>
            </a:extLst>
          </p:cNvPr>
          <p:cNvSpPr/>
          <p:nvPr/>
        </p:nvSpPr>
        <p:spPr>
          <a:xfrm>
            <a:off x="4294826" y="1727887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B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D71CA5E-FE5A-1C8F-E082-420492AFC9F2}"/>
              </a:ext>
            </a:extLst>
          </p:cNvPr>
          <p:cNvSpPr/>
          <p:nvPr/>
        </p:nvSpPr>
        <p:spPr>
          <a:xfrm>
            <a:off x="7028492" y="1727887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F2C2FC-4062-AE78-9F14-22C2CCAF2FD6}"/>
              </a:ext>
            </a:extLst>
          </p:cNvPr>
          <p:cNvSpPr txBox="1"/>
          <p:nvPr/>
        </p:nvSpPr>
        <p:spPr>
          <a:xfrm>
            <a:off x="781871" y="450842"/>
            <a:ext cx="10758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Graph Representation: Green edges indicate primary traversal, while yellow edges represent secondary traversal.</a:t>
            </a:r>
          </a:p>
        </p:txBody>
      </p:sp>
    </p:spTree>
    <p:extLst>
      <p:ext uri="{BB962C8B-B14F-4D97-AF65-F5344CB8AC3E}">
        <p14:creationId xmlns:p14="http://schemas.microsoft.com/office/powerpoint/2010/main" val="1687177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19BD4CC-85B7-54D5-41C6-6CA126414A7C}"/>
              </a:ext>
            </a:extLst>
          </p:cNvPr>
          <p:cNvCxnSpPr/>
          <p:nvPr/>
        </p:nvCxnSpPr>
        <p:spPr>
          <a:xfrm flipH="1" flipV="1">
            <a:off x="7538771" y="2185083"/>
            <a:ext cx="1347766" cy="2729813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96CD452-0923-0DDC-0E7E-18EB03B3788C}"/>
              </a:ext>
            </a:extLst>
          </p:cNvPr>
          <p:cNvCxnSpPr>
            <a:cxnSpLocks/>
          </p:cNvCxnSpPr>
          <p:nvPr/>
        </p:nvCxnSpPr>
        <p:spPr>
          <a:xfrm flipV="1">
            <a:off x="7481866" y="2185083"/>
            <a:ext cx="2760666" cy="1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683508F-C657-063E-144E-257E9E0943E1}"/>
              </a:ext>
            </a:extLst>
          </p:cNvPr>
          <p:cNvCxnSpPr>
            <a:cxnSpLocks/>
          </p:cNvCxnSpPr>
          <p:nvPr/>
        </p:nvCxnSpPr>
        <p:spPr>
          <a:xfrm flipV="1">
            <a:off x="6134100" y="4914897"/>
            <a:ext cx="2760666" cy="1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CA666E1-D52F-DB79-6184-12D84A8EC64F}"/>
              </a:ext>
            </a:extLst>
          </p:cNvPr>
          <p:cNvCxnSpPr>
            <a:cxnSpLocks/>
          </p:cNvCxnSpPr>
          <p:nvPr/>
        </p:nvCxnSpPr>
        <p:spPr>
          <a:xfrm flipV="1">
            <a:off x="3340867" y="4914896"/>
            <a:ext cx="2760666" cy="1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1C9CB1C-CE09-C236-F2D7-990C97D10CA3}"/>
              </a:ext>
            </a:extLst>
          </p:cNvPr>
          <p:cNvCxnSpPr>
            <a:cxnSpLocks/>
          </p:cNvCxnSpPr>
          <p:nvPr/>
        </p:nvCxnSpPr>
        <p:spPr>
          <a:xfrm flipV="1">
            <a:off x="2023128" y="2185080"/>
            <a:ext cx="2760666" cy="1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EBA44A0-A97C-DAB6-094D-51A5284647A4}"/>
              </a:ext>
            </a:extLst>
          </p:cNvPr>
          <p:cNvCxnSpPr>
            <a:cxnSpLocks/>
          </p:cNvCxnSpPr>
          <p:nvPr/>
        </p:nvCxnSpPr>
        <p:spPr>
          <a:xfrm flipV="1">
            <a:off x="3393284" y="2185084"/>
            <a:ext cx="1331900" cy="2729813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10A0ED9-CD72-1F40-2D88-10B382C80A14}"/>
              </a:ext>
            </a:extLst>
          </p:cNvPr>
          <p:cNvCxnSpPr/>
          <p:nvPr/>
        </p:nvCxnSpPr>
        <p:spPr>
          <a:xfrm flipH="1" flipV="1">
            <a:off x="4786334" y="2185086"/>
            <a:ext cx="1347766" cy="2729813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1EFFD62-3C48-D878-BBE6-85B9DC98036D}"/>
              </a:ext>
            </a:extLst>
          </p:cNvPr>
          <p:cNvCxnSpPr>
            <a:cxnSpLocks/>
          </p:cNvCxnSpPr>
          <p:nvPr/>
        </p:nvCxnSpPr>
        <p:spPr>
          <a:xfrm flipV="1">
            <a:off x="6161100" y="2185085"/>
            <a:ext cx="1331900" cy="2729813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062FC4E-66C3-6111-885E-3B779B88928A}"/>
              </a:ext>
            </a:extLst>
          </p:cNvPr>
          <p:cNvCxnSpPr>
            <a:cxnSpLocks/>
          </p:cNvCxnSpPr>
          <p:nvPr/>
        </p:nvCxnSpPr>
        <p:spPr>
          <a:xfrm flipV="1">
            <a:off x="8894766" y="2185086"/>
            <a:ext cx="1331900" cy="2729813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5C251B1-9E17-1CCB-F9FB-2FB80F0C2470}"/>
              </a:ext>
            </a:extLst>
          </p:cNvPr>
          <p:cNvCxnSpPr/>
          <p:nvPr/>
        </p:nvCxnSpPr>
        <p:spPr>
          <a:xfrm flipH="1" flipV="1">
            <a:off x="2025668" y="2185087"/>
            <a:ext cx="1347766" cy="2729813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95B5F8BC-C27F-65C5-F2DB-0C6CD0D8B129}"/>
              </a:ext>
            </a:extLst>
          </p:cNvPr>
          <p:cNvSpPr/>
          <p:nvPr/>
        </p:nvSpPr>
        <p:spPr>
          <a:xfrm>
            <a:off x="4302134" y="1727887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B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8B94BA9-8719-8237-C14B-CF307F3706E1}"/>
              </a:ext>
            </a:extLst>
          </p:cNvPr>
          <p:cNvSpPr/>
          <p:nvPr/>
        </p:nvSpPr>
        <p:spPr>
          <a:xfrm>
            <a:off x="7035800" y="1727887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C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DB42DDF-1C64-B5AE-64EF-6CC91279D2FB}"/>
              </a:ext>
            </a:extLst>
          </p:cNvPr>
          <p:cNvSpPr/>
          <p:nvPr/>
        </p:nvSpPr>
        <p:spPr>
          <a:xfrm>
            <a:off x="1568468" y="1727887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F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CC3B77C-45AA-BA7A-D78C-360A6DCF61FC}"/>
              </a:ext>
            </a:extLst>
          </p:cNvPr>
          <p:cNvSpPr/>
          <p:nvPr/>
        </p:nvSpPr>
        <p:spPr>
          <a:xfrm>
            <a:off x="9769466" y="1727887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G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B4F2853-4D6A-8584-A269-61173B413823}"/>
              </a:ext>
            </a:extLst>
          </p:cNvPr>
          <p:cNvSpPr/>
          <p:nvPr/>
        </p:nvSpPr>
        <p:spPr>
          <a:xfrm>
            <a:off x="2916234" y="4457700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D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0849E30-6194-141A-182C-01037E0B30DC}"/>
              </a:ext>
            </a:extLst>
          </p:cNvPr>
          <p:cNvSpPr/>
          <p:nvPr/>
        </p:nvSpPr>
        <p:spPr>
          <a:xfrm>
            <a:off x="5676900" y="4457700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A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C27868B-4429-4CAC-920F-6DA84A279F3A}"/>
              </a:ext>
            </a:extLst>
          </p:cNvPr>
          <p:cNvSpPr/>
          <p:nvPr/>
        </p:nvSpPr>
        <p:spPr>
          <a:xfrm>
            <a:off x="8437566" y="4457700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E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4CC835B-622E-312B-66A1-91F384A14060}"/>
              </a:ext>
            </a:extLst>
          </p:cNvPr>
          <p:cNvSpPr/>
          <p:nvPr/>
        </p:nvSpPr>
        <p:spPr>
          <a:xfrm>
            <a:off x="4294826" y="1727887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B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D71CA5E-FE5A-1C8F-E082-420492AFC9F2}"/>
              </a:ext>
            </a:extLst>
          </p:cNvPr>
          <p:cNvSpPr/>
          <p:nvPr/>
        </p:nvSpPr>
        <p:spPr>
          <a:xfrm>
            <a:off x="7028492" y="1727887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F2C2FC-4062-AE78-9F14-22C2CCAF2FD6}"/>
              </a:ext>
            </a:extLst>
          </p:cNvPr>
          <p:cNvSpPr txBox="1"/>
          <p:nvPr/>
        </p:nvSpPr>
        <p:spPr>
          <a:xfrm>
            <a:off x="1145002" y="450843"/>
            <a:ext cx="99019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Graph with Traversals: Green edges show the primary path, yellow indicates the secondary, and purple marks cross edges (no ancestor-descendant relation).</a:t>
            </a:r>
          </a:p>
        </p:txBody>
      </p:sp>
    </p:spTree>
    <p:extLst>
      <p:ext uri="{BB962C8B-B14F-4D97-AF65-F5344CB8AC3E}">
        <p14:creationId xmlns:p14="http://schemas.microsoft.com/office/powerpoint/2010/main" val="3419393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FAE3521-DCB9-9928-882C-72112642A6F0}"/>
              </a:ext>
            </a:extLst>
          </p:cNvPr>
          <p:cNvCxnSpPr>
            <a:cxnSpLocks/>
          </p:cNvCxnSpPr>
          <p:nvPr/>
        </p:nvCxnSpPr>
        <p:spPr>
          <a:xfrm flipV="1">
            <a:off x="4718132" y="3428995"/>
            <a:ext cx="35437" cy="2729819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7847F76-BACB-6C56-3CB1-5EA0F7C8037A}"/>
              </a:ext>
            </a:extLst>
          </p:cNvPr>
          <p:cNvCxnSpPr>
            <a:cxnSpLocks/>
          </p:cNvCxnSpPr>
          <p:nvPr/>
        </p:nvCxnSpPr>
        <p:spPr>
          <a:xfrm flipV="1">
            <a:off x="1984466" y="3428994"/>
            <a:ext cx="35437" cy="2729819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2BC9149-5EE8-C0CD-71F4-378E8ED5E196}"/>
              </a:ext>
            </a:extLst>
          </p:cNvPr>
          <p:cNvCxnSpPr>
            <a:cxnSpLocks/>
          </p:cNvCxnSpPr>
          <p:nvPr/>
        </p:nvCxnSpPr>
        <p:spPr>
          <a:xfrm flipV="1">
            <a:off x="1997777" y="699181"/>
            <a:ext cx="4117273" cy="2729814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15F7513-3F11-A0CF-D7B8-C4D7D32C31DD}"/>
              </a:ext>
            </a:extLst>
          </p:cNvPr>
          <p:cNvCxnSpPr>
            <a:cxnSpLocks/>
          </p:cNvCxnSpPr>
          <p:nvPr/>
        </p:nvCxnSpPr>
        <p:spPr>
          <a:xfrm flipH="1" flipV="1">
            <a:off x="6115050" y="699182"/>
            <a:ext cx="1401766" cy="2815543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8BAF0F4-1ACF-5F8B-12F8-BB3E6BE70142}"/>
              </a:ext>
            </a:extLst>
          </p:cNvPr>
          <p:cNvCxnSpPr>
            <a:cxnSpLocks/>
          </p:cNvCxnSpPr>
          <p:nvPr/>
        </p:nvCxnSpPr>
        <p:spPr>
          <a:xfrm flipH="1" flipV="1">
            <a:off x="6115050" y="656316"/>
            <a:ext cx="4117273" cy="2772679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7F1BFC1-757E-B32B-132F-59C64E9CC4C1}"/>
              </a:ext>
            </a:extLst>
          </p:cNvPr>
          <p:cNvCxnSpPr>
            <a:cxnSpLocks/>
          </p:cNvCxnSpPr>
          <p:nvPr/>
        </p:nvCxnSpPr>
        <p:spPr>
          <a:xfrm flipV="1">
            <a:off x="4783150" y="699182"/>
            <a:ext cx="1331900" cy="2729813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95B5F8BC-C27F-65C5-F2DB-0C6CD0D8B129}"/>
              </a:ext>
            </a:extLst>
          </p:cNvPr>
          <p:cNvSpPr/>
          <p:nvPr/>
        </p:nvSpPr>
        <p:spPr>
          <a:xfrm>
            <a:off x="4274243" y="2971800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C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8B94BA9-8719-8237-C14B-CF307F3706E1}"/>
              </a:ext>
            </a:extLst>
          </p:cNvPr>
          <p:cNvSpPr/>
          <p:nvPr/>
        </p:nvSpPr>
        <p:spPr>
          <a:xfrm>
            <a:off x="7007909" y="2971800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D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DB42DDF-1C64-B5AE-64EF-6CC91279D2FB}"/>
              </a:ext>
            </a:extLst>
          </p:cNvPr>
          <p:cNvSpPr/>
          <p:nvPr/>
        </p:nvSpPr>
        <p:spPr>
          <a:xfrm>
            <a:off x="1540577" y="2971800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B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CC3B77C-45AA-BA7A-D78C-360A6DCF61FC}"/>
              </a:ext>
            </a:extLst>
          </p:cNvPr>
          <p:cNvSpPr/>
          <p:nvPr/>
        </p:nvSpPr>
        <p:spPr>
          <a:xfrm>
            <a:off x="9741575" y="2971800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B4F2853-4D6A-8584-A269-61173B413823}"/>
              </a:ext>
            </a:extLst>
          </p:cNvPr>
          <p:cNvSpPr/>
          <p:nvPr/>
        </p:nvSpPr>
        <p:spPr>
          <a:xfrm>
            <a:off x="1540577" y="5701614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F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0849E30-6194-141A-182C-01037E0B30DC}"/>
              </a:ext>
            </a:extLst>
          </p:cNvPr>
          <p:cNvSpPr/>
          <p:nvPr/>
        </p:nvSpPr>
        <p:spPr>
          <a:xfrm>
            <a:off x="5657850" y="241982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A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C27868B-4429-4CAC-920F-6DA84A279F3A}"/>
              </a:ext>
            </a:extLst>
          </p:cNvPr>
          <p:cNvSpPr/>
          <p:nvPr/>
        </p:nvSpPr>
        <p:spPr>
          <a:xfrm>
            <a:off x="4266935" y="5701614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3500251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95B5F8BC-C27F-65C5-F2DB-0C6CD0D8B129}"/>
              </a:ext>
            </a:extLst>
          </p:cNvPr>
          <p:cNvSpPr/>
          <p:nvPr/>
        </p:nvSpPr>
        <p:spPr>
          <a:xfrm>
            <a:off x="3788142" y="1253837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B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8B94BA9-8719-8237-C14B-CF307F3706E1}"/>
              </a:ext>
            </a:extLst>
          </p:cNvPr>
          <p:cNvSpPr/>
          <p:nvPr/>
        </p:nvSpPr>
        <p:spPr>
          <a:xfrm>
            <a:off x="7461748" y="1253837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C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DB42DDF-1C64-B5AE-64EF-6CC91279D2FB}"/>
              </a:ext>
            </a:extLst>
          </p:cNvPr>
          <p:cNvSpPr/>
          <p:nvPr/>
        </p:nvSpPr>
        <p:spPr>
          <a:xfrm>
            <a:off x="1028936" y="1253837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A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CC3B77C-45AA-BA7A-D78C-360A6DCF61FC}"/>
              </a:ext>
            </a:extLst>
          </p:cNvPr>
          <p:cNvSpPr/>
          <p:nvPr/>
        </p:nvSpPr>
        <p:spPr>
          <a:xfrm>
            <a:off x="10220954" y="1253837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D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B4F2853-4D6A-8584-A269-61173B413823}"/>
              </a:ext>
            </a:extLst>
          </p:cNvPr>
          <p:cNvSpPr/>
          <p:nvPr/>
        </p:nvSpPr>
        <p:spPr>
          <a:xfrm>
            <a:off x="2873742" y="3196937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0849E30-6194-141A-182C-01037E0B30DC}"/>
              </a:ext>
            </a:extLst>
          </p:cNvPr>
          <p:cNvSpPr/>
          <p:nvPr/>
        </p:nvSpPr>
        <p:spPr>
          <a:xfrm>
            <a:off x="5624945" y="3196937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F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C27868B-4429-4CAC-920F-6DA84A279F3A}"/>
              </a:ext>
            </a:extLst>
          </p:cNvPr>
          <p:cNvSpPr/>
          <p:nvPr/>
        </p:nvSpPr>
        <p:spPr>
          <a:xfrm>
            <a:off x="8376148" y="3196937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G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55770FA-BA05-7085-A46E-4789632AF6F8}"/>
              </a:ext>
            </a:extLst>
          </p:cNvPr>
          <p:cNvCxnSpPr>
            <a:cxnSpLocks/>
            <a:stCxn id="15" idx="1"/>
            <a:endCxn id="5" idx="5"/>
          </p:cNvCxnSpPr>
          <p:nvPr/>
        </p:nvCxnSpPr>
        <p:spPr>
          <a:xfrm flipH="1" flipV="1">
            <a:off x="4568631" y="2034326"/>
            <a:ext cx="1190225" cy="1296522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3DDAAFE-9052-2A2E-442D-9C3366CC2708}"/>
              </a:ext>
            </a:extLst>
          </p:cNvPr>
          <p:cNvCxnSpPr>
            <a:cxnSpLocks/>
            <a:stCxn id="15" idx="7"/>
            <a:endCxn id="11" idx="3"/>
          </p:cNvCxnSpPr>
          <p:nvPr/>
        </p:nvCxnSpPr>
        <p:spPr>
          <a:xfrm flipV="1">
            <a:off x="6405434" y="2034326"/>
            <a:ext cx="1190225" cy="1296522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6460C48-DCD8-AE8B-308D-5EDF22B336EC}"/>
              </a:ext>
            </a:extLst>
          </p:cNvPr>
          <p:cNvCxnSpPr>
            <a:cxnSpLocks/>
            <a:stCxn id="15" idx="6"/>
            <a:endCxn id="16" idx="2"/>
          </p:cNvCxnSpPr>
          <p:nvPr/>
        </p:nvCxnSpPr>
        <p:spPr>
          <a:xfrm>
            <a:off x="6539345" y="3654137"/>
            <a:ext cx="1836803" cy="0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31A79B8-FF44-5F78-866A-E45C77359923}"/>
              </a:ext>
            </a:extLst>
          </p:cNvPr>
          <p:cNvCxnSpPr>
            <a:cxnSpLocks/>
            <a:stCxn id="15" idx="2"/>
            <a:endCxn id="14" idx="6"/>
          </p:cNvCxnSpPr>
          <p:nvPr/>
        </p:nvCxnSpPr>
        <p:spPr>
          <a:xfrm flipH="1">
            <a:off x="3788142" y="3654137"/>
            <a:ext cx="1836803" cy="0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E33DCB5-C321-2E50-EE1D-ADF33523B995}"/>
              </a:ext>
            </a:extLst>
          </p:cNvPr>
          <p:cNvCxnSpPr>
            <a:cxnSpLocks/>
            <a:stCxn id="14" idx="1"/>
            <a:endCxn id="12" idx="5"/>
          </p:cNvCxnSpPr>
          <p:nvPr/>
        </p:nvCxnSpPr>
        <p:spPr>
          <a:xfrm flipH="1" flipV="1">
            <a:off x="1809425" y="2034326"/>
            <a:ext cx="1198228" cy="1296522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63C4468-AA04-A086-B358-093F9921302B}"/>
              </a:ext>
            </a:extLst>
          </p:cNvPr>
          <p:cNvCxnSpPr>
            <a:cxnSpLocks/>
            <a:stCxn id="13" idx="3"/>
            <a:endCxn id="16" idx="7"/>
          </p:cNvCxnSpPr>
          <p:nvPr/>
        </p:nvCxnSpPr>
        <p:spPr>
          <a:xfrm flipH="1">
            <a:off x="9156637" y="2034326"/>
            <a:ext cx="1198228" cy="1296522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630E72A-9072-726A-6A0C-548B02E90D71}"/>
              </a:ext>
            </a:extLst>
          </p:cNvPr>
          <p:cNvCxnSpPr>
            <a:cxnSpLocks/>
            <a:stCxn id="11" idx="6"/>
            <a:endCxn id="13" idx="2"/>
          </p:cNvCxnSpPr>
          <p:nvPr/>
        </p:nvCxnSpPr>
        <p:spPr>
          <a:xfrm>
            <a:off x="8376148" y="1711037"/>
            <a:ext cx="1844806" cy="0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CE52119-FC38-8ABC-06B0-C22E52FBBEE1}"/>
              </a:ext>
            </a:extLst>
          </p:cNvPr>
          <p:cNvCxnSpPr>
            <a:cxnSpLocks/>
            <a:stCxn id="5" idx="6"/>
            <a:endCxn id="11" idx="2"/>
          </p:cNvCxnSpPr>
          <p:nvPr/>
        </p:nvCxnSpPr>
        <p:spPr>
          <a:xfrm>
            <a:off x="4702542" y="1711037"/>
            <a:ext cx="2759206" cy="0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07EA3FC-B790-B5C4-F001-ED5F9FDDB276}"/>
              </a:ext>
            </a:extLst>
          </p:cNvPr>
          <p:cNvCxnSpPr>
            <a:cxnSpLocks/>
            <a:stCxn id="12" idx="6"/>
            <a:endCxn id="5" idx="2"/>
          </p:cNvCxnSpPr>
          <p:nvPr/>
        </p:nvCxnSpPr>
        <p:spPr>
          <a:xfrm>
            <a:off x="1943336" y="1711037"/>
            <a:ext cx="1844806" cy="0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AE20812-6FFC-45F5-7606-D7E262E6BE39}"/>
              </a:ext>
            </a:extLst>
          </p:cNvPr>
          <p:cNvCxnSpPr>
            <a:cxnSpLocks/>
            <a:stCxn id="16" idx="4"/>
            <a:endCxn id="14" idx="4"/>
          </p:cNvCxnSpPr>
          <p:nvPr/>
        </p:nvCxnSpPr>
        <p:spPr>
          <a:xfrm rot="5400000">
            <a:off x="6082145" y="1360134"/>
            <a:ext cx="12700" cy="5502406"/>
          </a:xfrm>
          <a:prstGeom prst="bentConnector3">
            <a:avLst>
              <a:gd name="adj1" fmla="val 7036362"/>
            </a:avLst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7077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95B5F8BC-C27F-65C5-F2DB-0C6CD0D8B129}"/>
              </a:ext>
            </a:extLst>
          </p:cNvPr>
          <p:cNvSpPr/>
          <p:nvPr/>
        </p:nvSpPr>
        <p:spPr>
          <a:xfrm>
            <a:off x="4083377" y="347382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B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8B94BA9-8719-8237-C14B-CF307F3706E1}"/>
              </a:ext>
            </a:extLst>
          </p:cNvPr>
          <p:cNvSpPr/>
          <p:nvPr/>
        </p:nvSpPr>
        <p:spPr>
          <a:xfrm>
            <a:off x="6930461" y="341729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C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DB42DDF-1C64-B5AE-64EF-6CC91279D2FB}"/>
              </a:ext>
            </a:extLst>
          </p:cNvPr>
          <p:cNvSpPr/>
          <p:nvPr/>
        </p:nvSpPr>
        <p:spPr>
          <a:xfrm>
            <a:off x="2265048" y="2892288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A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CC3B77C-45AA-BA7A-D78C-360A6DCF61FC}"/>
              </a:ext>
            </a:extLst>
          </p:cNvPr>
          <p:cNvSpPr/>
          <p:nvPr/>
        </p:nvSpPr>
        <p:spPr>
          <a:xfrm>
            <a:off x="8744929" y="2892288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D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B4F2853-4D6A-8584-A269-61173B413823}"/>
              </a:ext>
            </a:extLst>
          </p:cNvPr>
          <p:cNvSpPr/>
          <p:nvPr/>
        </p:nvSpPr>
        <p:spPr>
          <a:xfrm>
            <a:off x="4083377" y="5477436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E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C27868B-4429-4CAC-920F-6DA84A279F3A}"/>
              </a:ext>
            </a:extLst>
          </p:cNvPr>
          <p:cNvSpPr/>
          <p:nvPr/>
        </p:nvSpPr>
        <p:spPr>
          <a:xfrm>
            <a:off x="6930461" y="5477436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G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4A457F2-12CE-40A9-B059-406ABB54A287}"/>
              </a:ext>
            </a:extLst>
          </p:cNvPr>
          <p:cNvSpPr/>
          <p:nvPr/>
        </p:nvSpPr>
        <p:spPr>
          <a:xfrm>
            <a:off x="5471651" y="2892288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F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8E2E704-8DAF-97D5-0DF2-EF28ED0CBDEC}"/>
              </a:ext>
            </a:extLst>
          </p:cNvPr>
          <p:cNvCxnSpPr>
            <a:cxnSpLocks/>
            <a:stCxn id="12" idx="6"/>
            <a:endCxn id="2" idx="2"/>
          </p:cNvCxnSpPr>
          <p:nvPr/>
        </p:nvCxnSpPr>
        <p:spPr>
          <a:xfrm>
            <a:off x="3179448" y="3349488"/>
            <a:ext cx="2292203" cy="0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0EF22130-3BA1-E11A-A241-42EB684591FA}"/>
              </a:ext>
            </a:extLst>
          </p:cNvPr>
          <p:cNvCxnSpPr>
            <a:cxnSpLocks/>
            <a:stCxn id="12" idx="7"/>
            <a:endCxn id="5" idx="3"/>
          </p:cNvCxnSpPr>
          <p:nvPr/>
        </p:nvCxnSpPr>
        <p:spPr>
          <a:xfrm flipV="1">
            <a:off x="3045537" y="1127871"/>
            <a:ext cx="1171751" cy="1898328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245EF633-FBDB-0298-AEF7-9860178F3698}"/>
              </a:ext>
            </a:extLst>
          </p:cNvPr>
          <p:cNvCxnSpPr>
            <a:cxnSpLocks/>
            <a:stCxn id="11" idx="5"/>
            <a:endCxn id="13" idx="1"/>
          </p:cNvCxnSpPr>
          <p:nvPr/>
        </p:nvCxnSpPr>
        <p:spPr>
          <a:xfrm>
            <a:off x="7710950" y="1122218"/>
            <a:ext cx="1167890" cy="1903981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A024C92C-AD0E-487B-3E93-1D2FCC8959FF}"/>
              </a:ext>
            </a:extLst>
          </p:cNvPr>
          <p:cNvCxnSpPr>
            <a:cxnSpLocks/>
            <a:stCxn id="13" idx="3"/>
            <a:endCxn id="16" idx="7"/>
          </p:cNvCxnSpPr>
          <p:nvPr/>
        </p:nvCxnSpPr>
        <p:spPr>
          <a:xfrm flipH="1">
            <a:off x="7710950" y="3672777"/>
            <a:ext cx="1167890" cy="1938570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9D7D95B8-1502-A050-7202-02D0A2F546CC}"/>
              </a:ext>
            </a:extLst>
          </p:cNvPr>
          <p:cNvCxnSpPr>
            <a:cxnSpLocks/>
            <a:stCxn id="14" idx="1"/>
            <a:endCxn id="12" idx="5"/>
          </p:cNvCxnSpPr>
          <p:nvPr/>
        </p:nvCxnSpPr>
        <p:spPr>
          <a:xfrm flipH="1" flipV="1">
            <a:off x="3045537" y="3672777"/>
            <a:ext cx="1171751" cy="193857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F63EB848-2C4B-DCD6-A2C7-8F1545EF5127}"/>
              </a:ext>
            </a:extLst>
          </p:cNvPr>
          <p:cNvCxnSpPr>
            <a:cxnSpLocks/>
            <a:stCxn id="5" idx="6"/>
            <a:endCxn id="11" idx="2"/>
          </p:cNvCxnSpPr>
          <p:nvPr/>
        </p:nvCxnSpPr>
        <p:spPr>
          <a:xfrm flipV="1">
            <a:off x="4997777" y="798929"/>
            <a:ext cx="1932684" cy="5653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6BBE0712-AD4A-59B6-439F-8FE749778D2F}"/>
              </a:ext>
            </a:extLst>
          </p:cNvPr>
          <p:cNvCxnSpPr>
            <a:cxnSpLocks/>
            <a:stCxn id="16" idx="2"/>
            <a:endCxn id="14" idx="6"/>
          </p:cNvCxnSpPr>
          <p:nvPr/>
        </p:nvCxnSpPr>
        <p:spPr>
          <a:xfrm flipH="1">
            <a:off x="4997777" y="5934636"/>
            <a:ext cx="1932684" cy="0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3588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95B5F8BC-C27F-65C5-F2DB-0C6CD0D8B129}"/>
              </a:ext>
            </a:extLst>
          </p:cNvPr>
          <p:cNvSpPr/>
          <p:nvPr/>
        </p:nvSpPr>
        <p:spPr>
          <a:xfrm>
            <a:off x="4083377" y="637052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A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8B94BA9-8719-8237-C14B-CF307F3706E1}"/>
              </a:ext>
            </a:extLst>
          </p:cNvPr>
          <p:cNvSpPr/>
          <p:nvPr/>
        </p:nvSpPr>
        <p:spPr>
          <a:xfrm>
            <a:off x="6930461" y="631399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B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DB42DDF-1C64-B5AE-64EF-6CC91279D2FB}"/>
              </a:ext>
            </a:extLst>
          </p:cNvPr>
          <p:cNvSpPr/>
          <p:nvPr/>
        </p:nvSpPr>
        <p:spPr>
          <a:xfrm>
            <a:off x="2265048" y="2892288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C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CC3B77C-45AA-BA7A-D78C-360A6DCF61FC}"/>
              </a:ext>
            </a:extLst>
          </p:cNvPr>
          <p:cNvSpPr/>
          <p:nvPr/>
        </p:nvSpPr>
        <p:spPr>
          <a:xfrm>
            <a:off x="8744929" y="2892288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B4F2853-4D6A-8584-A269-61173B413823}"/>
              </a:ext>
            </a:extLst>
          </p:cNvPr>
          <p:cNvSpPr/>
          <p:nvPr/>
        </p:nvSpPr>
        <p:spPr>
          <a:xfrm>
            <a:off x="4083377" y="5183942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F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C27868B-4429-4CAC-920F-6DA84A279F3A}"/>
              </a:ext>
            </a:extLst>
          </p:cNvPr>
          <p:cNvSpPr/>
          <p:nvPr/>
        </p:nvSpPr>
        <p:spPr>
          <a:xfrm>
            <a:off x="6930461" y="5183942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G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4A457F2-12CE-40A9-B059-406ABB54A287}"/>
              </a:ext>
            </a:extLst>
          </p:cNvPr>
          <p:cNvSpPr/>
          <p:nvPr/>
        </p:nvSpPr>
        <p:spPr>
          <a:xfrm>
            <a:off x="5471651" y="2892288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D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8E2E704-8DAF-97D5-0DF2-EF28ED0CBDEC}"/>
              </a:ext>
            </a:extLst>
          </p:cNvPr>
          <p:cNvCxnSpPr>
            <a:cxnSpLocks/>
            <a:stCxn id="2" idx="2"/>
            <a:endCxn id="12" idx="6"/>
          </p:cNvCxnSpPr>
          <p:nvPr/>
        </p:nvCxnSpPr>
        <p:spPr>
          <a:xfrm flipH="1">
            <a:off x="3179448" y="3349488"/>
            <a:ext cx="2292203" cy="0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0EF22130-3BA1-E11A-A241-42EB684591FA}"/>
              </a:ext>
            </a:extLst>
          </p:cNvPr>
          <p:cNvCxnSpPr>
            <a:cxnSpLocks/>
            <a:stCxn id="5" idx="3"/>
            <a:endCxn id="12" idx="7"/>
          </p:cNvCxnSpPr>
          <p:nvPr/>
        </p:nvCxnSpPr>
        <p:spPr>
          <a:xfrm flipH="1">
            <a:off x="3045537" y="1417541"/>
            <a:ext cx="1171751" cy="1608658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245EF633-FBDB-0298-AEF7-9860178F3698}"/>
              </a:ext>
            </a:extLst>
          </p:cNvPr>
          <p:cNvCxnSpPr>
            <a:cxnSpLocks/>
            <a:stCxn id="11" idx="5"/>
            <a:endCxn id="13" idx="1"/>
          </p:cNvCxnSpPr>
          <p:nvPr/>
        </p:nvCxnSpPr>
        <p:spPr>
          <a:xfrm>
            <a:off x="7710950" y="1411888"/>
            <a:ext cx="1167890" cy="1614311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A024C92C-AD0E-487B-3E93-1D2FCC8959FF}"/>
              </a:ext>
            </a:extLst>
          </p:cNvPr>
          <p:cNvCxnSpPr>
            <a:cxnSpLocks/>
            <a:stCxn id="16" idx="7"/>
            <a:endCxn id="13" idx="3"/>
          </p:cNvCxnSpPr>
          <p:nvPr/>
        </p:nvCxnSpPr>
        <p:spPr>
          <a:xfrm flipV="1">
            <a:off x="7710950" y="3672777"/>
            <a:ext cx="1167890" cy="1645076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F63EB848-2C4B-DCD6-A2C7-8F1545EF5127}"/>
              </a:ext>
            </a:extLst>
          </p:cNvPr>
          <p:cNvCxnSpPr>
            <a:cxnSpLocks/>
            <a:stCxn id="5" idx="6"/>
            <a:endCxn id="11" idx="2"/>
          </p:cNvCxnSpPr>
          <p:nvPr/>
        </p:nvCxnSpPr>
        <p:spPr>
          <a:xfrm flipV="1">
            <a:off x="4997777" y="1088599"/>
            <a:ext cx="1932684" cy="5653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6BBE0712-AD4A-59B6-439F-8FE749778D2F}"/>
              </a:ext>
            </a:extLst>
          </p:cNvPr>
          <p:cNvCxnSpPr>
            <a:cxnSpLocks/>
            <a:stCxn id="16" idx="2"/>
            <a:endCxn id="14" idx="6"/>
          </p:cNvCxnSpPr>
          <p:nvPr/>
        </p:nvCxnSpPr>
        <p:spPr>
          <a:xfrm flipH="1">
            <a:off x="4997777" y="5641142"/>
            <a:ext cx="1932684" cy="0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88435A5-D2F6-4393-0776-6E4D900A83BB}"/>
              </a:ext>
            </a:extLst>
          </p:cNvPr>
          <p:cNvCxnSpPr>
            <a:cxnSpLocks/>
            <a:stCxn id="12" idx="5"/>
            <a:endCxn id="14" idx="1"/>
          </p:cNvCxnSpPr>
          <p:nvPr/>
        </p:nvCxnSpPr>
        <p:spPr>
          <a:xfrm>
            <a:off x="3045537" y="3672777"/>
            <a:ext cx="1171751" cy="1645076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69B83B9-1129-1E5A-ED69-D96231DD1169}"/>
              </a:ext>
            </a:extLst>
          </p:cNvPr>
          <p:cNvCxnSpPr>
            <a:cxnSpLocks/>
            <a:stCxn id="11" idx="4"/>
            <a:endCxn id="16" idx="0"/>
          </p:cNvCxnSpPr>
          <p:nvPr/>
        </p:nvCxnSpPr>
        <p:spPr>
          <a:xfrm>
            <a:off x="7387661" y="1545799"/>
            <a:ext cx="0" cy="3638143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99D8FAA-3CF8-B757-C498-1A058A5D98E7}"/>
              </a:ext>
            </a:extLst>
          </p:cNvPr>
          <p:cNvCxnSpPr>
            <a:cxnSpLocks/>
            <a:stCxn id="2" idx="3"/>
            <a:endCxn id="14" idx="7"/>
          </p:cNvCxnSpPr>
          <p:nvPr/>
        </p:nvCxnSpPr>
        <p:spPr>
          <a:xfrm flipH="1">
            <a:off x="4863866" y="3672777"/>
            <a:ext cx="741696" cy="1645076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A830675-3B98-B571-14DA-2E89B854C961}"/>
              </a:ext>
            </a:extLst>
          </p:cNvPr>
          <p:cNvCxnSpPr>
            <a:cxnSpLocks/>
            <a:stCxn id="2" idx="5"/>
            <a:endCxn id="16" idx="1"/>
          </p:cNvCxnSpPr>
          <p:nvPr/>
        </p:nvCxnSpPr>
        <p:spPr>
          <a:xfrm>
            <a:off x="6252140" y="3672777"/>
            <a:ext cx="812232" cy="1645076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0A3421E-8A69-BD68-6C2A-D4E8CD5429F3}"/>
              </a:ext>
            </a:extLst>
          </p:cNvPr>
          <p:cNvCxnSpPr>
            <a:cxnSpLocks/>
            <a:stCxn id="2" idx="1"/>
            <a:endCxn id="5" idx="5"/>
          </p:cNvCxnSpPr>
          <p:nvPr/>
        </p:nvCxnSpPr>
        <p:spPr>
          <a:xfrm flipH="1" flipV="1">
            <a:off x="4863866" y="1417541"/>
            <a:ext cx="741696" cy="1608658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96F5368-8194-AAA7-B2FA-F77597703560}"/>
              </a:ext>
            </a:extLst>
          </p:cNvPr>
          <p:cNvCxnSpPr>
            <a:cxnSpLocks/>
            <a:stCxn id="2" idx="7"/>
            <a:endCxn id="11" idx="3"/>
          </p:cNvCxnSpPr>
          <p:nvPr/>
        </p:nvCxnSpPr>
        <p:spPr>
          <a:xfrm flipV="1">
            <a:off x="6252140" y="1411888"/>
            <a:ext cx="812232" cy="1614311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1093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95B5F8BC-C27F-65C5-F2DB-0C6CD0D8B129}"/>
              </a:ext>
            </a:extLst>
          </p:cNvPr>
          <p:cNvSpPr/>
          <p:nvPr/>
        </p:nvSpPr>
        <p:spPr>
          <a:xfrm>
            <a:off x="4083377" y="637052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A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8B94BA9-8719-8237-C14B-CF307F3706E1}"/>
              </a:ext>
            </a:extLst>
          </p:cNvPr>
          <p:cNvSpPr/>
          <p:nvPr/>
        </p:nvSpPr>
        <p:spPr>
          <a:xfrm>
            <a:off x="6930461" y="631399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B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DB42DDF-1C64-B5AE-64EF-6CC91279D2FB}"/>
              </a:ext>
            </a:extLst>
          </p:cNvPr>
          <p:cNvSpPr/>
          <p:nvPr/>
        </p:nvSpPr>
        <p:spPr>
          <a:xfrm>
            <a:off x="2265048" y="2892288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C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CC3B77C-45AA-BA7A-D78C-360A6DCF61FC}"/>
              </a:ext>
            </a:extLst>
          </p:cNvPr>
          <p:cNvSpPr/>
          <p:nvPr/>
        </p:nvSpPr>
        <p:spPr>
          <a:xfrm>
            <a:off x="8744929" y="2892288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B4F2853-4D6A-8584-A269-61173B413823}"/>
              </a:ext>
            </a:extLst>
          </p:cNvPr>
          <p:cNvSpPr/>
          <p:nvPr/>
        </p:nvSpPr>
        <p:spPr>
          <a:xfrm>
            <a:off x="4083377" y="5183942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F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C27868B-4429-4CAC-920F-6DA84A279F3A}"/>
              </a:ext>
            </a:extLst>
          </p:cNvPr>
          <p:cNvSpPr/>
          <p:nvPr/>
        </p:nvSpPr>
        <p:spPr>
          <a:xfrm>
            <a:off x="6930461" y="5183942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G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0EF22130-3BA1-E11A-A241-42EB684591FA}"/>
              </a:ext>
            </a:extLst>
          </p:cNvPr>
          <p:cNvCxnSpPr>
            <a:cxnSpLocks/>
            <a:stCxn id="5" idx="3"/>
            <a:endCxn id="12" idx="7"/>
          </p:cNvCxnSpPr>
          <p:nvPr/>
        </p:nvCxnSpPr>
        <p:spPr>
          <a:xfrm flipH="1">
            <a:off x="3045537" y="1417541"/>
            <a:ext cx="1171751" cy="1608658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245EF633-FBDB-0298-AEF7-9860178F3698}"/>
              </a:ext>
            </a:extLst>
          </p:cNvPr>
          <p:cNvCxnSpPr>
            <a:cxnSpLocks/>
            <a:stCxn id="11" idx="5"/>
            <a:endCxn id="13" idx="1"/>
          </p:cNvCxnSpPr>
          <p:nvPr/>
        </p:nvCxnSpPr>
        <p:spPr>
          <a:xfrm>
            <a:off x="7710950" y="1411888"/>
            <a:ext cx="1167890" cy="1614311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A024C92C-AD0E-487B-3E93-1D2FCC8959FF}"/>
              </a:ext>
            </a:extLst>
          </p:cNvPr>
          <p:cNvCxnSpPr>
            <a:cxnSpLocks/>
            <a:stCxn id="16" idx="7"/>
            <a:endCxn id="13" idx="3"/>
          </p:cNvCxnSpPr>
          <p:nvPr/>
        </p:nvCxnSpPr>
        <p:spPr>
          <a:xfrm flipV="1">
            <a:off x="7710950" y="3672777"/>
            <a:ext cx="1167890" cy="1645076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F63EB848-2C4B-DCD6-A2C7-8F1545EF5127}"/>
              </a:ext>
            </a:extLst>
          </p:cNvPr>
          <p:cNvCxnSpPr>
            <a:cxnSpLocks/>
            <a:stCxn id="5" idx="6"/>
            <a:endCxn id="11" idx="2"/>
          </p:cNvCxnSpPr>
          <p:nvPr/>
        </p:nvCxnSpPr>
        <p:spPr>
          <a:xfrm flipV="1">
            <a:off x="4997777" y="1088599"/>
            <a:ext cx="1932684" cy="5653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6BBE0712-AD4A-59B6-439F-8FE749778D2F}"/>
              </a:ext>
            </a:extLst>
          </p:cNvPr>
          <p:cNvCxnSpPr>
            <a:cxnSpLocks/>
            <a:stCxn id="16" idx="2"/>
            <a:endCxn id="14" idx="6"/>
          </p:cNvCxnSpPr>
          <p:nvPr/>
        </p:nvCxnSpPr>
        <p:spPr>
          <a:xfrm flipH="1">
            <a:off x="4997777" y="5641142"/>
            <a:ext cx="1932684" cy="0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88435A5-D2F6-4393-0776-6E4D900A83BB}"/>
              </a:ext>
            </a:extLst>
          </p:cNvPr>
          <p:cNvCxnSpPr>
            <a:cxnSpLocks/>
            <a:stCxn id="12" idx="5"/>
            <a:endCxn id="14" idx="1"/>
          </p:cNvCxnSpPr>
          <p:nvPr/>
        </p:nvCxnSpPr>
        <p:spPr>
          <a:xfrm>
            <a:off x="3045537" y="3672777"/>
            <a:ext cx="1171751" cy="1645076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69B83B9-1129-1E5A-ED69-D96231DD1169}"/>
              </a:ext>
            </a:extLst>
          </p:cNvPr>
          <p:cNvCxnSpPr>
            <a:cxnSpLocks/>
            <a:stCxn id="11" idx="4"/>
            <a:endCxn id="16" idx="0"/>
          </p:cNvCxnSpPr>
          <p:nvPr/>
        </p:nvCxnSpPr>
        <p:spPr>
          <a:xfrm>
            <a:off x="7387661" y="1545799"/>
            <a:ext cx="0" cy="3638143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1243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08B94BA9-8719-8237-C14B-CF307F3706E1}"/>
              </a:ext>
            </a:extLst>
          </p:cNvPr>
          <p:cNvSpPr/>
          <p:nvPr/>
        </p:nvSpPr>
        <p:spPr>
          <a:xfrm>
            <a:off x="6930461" y="631399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B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DB42DDF-1C64-B5AE-64EF-6CC91279D2FB}"/>
              </a:ext>
            </a:extLst>
          </p:cNvPr>
          <p:cNvSpPr/>
          <p:nvPr/>
        </p:nvSpPr>
        <p:spPr>
          <a:xfrm>
            <a:off x="2265048" y="2892288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C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CC3B77C-45AA-BA7A-D78C-360A6DCF61FC}"/>
              </a:ext>
            </a:extLst>
          </p:cNvPr>
          <p:cNvSpPr/>
          <p:nvPr/>
        </p:nvSpPr>
        <p:spPr>
          <a:xfrm>
            <a:off x="8744929" y="2892288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B4F2853-4D6A-8584-A269-61173B413823}"/>
              </a:ext>
            </a:extLst>
          </p:cNvPr>
          <p:cNvSpPr/>
          <p:nvPr/>
        </p:nvSpPr>
        <p:spPr>
          <a:xfrm>
            <a:off x="4083377" y="5183942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F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C27868B-4429-4CAC-920F-6DA84A279F3A}"/>
              </a:ext>
            </a:extLst>
          </p:cNvPr>
          <p:cNvSpPr/>
          <p:nvPr/>
        </p:nvSpPr>
        <p:spPr>
          <a:xfrm>
            <a:off x="6930461" y="5183942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G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245EF633-FBDB-0298-AEF7-9860178F3698}"/>
              </a:ext>
            </a:extLst>
          </p:cNvPr>
          <p:cNvCxnSpPr>
            <a:cxnSpLocks/>
            <a:stCxn id="11" idx="5"/>
            <a:endCxn id="13" idx="1"/>
          </p:cNvCxnSpPr>
          <p:nvPr/>
        </p:nvCxnSpPr>
        <p:spPr>
          <a:xfrm>
            <a:off x="7710950" y="1411888"/>
            <a:ext cx="1167890" cy="1614311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A024C92C-AD0E-487B-3E93-1D2FCC8959FF}"/>
              </a:ext>
            </a:extLst>
          </p:cNvPr>
          <p:cNvCxnSpPr>
            <a:cxnSpLocks/>
            <a:stCxn id="16" idx="7"/>
            <a:endCxn id="13" idx="3"/>
          </p:cNvCxnSpPr>
          <p:nvPr/>
        </p:nvCxnSpPr>
        <p:spPr>
          <a:xfrm flipV="1">
            <a:off x="7710950" y="3672777"/>
            <a:ext cx="1167890" cy="1645076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6BBE0712-AD4A-59B6-439F-8FE749778D2F}"/>
              </a:ext>
            </a:extLst>
          </p:cNvPr>
          <p:cNvCxnSpPr>
            <a:cxnSpLocks/>
            <a:stCxn id="16" idx="2"/>
            <a:endCxn id="14" idx="6"/>
          </p:cNvCxnSpPr>
          <p:nvPr/>
        </p:nvCxnSpPr>
        <p:spPr>
          <a:xfrm flipH="1">
            <a:off x="4997777" y="5641142"/>
            <a:ext cx="1932684" cy="0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88435A5-D2F6-4393-0776-6E4D900A83BB}"/>
              </a:ext>
            </a:extLst>
          </p:cNvPr>
          <p:cNvCxnSpPr>
            <a:cxnSpLocks/>
            <a:stCxn id="12" idx="5"/>
            <a:endCxn id="14" idx="1"/>
          </p:cNvCxnSpPr>
          <p:nvPr/>
        </p:nvCxnSpPr>
        <p:spPr>
          <a:xfrm>
            <a:off x="3045537" y="3672777"/>
            <a:ext cx="1171751" cy="1645076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69B83B9-1129-1E5A-ED69-D96231DD1169}"/>
              </a:ext>
            </a:extLst>
          </p:cNvPr>
          <p:cNvCxnSpPr>
            <a:cxnSpLocks/>
            <a:stCxn id="11" idx="4"/>
            <a:endCxn id="16" idx="0"/>
          </p:cNvCxnSpPr>
          <p:nvPr/>
        </p:nvCxnSpPr>
        <p:spPr>
          <a:xfrm>
            <a:off x="7387661" y="1545799"/>
            <a:ext cx="0" cy="3638143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3498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B42DDF-1C64-B5AE-64EF-6CC91279D2FB}"/>
              </a:ext>
            </a:extLst>
          </p:cNvPr>
          <p:cNvSpPr/>
          <p:nvPr/>
        </p:nvSpPr>
        <p:spPr>
          <a:xfrm>
            <a:off x="2265048" y="2892288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C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CC3B77C-45AA-BA7A-D78C-360A6DCF61FC}"/>
              </a:ext>
            </a:extLst>
          </p:cNvPr>
          <p:cNvSpPr/>
          <p:nvPr/>
        </p:nvSpPr>
        <p:spPr>
          <a:xfrm>
            <a:off x="8744929" y="2892288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B4F2853-4D6A-8584-A269-61173B413823}"/>
              </a:ext>
            </a:extLst>
          </p:cNvPr>
          <p:cNvSpPr/>
          <p:nvPr/>
        </p:nvSpPr>
        <p:spPr>
          <a:xfrm>
            <a:off x="4083377" y="5183942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F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C27868B-4429-4CAC-920F-6DA84A279F3A}"/>
              </a:ext>
            </a:extLst>
          </p:cNvPr>
          <p:cNvSpPr/>
          <p:nvPr/>
        </p:nvSpPr>
        <p:spPr>
          <a:xfrm>
            <a:off x="6930461" y="5183942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G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A024C92C-AD0E-487B-3E93-1D2FCC8959FF}"/>
              </a:ext>
            </a:extLst>
          </p:cNvPr>
          <p:cNvCxnSpPr>
            <a:cxnSpLocks/>
            <a:stCxn id="16" idx="7"/>
            <a:endCxn id="13" idx="3"/>
          </p:cNvCxnSpPr>
          <p:nvPr/>
        </p:nvCxnSpPr>
        <p:spPr>
          <a:xfrm flipV="1">
            <a:off x="7710950" y="3672777"/>
            <a:ext cx="1167890" cy="1645076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6BBE0712-AD4A-59B6-439F-8FE749778D2F}"/>
              </a:ext>
            </a:extLst>
          </p:cNvPr>
          <p:cNvCxnSpPr>
            <a:cxnSpLocks/>
            <a:stCxn id="16" idx="2"/>
            <a:endCxn id="14" idx="6"/>
          </p:cNvCxnSpPr>
          <p:nvPr/>
        </p:nvCxnSpPr>
        <p:spPr>
          <a:xfrm flipH="1">
            <a:off x="4997777" y="5641142"/>
            <a:ext cx="1932684" cy="0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88435A5-D2F6-4393-0776-6E4D900A83BB}"/>
              </a:ext>
            </a:extLst>
          </p:cNvPr>
          <p:cNvCxnSpPr>
            <a:cxnSpLocks/>
            <a:stCxn id="12" idx="5"/>
            <a:endCxn id="14" idx="1"/>
          </p:cNvCxnSpPr>
          <p:nvPr/>
        </p:nvCxnSpPr>
        <p:spPr>
          <a:xfrm>
            <a:off x="3045537" y="3672777"/>
            <a:ext cx="1171751" cy="1645076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117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9CC3B77C-45AA-BA7A-D78C-360A6DCF61FC}"/>
              </a:ext>
            </a:extLst>
          </p:cNvPr>
          <p:cNvSpPr/>
          <p:nvPr/>
        </p:nvSpPr>
        <p:spPr>
          <a:xfrm>
            <a:off x="8744929" y="2892288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B4F2853-4D6A-8584-A269-61173B413823}"/>
              </a:ext>
            </a:extLst>
          </p:cNvPr>
          <p:cNvSpPr/>
          <p:nvPr/>
        </p:nvSpPr>
        <p:spPr>
          <a:xfrm>
            <a:off x="4083377" y="5183942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F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C27868B-4429-4CAC-920F-6DA84A279F3A}"/>
              </a:ext>
            </a:extLst>
          </p:cNvPr>
          <p:cNvSpPr/>
          <p:nvPr/>
        </p:nvSpPr>
        <p:spPr>
          <a:xfrm>
            <a:off x="6930461" y="5183942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G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A024C92C-AD0E-487B-3E93-1D2FCC8959FF}"/>
              </a:ext>
            </a:extLst>
          </p:cNvPr>
          <p:cNvCxnSpPr>
            <a:cxnSpLocks/>
            <a:stCxn id="16" idx="7"/>
            <a:endCxn id="13" idx="3"/>
          </p:cNvCxnSpPr>
          <p:nvPr/>
        </p:nvCxnSpPr>
        <p:spPr>
          <a:xfrm flipV="1">
            <a:off x="7710950" y="3672777"/>
            <a:ext cx="1167890" cy="1645076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6BBE0712-AD4A-59B6-439F-8FE749778D2F}"/>
              </a:ext>
            </a:extLst>
          </p:cNvPr>
          <p:cNvCxnSpPr>
            <a:cxnSpLocks/>
            <a:stCxn id="16" idx="2"/>
            <a:endCxn id="14" idx="6"/>
          </p:cNvCxnSpPr>
          <p:nvPr/>
        </p:nvCxnSpPr>
        <p:spPr>
          <a:xfrm flipH="1">
            <a:off x="4997777" y="5641142"/>
            <a:ext cx="1932684" cy="0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749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9CC3B77C-45AA-BA7A-D78C-360A6DCF61FC}"/>
              </a:ext>
            </a:extLst>
          </p:cNvPr>
          <p:cNvSpPr/>
          <p:nvPr/>
        </p:nvSpPr>
        <p:spPr>
          <a:xfrm>
            <a:off x="8744929" y="2892288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B4F2853-4D6A-8584-A269-61173B413823}"/>
              </a:ext>
            </a:extLst>
          </p:cNvPr>
          <p:cNvSpPr/>
          <p:nvPr/>
        </p:nvSpPr>
        <p:spPr>
          <a:xfrm>
            <a:off x="4083377" y="5183942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1150371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4B4F2853-4D6A-8584-A269-61173B413823}"/>
              </a:ext>
            </a:extLst>
          </p:cNvPr>
          <p:cNvSpPr/>
          <p:nvPr/>
        </p:nvSpPr>
        <p:spPr>
          <a:xfrm>
            <a:off x="4083377" y="5183942"/>
            <a:ext cx="914400" cy="914400"/>
          </a:xfrm>
          <a:prstGeom prst="ellipse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2966706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C97D6DF335A894D9FC8E888F85ED2A3" ma:contentTypeVersion="17" ma:contentTypeDescription="Create a new document." ma:contentTypeScope="" ma:versionID="7d0cfbf06447e35223426de322393958">
  <xsd:schema xmlns:xsd="http://www.w3.org/2001/XMLSchema" xmlns:xs="http://www.w3.org/2001/XMLSchema" xmlns:p="http://schemas.microsoft.com/office/2006/metadata/properties" xmlns:ns3="27638313-1e11-4999-9038-bfa2141b3777" xmlns:ns4="593646a3-f4b2-4797-891f-a58c41aec49e" targetNamespace="http://schemas.microsoft.com/office/2006/metadata/properties" ma:root="true" ma:fieldsID="ece02c1c4f624ed16cf0f0e55f3859d3" ns3:_="" ns4:_="">
    <xsd:import namespace="27638313-1e11-4999-9038-bfa2141b3777"/>
    <xsd:import namespace="593646a3-f4b2-4797-891f-a58c41aec49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638313-1e11-4999-9038-bfa2141b377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3646a3-f4b2-4797-891f-a58c41aec49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7638313-1e11-4999-9038-bfa2141b3777" xsi:nil="true"/>
  </documentManagement>
</p:properties>
</file>

<file path=customXml/itemProps1.xml><?xml version="1.0" encoding="utf-8"?>
<ds:datastoreItem xmlns:ds="http://schemas.openxmlformats.org/officeDocument/2006/customXml" ds:itemID="{79C949B5-977A-4A6E-A5ED-4D650D15E9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7638313-1e11-4999-9038-bfa2141b3777"/>
    <ds:schemaRef ds:uri="593646a3-f4b2-4797-891f-a58c41aec4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25C8EB1-31A5-4B66-BAF1-C7D88798C32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1C2678D-5432-4D5D-BD31-71BBF58407B6}">
  <ds:schemaRefs>
    <ds:schemaRef ds:uri="http://schemas.microsoft.com/office/2006/documentManagement/types"/>
    <ds:schemaRef ds:uri="593646a3-f4b2-4797-891f-a58c41aec49e"/>
    <ds:schemaRef ds:uri="http://purl.org/dc/elements/1.1/"/>
    <ds:schemaRef ds:uri="http://schemas.microsoft.com/office/2006/metadata/properties"/>
    <ds:schemaRef ds:uri="27638313-1e11-4999-9038-bfa2141b3777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4621</TotalTime>
  <Words>118</Words>
  <Application>Microsoft Office PowerPoint</Application>
  <PresentationFormat>Widescreen</PresentationFormat>
  <Paragraphs>78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Vaught, Jacob</dc:creator>
  <cp:lastModifiedBy>Vaught, Jacob</cp:lastModifiedBy>
  <cp:revision>1</cp:revision>
  <dcterms:created xsi:type="dcterms:W3CDTF">2023-10-31T20:07:58Z</dcterms:created>
  <dcterms:modified xsi:type="dcterms:W3CDTF">2023-11-04T01:09:03Z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0x0101008C97D6DF335A894D9FC8E888F85ED2A3</vt:lpwstr>
  </property>
</Properties>
</file>